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3" r:id="rId6"/>
    <p:sldMasterId id="2147483744" r:id="rId7"/>
    <p:sldMasterId id="2147483745"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Lst>
  <p:sldSz cy="5143500" cx="9144000"/>
  <p:notesSz cx="6858000" cy="9144000"/>
  <p:embeddedFontLst>
    <p:embeddedFont>
      <p:font typeface="Roboto"/>
      <p:regular r:id="rId40"/>
      <p:bold r:id="rId41"/>
      <p:italic r:id="rId42"/>
      <p:boldItalic r:id="rId43"/>
    </p:embeddedFont>
    <p:embeddedFont>
      <p:font typeface="Cabin"/>
      <p:regular r:id="rId44"/>
      <p:bold r:id="rId45"/>
      <p:italic r:id="rId46"/>
      <p:boldItalic r:id="rId47"/>
    </p:embeddedFont>
    <p:embeddedFont>
      <p:font typeface="Barlow Condensed SemiBold"/>
      <p:regular r:id="rId48"/>
      <p:bold r:id="rId49"/>
      <p:italic r:id="rId50"/>
      <p:boldItalic r:id="rId51"/>
    </p:embeddedFont>
    <p:embeddedFont>
      <p:font typeface="Work Sans Medium"/>
      <p:regular r:id="rId52"/>
      <p:bold r:id="rId53"/>
      <p:italic r:id="rId54"/>
      <p:boldItalic r:id="rId55"/>
    </p:embeddedFont>
    <p:embeddedFont>
      <p:font typeface="Work Sans"/>
      <p:regular r:id="rId56"/>
      <p:bold r:id="rId57"/>
      <p:italic r:id="rId58"/>
      <p:boldItalic r:id="rId59"/>
    </p:embeddedFont>
    <p:embeddedFont>
      <p:font typeface="Work Sans SemiBold"/>
      <p:regular r:id="rId60"/>
      <p:bold r:id="rId61"/>
      <p:italic r:id="rId62"/>
      <p:boldItalic r:id="rId63"/>
    </p:embeddedFont>
    <p:embeddedFont>
      <p:font typeface="Helvetica Neue"/>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ames Lam"/>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22F7DF-FDBB-4B37-ACE0-F89900764A93}">
  <a:tblStyle styleId="{AF22F7DF-FDBB-4B37-ACE0-F89900764A93}"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889FD33-5C97-4F32-B54F-FAAC664B6725}"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42" Type="http://schemas.openxmlformats.org/officeDocument/2006/relationships/font" Target="fonts/Roboto-italic.fntdata"/><Relationship Id="rId41" Type="http://schemas.openxmlformats.org/officeDocument/2006/relationships/font" Target="fonts/Roboto-bold.fntdata"/><Relationship Id="rId44" Type="http://schemas.openxmlformats.org/officeDocument/2006/relationships/font" Target="fonts/Cabin-regular.fntdata"/><Relationship Id="rId43" Type="http://schemas.openxmlformats.org/officeDocument/2006/relationships/font" Target="fonts/Roboto-boldItalic.fntdata"/><Relationship Id="rId46" Type="http://schemas.openxmlformats.org/officeDocument/2006/relationships/font" Target="fonts/Cabin-italic.fntdata"/><Relationship Id="rId45" Type="http://schemas.openxmlformats.org/officeDocument/2006/relationships/font" Target="fonts/Cabin-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font" Target="fonts/BarlowCondensedSemiBold-regular.fntdata"/><Relationship Id="rId47" Type="http://schemas.openxmlformats.org/officeDocument/2006/relationships/font" Target="fonts/Cabin-boldItalic.fntdata"/><Relationship Id="rId49" Type="http://schemas.openxmlformats.org/officeDocument/2006/relationships/font" Target="fonts/BarlowCondensedSemiBold-bold.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slideMaster" Target="slideMasters/slideMaster3.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font" Target="fonts/WorkSansSemiBold-italic.fntdata"/><Relationship Id="rId61" Type="http://schemas.openxmlformats.org/officeDocument/2006/relationships/font" Target="fonts/WorkSansSemiBold-bold.fntdata"/><Relationship Id="rId20" Type="http://schemas.openxmlformats.org/officeDocument/2006/relationships/slide" Target="slides/slide11.xml"/><Relationship Id="rId64" Type="http://schemas.openxmlformats.org/officeDocument/2006/relationships/font" Target="fonts/HelveticaNeue-regular.fntdata"/><Relationship Id="rId63" Type="http://schemas.openxmlformats.org/officeDocument/2006/relationships/font" Target="fonts/WorkSansSemiBold-boldItalic.fntdata"/><Relationship Id="rId22" Type="http://schemas.openxmlformats.org/officeDocument/2006/relationships/slide" Target="slides/slide13.xml"/><Relationship Id="rId66" Type="http://schemas.openxmlformats.org/officeDocument/2006/relationships/font" Target="fonts/HelveticaNeue-italic.fntdata"/><Relationship Id="rId21" Type="http://schemas.openxmlformats.org/officeDocument/2006/relationships/slide" Target="slides/slide12.xml"/><Relationship Id="rId65" Type="http://schemas.openxmlformats.org/officeDocument/2006/relationships/font" Target="fonts/HelveticaNeue-bold.fntdata"/><Relationship Id="rId24" Type="http://schemas.openxmlformats.org/officeDocument/2006/relationships/slide" Target="slides/slide15.xml"/><Relationship Id="rId23" Type="http://schemas.openxmlformats.org/officeDocument/2006/relationships/slide" Target="slides/slide14.xml"/><Relationship Id="rId67" Type="http://schemas.openxmlformats.org/officeDocument/2006/relationships/font" Target="fonts/HelveticaNeue-boldItalic.fntdata"/><Relationship Id="rId60" Type="http://schemas.openxmlformats.org/officeDocument/2006/relationships/font" Target="fonts/WorkSansSemiBold-regular.fntdata"/><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font" Target="fonts/BarlowCondensedSemiBold-boldItalic.fntdata"/><Relationship Id="rId50" Type="http://schemas.openxmlformats.org/officeDocument/2006/relationships/font" Target="fonts/BarlowCondensedSemiBold-italic.fntdata"/><Relationship Id="rId53" Type="http://schemas.openxmlformats.org/officeDocument/2006/relationships/font" Target="fonts/WorkSansMedium-bold.fntdata"/><Relationship Id="rId52" Type="http://schemas.openxmlformats.org/officeDocument/2006/relationships/font" Target="fonts/WorkSansMedium-regular.fntdata"/><Relationship Id="rId11" Type="http://schemas.openxmlformats.org/officeDocument/2006/relationships/slide" Target="slides/slide2.xml"/><Relationship Id="rId55" Type="http://schemas.openxmlformats.org/officeDocument/2006/relationships/font" Target="fonts/WorkSansMedium-boldItalic.fntdata"/><Relationship Id="rId10" Type="http://schemas.openxmlformats.org/officeDocument/2006/relationships/slide" Target="slides/slide1.xml"/><Relationship Id="rId54" Type="http://schemas.openxmlformats.org/officeDocument/2006/relationships/font" Target="fonts/WorkSansMedium-italic.fntdata"/><Relationship Id="rId13" Type="http://schemas.openxmlformats.org/officeDocument/2006/relationships/slide" Target="slides/slide4.xml"/><Relationship Id="rId57" Type="http://schemas.openxmlformats.org/officeDocument/2006/relationships/font" Target="fonts/WorkSans-bold.fntdata"/><Relationship Id="rId12" Type="http://schemas.openxmlformats.org/officeDocument/2006/relationships/slide" Target="slides/slide3.xml"/><Relationship Id="rId56" Type="http://schemas.openxmlformats.org/officeDocument/2006/relationships/font" Target="fonts/WorkSans-regular.fntdata"/><Relationship Id="rId15" Type="http://schemas.openxmlformats.org/officeDocument/2006/relationships/slide" Target="slides/slide6.xml"/><Relationship Id="rId59" Type="http://schemas.openxmlformats.org/officeDocument/2006/relationships/font" Target="fonts/WorkSans-boldItalic.fntdata"/><Relationship Id="rId14" Type="http://schemas.openxmlformats.org/officeDocument/2006/relationships/slide" Target="slides/slide5.xml"/><Relationship Id="rId58" Type="http://schemas.openxmlformats.org/officeDocument/2006/relationships/font" Target="fonts/WorkSans-italic.fntdata"/><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07T14:24:12.592">
    <p:pos x="6000" y="0"/>
    <p:text>Update with the client team / PO / Instructor team</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ntimeter.com/app/presentation/604bf11694972fc6461d55ac82d636fd/80bebf76bfb0/edi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ntimeter.com/app/presentation/604bf11694972fc6461d55ac82d636fd/80bebf76bfb0/edi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Introduce the team </a:t>
            </a:r>
            <a:endParaRPr/>
          </a:p>
          <a:p>
            <a:pPr indent="0" lvl="0" marL="0" rtl="0" algn="l">
              <a:lnSpc>
                <a:spcPct val="100000"/>
              </a:lnSpc>
              <a:spcBef>
                <a:spcPts val="0"/>
              </a:spcBef>
              <a:spcAft>
                <a:spcPts val="0"/>
              </a:spcAft>
              <a:buSzPts val="1100"/>
              <a:buNone/>
            </a:pPr>
            <a:r>
              <a:t/>
            </a:r>
            <a:endParaRPr/>
          </a:p>
        </p:txBody>
      </p:sp>
      <p:sp>
        <p:nvSpPr>
          <p:cNvPr id="377" name="Google Shape;377;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2 mins - Provide a high level overview of what to expect from the programme. Decoded will go into the lower level detail and timetable.</a:t>
            </a:r>
            <a:endParaRPr/>
          </a:p>
        </p:txBody>
      </p:sp>
      <p:sp>
        <p:nvSpPr>
          <p:cNvPr id="383" name="Google Shape;383;p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notes"/>
          <p:cNvSpPr/>
          <p:nvPr>
            <p:ph idx="2" type="sldImg"/>
          </p:nvPr>
        </p:nvSpPr>
        <p:spPr>
          <a:xfrm>
            <a:off x="587375" y="303213"/>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3:notes"/>
          <p:cNvSpPr txBox="1"/>
          <p:nvPr>
            <p:ph idx="1" type="body"/>
          </p:nvPr>
        </p:nvSpPr>
        <p:spPr>
          <a:xfrm>
            <a:off x="587375" y="3510864"/>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GB"/>
              <a:t>Time: 2 mins</a:t>
            </a:r>
            <a:endParaRPr b="1"/>
          </a:p>
          <a:p>
            <a:pPr indent="0" lvl="0" marL="0" rtl="0" algn="l">
              <a:lnSpc>
                <a:spcPct val="100000"/>
              </a:lnSpc>
              <a:spcBef>
                <a:spcPts val="0"/>
              </a:spcBef>
              <a:spcAft>
                <a:spcPts val="0"/>
              </a:spcAft>
              <a:buSzPts val="1400"/>
              <a:buNone/>
            </a:pPr>
            <a:r>
              <a:rPr lang="en-GB"/>
              <a:t>Programme Overview: Provide an overview of the Key activities of the programme and start date. </a:t>
            </a:r>
            <a:endParaRPr/>
          </a:p>
        </p:txBody>
      </p:sp>
      <p:sp>
        <p:nvSpPr>
          <p:cNvPr id="390" name="Google Shape;390;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5: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todays topic&gt;</a:t>
            </a:r>
            <a:br>
              <a:rPr lang="en-GB">
                <a:solidFill>
                  <a:schemeClr val="dk1"/>
                </a:solidFill>
              </a:rPr>
            </a:br>
            <a:br>
              <a:rPr lang="en-GB">
                <a:solidFill>
                  <a:schemeClr val="dk1"/>
                </a:solidFill>
              </a:rPr>
            </a:b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6: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2f7acde5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2f7acde5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Point</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Establish current learner comfort-level with the material</a:t>
            </a:r>
            <a:endParaRPr>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sz="1700">
                <a:solidFill>
                  <a:schemeClr val="dk1"/>
                </a:solidFill>
                <a:latin typeface="Work Sans SemiBold"/>
                <a:ea typeface="Work Sans SemiBold"/>
                <a:cs typeface="Work Sans SemiBold"/>
                <a:sym typeface="Work Sans SemiBold"/>
              </a:rPr>
              <a:t>Narrative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LOAD and present the </a:t>
            </a:r>
            <a:r>
              <a:rPr lang="en-GB" u="sng">
                <a:solidFill>
                  <a:schemeClr val="hlink"/>
                </a:solidFill>
                <a:latin typeface="Work Sans"/>
                <a:ea typeface="Work Sans"/>
                <a:cs typeface="Work Sans"/>
                <a:sym typeface="Work Sans"/>
                <a:hlinkClick r:id="rId2"/>
              </a:rPr>
              <a:t>Menti poll</a:t>
            </a:r>
            <a:r>
              <a:rPr lang="en-GB">
                <a:solidFill>
                  <a:schemeClr val="dk1"/>
                </a:solidFill>
                <a:latin typeface="Work Sans"/>
                <a:ea typeface="Work Sans"/>
                <a:cs typeface="Work Sans"/>
                <a:sym typeface="Work Sans"/>
              </a:rPr>
              <a:t>, and UPDATE this slide with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DIRECT learners to menti.com on their phone or computer and ask them to enter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ADAPT to the situation if Menti is blocked for the learners; ask the questions and collect in-person responses.</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ENCOURAGE participation using the Menti poll.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ASSESS current learner comfort and understanding of the introductory material.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GATHER learner questions about the topic to answer later.</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ANSWER any current questions.</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Transition</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1000"/>
              </a:spcAft>
              <a:buNone/>
            </a:pPr>
            <a:r>
              <a:rPr lang="en-GB">
                <a:solidFill>
                  <a:schemeClr val="dk1"/>
                </a:solidFill>
                <a:latin typeface="Work Sans"/>
                <a:ea typeface="Work Sans"/>
                <a:cs typeface="Work Sans"/>
                <a:sym typeface="Work Sans"/>
              </a:rPr>
              <a:t>Let’s talk about the plan for today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p8: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b="1" sz="1200">
              <a:solidFill>
                <a:schemeClr val="dk1"/>
              </a:solidFill>
              <a:latin typeface="Work Sans"/>
              <a:ea typeface="Work Sans"/>
              <a:cs typeface="Work Sans"/>
              <a:sym typeface="Work Sans"/>
            </a:endParaRPr>
          </a:p>
          <a:p>
            <a:pPr indent="0" lvl="0" marL="0" rtl="0" algn="l">
              <a:lnSpc>
                <a:spcPct val="100000"/>
              </a:lnSpc>
              <a:spcBef>
                <a:spcPts val="120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a:t>
            </a:r>
            <a:r>
              <a:rPr lang="en-GB" sz="1200">
                <a:solidFill>
                  <a:schemeClr val="dk1"/>
                </a:solidFill>
                <a:latin typeface="Work Sans"/>
                <a:ea typeface="Work Sans"/>
                <a:cs typeface="Work Sans"/>
                <a:sym typeface="Work Sans"/>
              </a:rPr>
              <a:t>: Introduce the expected objectives of the session.</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Let’s get started!</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Meet &amp; greet]</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68" name="Google Shape;468;p9: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t>00:30</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the section 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10: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"Let’s take a deep dive into the first half of the curriculum. We go live on Thursday, the 29th of January. We begin with 'Data Science Foundations' and 'Python Data Processing'. We start here because Python is the industry-standard language for data science, and we need to ensure everyone is fluent in the basics before we advance.</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Over the first five weeks, we will progress through Exploratory Data Analysis—learning how to 'interview' your data to find patterns—and an Introduction to Statistics. We wrap up this first block on the 26th of February. At this point, you will have your first project release, which is a chance to consolidate everything you have learned so far into a practical piece of work."</a:t>
            </a:r>
            <a:endParaRPr sz="1200">
              <a:solidFill>
                <a:schemeClr val="dk1"/>
              </a:solidFill>
              <a:latin typeface="Work Sans"/>
              <a:ea typeface="Work Sans"/>
              <a:cs typeface="Work Sans"/>
              <a:sym typeface="Work Sans"/>
            </a:endParaRPr>
          </a:p>
          <a:p>
            <a:pPr indent="0" lvl="0" marL="0" rtl="0" algn="l">
              <a:lnSpc>
                <a:spcPct val="100000"/>
              </a:lnSpc>
              <a:spcBef>
                <a:spcPts val="120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11: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Moving into the second half of the programme, things get technically advanced and, frankly, very exciting. From the 5th of March, we tackle Machine Learning. This isn't just theory; you will be building models for Regression (predicting numbers), Classification (sorting data into categories), and Time Series Analysis (forecasting future trends).</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This all builds towards your Capstone Project in late March. The Capstone is your opportunity to apply these advanced techniques to a problem that matters to you or your department. The programme officially concludes with your graduation celebration on Thursday, the 28th of May, where we will celebrate the journey you have completed."</a:t>
            </a:r>
            <a:endParaRPr sz="1200">
              <a:solidFill>
                <a:schemeClr val="dk1"/>
              </a:solidFill>
              <a:latin typeface="Work Sans"/>
              <a:ea typeface="Work Sans"/>
              <a:cs typeface="Work Sans"/>
              <a:sym typeface="Work Sans"/>
            </a:endParaRPr>
          </a:p>
          <a:p>
            <a:pPr indent="0" lvl="0" marL="0" rtl="0" algn="l">
              <a:lnSpc>
                <a:spcPct val="100000"/>
              </a:lnSpc>
              <a:spcBef>
                <a:spcPts val="1200"/>
              </a:spcBef>
              <a:spcAft>
                <a:spcPts val="0"/>
              </a:spcAft>
              <a:buSzPts val="1100"/>
              <a:buNone/>
            </a:pPr>
            <a:r>
              <a:t/>
            </a:r>
            <a:endParaRPr sz="1200">
              <a:solidFill>
                <a:schemeClr val="dk1"/>
              </a:solidFill>
              <a:latin typeface="Work Sans"/>
              <a:ea typeface="Work Sans"/>
              <a:cs typeface="Work Sans"/>
              <a:sym typeface="Work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97" name="Google Shape;497;p1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498" name="Google Shape;498;p1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3: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24" name="Google Shape;524;p13: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25" name="Google Shape;525;p13: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4: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48" name="Google Shape;548;p1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49" name="Google Shape;549;p1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62" name="Google Shape;562;p15: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t>1:00</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the section 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6: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16: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68" name="Google Shape;568;p16: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7: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77" name="Google Shape;577;p17: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78" name="Google Shape;578;p17: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8" name="Google Shape;588;p18: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7" name="Google Shape;617;p19: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0: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648" name="Google Shape;648;p2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649" name="Google Shape;649;p2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677" name="Google Shape;677;p21: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t>1:30</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the section 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2" name="Google Shape;682;p22: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23: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713" name="Google Shape;713;p23: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714" name="Google Shape;714;p23: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d2f7acde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d2f7acde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Point</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Establish current learner comfort-level with the material</a:t>
            </a:r>
            <a:endParaRPr>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sz="1700">
                <a:solidFill>
                  <a:schemeClr val="dk1"/>
                </a:solidFill>
                <a:latin typeface="Work Sans SemiBold"/>
                <a:ea typeface="Work Sans SemiBold"/>
                <a:cs typeface="Work Sans SemiBold"/>
                <a:sym typeface="Work Sans SemiBold"/>
              </a:rPr>
              <a:t>Narrative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LOAD and present the </a:t>
            </a:r>
            <a:r>
              <a:rPr lang="en-GB" u="sng">
                <a:solidFill>
                  <a:schemeClr val="hlink"/>
                </a:solidFill>
                <a:latin typeface="Work Sans"/>
                <a:ea typeface="Work Sans"/>
                <a:cs typeface="Work Sans"/>
                <a:sym typeface="Work Sans"/>
                <a:hlinkClick r:id="rId2"/>
              </a:rPr>
              <a:t>Menti poll</a:t>
            </a:r>
            <a:r>
              <a:rPr lang="en-GB">
                <a:solidFill>
                  <a:schemeClr val="dk1"/>
                </a:solidFill>
                <a:latin typeface="Work Sans"/>
                <a:ea typeface="Work Sans"/>
                <a:cs typeface="Work Sans"/>
                <a:sym typeface="Work Sans"/>
              </a:rPr>
              <a:t>, and UPDATE this slide with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DIRECT learners to menti.com on their phone or computer and ask them to enter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ADAPT to the situation if Menti is blocked for the learners; ask the questions and collect in-person responses.</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ENCOURAGE participation using the Menti poll.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ASSESS current learner comfort and understanding of the introductory material.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GATHER learner questions about the topic to answer later.</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ANSWER any current questions.</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Transition</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1000"/>
              </a:spcAft>
              <a:buNone/>
            </a:pPr>
            <a:r>
              <a:rPr lang="en-GB">
                <a:solidFill>
                  <a:schemeClr val="dk1"/>
                </a:solidFill>
                <a:latin typeface="Work Sans"/>
                <a:ea typeface="Work Sans"/>
                <a:cs typeface="Work Sans"/>
                <a:sym typeface="Work Sans"/>
              </a:rPr>
              <a:t>Let’s talk about the plan for today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28: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&lt;summarise the key takeaways of the entire session&gt;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29: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&lt;wrap up the session and ask learners to complete feedback forms&gt;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Time 5 mins Q&amp;A</a:t>
            </a:r>
            <a:endParaRPr/>
          </a:p>
          <a:p>
            <a:pPr indent="0" lvl="0" marL="0" rtl="0" algn="l">
              <a:lnSpc>
                <a:spcPct val="100000"/>
              </a:lnSpc>
              <a:spcBef>
                <a:spcPts val="0"/>
              </a:spcBef>
              <a:spcAft>
                <a:spcPts val="0"/>
              </a:spcAft>
              <a:buSzPts val="1400"/>
              <a:buNone/>
            </a:pPr>
            <a:r>
              <a:rPr lang="en-GB"/>
              <a:t>Speaker Notes: Anna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Open the floor for Questions: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If you want any further information or you have any questions please feel free to contact us at the e mail addresses shown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Thankyou - Mic Drop :) </a:t>
            </a:r>
            <a:endParaRPr/>
          </a:p>
        </p:txBody>
      </p:sp>
      <p:sp>
        <p:nvSpPr>
          <p:cNvPr id="765" name="Google Shape;765;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3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3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73" name="Google Shape;773;p3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780" name="Google Shape;780;p32: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409a455c3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409a455c3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790" name="Google Shape;790;p33: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880145" y="3481085"/>
            <a:ext cx="7021500" cy="1102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b="1" sz="3000">
                <a:solidFill>
                  <a:schemeClr val="dk2"/>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 name="Google Shape;12;p2"/>
          <p:cNvSpPr txBox="1"/>
          <p:nvPr>
            <p:ph idx="1" type="subTitle"/>
          </p:nvPr>
        </p:nvSpPr>
        <p:spPr>
          <a:xfrm>
            <a:off x="886614" y="4499642"/>
            <a:ext cx="5065500" cy="369300"/>
          </a:xfrm>
          <a:prstGeom prst="rect">
            <a:avLst/>
          </a:prstGeom>
          <a:noFill/>
          <a:ln>
            <a:noFill/>
          </a:ln>
        </p:spPr>
        <p:txBody>
          <a:bodyPr anchorCtr="0" anchor="t" bIns="0" lIns="0" spcFirstLastPara="1" rIns="0" wrap="square" tIns="0">
            <a:noAutofit/>
          </a:bodyPr>
          <a:lstStyle>
            <a:lvl1pPr lvl="0" algn="l">
              <a:lnSpc>
                <a:spcPct val="100000"/>
              </a:lnSpc>
              <a:spcBef>
                <a:spcPts val="500"/>
              </a:spcBef>
              <a:spcAft>
                <a:spcPts val="0"/>
              </a:spcAft>
              <a:buClr>
                <a:schemeClr val="dk1"/>
              </a:buClr>
              <a:buSzPts val="1800"/>
              <a:buNone/>
              <a:defRPr b="0" sz="1800">
                <a:latin typeface="Arial"/>
                <a:ea typeface="Arial"/>
                <a:cs typeface="Arial"/>
                <a:sym typeface="Arial"/>
              </a:defRPr>
            </a:lvl1pPr>
            <a:lvl2pPr lvl="1" algn="ctr">
              <a:lnSpc>
                <a:spcPct val="100000"/>
              </a:lnSpc>
              <a:spcBef>
                <a:spcPts val="0"/>
              </a:spcBef>
              <a:spcAft>
                <a:spcPts val="0"/>
              </a:spcAft>
              <a:buSzPts val="1500"/>
              <a:buFont typeface="Arial"/>
              <a:buNone/>
              <a:defRPr sz="1500"/>
            </a:lvl2pPr>
            <a:lvl3pPr lvl="2" algn="ctr">
              <a:lnSpc>
                <a:spcPct val="100000"/>
              </a:lnSpc>
              <a:spcBef>
                <a:spcPts val="500"/>
              </a:spcBef>
              <a:spcAft>
                <a:spcPts val="0"/>
              </a:spcAft>
              <a:buSzPts val="1400"/>
              <a:buNone/>
              <a:defRPr sz="1400"/>
            </a:lvl3pPr>
            <a:lvl4pPr lvl="3" algn="ctr">
              <a:lnSpc>
                <a:spcPct val="100000"/>
              </a:lnSpc>
              <a:spcBef>
                <a:spcPts val="500"/>
              </a:spcBef>
              <a:spcAft>
                <a:spcPts val="0"/>
              </a:spcAft>
              <a:buSzPts val="1200"/>
              <a:buNone/>
              <a:defRPr sz="1200"/>
            </a:lvl4pPr>
            <a:lvl5pPr lvl="4" algn="ctr">
              <a:lnSpc>
                <a:spcPct val="100000"/>
              </a:lnSpc>
              <a:spcBef>
                <a:spcPts val="500"/>
              </a:spcBef>
              <a:spcAft>
                <a:spcPts val="0"/>
              </a:spcAft>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3" name="Google Shape;13;p2"/>
          <p:cNvSpPr txBox="1"/>
          <p:nvPr>
            <p:ph idx="2" type="body"/>
          </p:nvPr>
        </p:nvSpPr>
        <p:spPr>
          <a:xfrm>
            <a:off x="7410584" y="4503884"/>
            <a:ext cx="1446600" cy="351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800"/>
              <a:buNone/>
              <a:defRPr b="0" sz="1800"/>
            </a:lvl1pPr>
            <a:lvl2pPr indent="-228600" lvl="1" marL="914400" algn="l">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14" name="Google Shape;14;p2"/>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Bullets">
  <p:cSld name="Bold Bullets">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3"/>
          <p:cNvSpPr txBox="1"/>
          <p:nvPr>
            <p:ph idx="1" type="body"/>
          </p:nvPr>
        </p:nvSpPr>
        <p:spPr>
          <a:xfrm>
            <a:off x="1069945" y="939998"/>
            <a:ext cx="7328400" cy="3263400"/>
          </a:xfrm>
          <a:prstGeom prst="rect">
            <a:avLst/>
          </a:prstGeom>
          <a:noFill/>
          <a:ln>
            <a:noFill/>
          </a:ln>
        </p:spPr>
        <p:txBody>
          <a:bodyPr anchorCtr="0" anchor="t" bIns="0" lIns="0" spcFirstLastPara="1" rIns="0" wrap="square" tIns="0">
            <a:noAutofit/>
          </a:bodyPr>
          <a:lstStyle>
            <a:lvl1pPr indent="-438150" lvl="0" marL="457200" algn="l">
              <a:lnSpc>
                <a:spcPct val="100000"/>
              </a:lnSpc>
              <a:spcBef>
                <a:spcPts val="500"/>
              </a:spcBef>
              <a:spcAft>
                <a:spcPts val="0"/>
              </a:spcAft>
              <a:buClr>
                <a:schemeClr val="accent2"/>
              </a:buClr>
              <a:buSzPts val="3300"/>
              <a:buFont typeface="Arial"/>
              <a:buChar char="•"/>
              <a:defRPr sz="3300">
                <a:solidFill>
                  <a:schemeClr val="accent2"/>
                </a:solidFill>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 name="Google Shape;17;p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8" name="Google Shape;18;p3"/>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s">
  <p:cSld name="Diagrams">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4"/>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21" name="Google Shape;21;p4"/>
          <p:cNvSpPr txBox="1"/>
          <p:nvPr>
            <p:ph idx="1" type="body"/>
          </p:nvPr>
        </p:nvSpPr>
        <p:spPr>
          <a:xfrm>
            <a:off x="0" y="1270416"/>
            <a:ext cx="9144000" cy="3395100"/>
          </a:xfrm>
          <a:prstGeom prst="rect">
            <a:avLst/>
          </a:prstGeom>
          <a:solidFill>
            <a:schemeClr val="lt1"/>
          </a:solidFill>
          <a:ln>
            <a:noFill/>
          </a:ln>
        </p:spPr>
        <p:txBody>
          <a:bodyPr anchorCtr="0" anchor="ctr" bIns="0" lIns="0" spcFirstLastPara="1" rIns="0" wrap="square" tIns="0">
            <a:noAutofit/>
          </a:bodyPr>
          <a:lstStyle>
            <a:lvl1pPr indent="-228600" lvl="0" marL="457200" algn="ctr">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 name="Google Shape;22;p4"/>
          <p:cNvSpPr txBox="1"/>
          <p:nvPr>
            <p:ph type="title"/>
          </p:nvPr>
        </p:nvSpPr>
        <p:spPr>
          <a:xfrm>
            <a:off x="440100" y="345600"/>
            <a:ext cx="3867000" cy="5106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4"/>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title" type="title">
  <p:cSld name="TITLE">
    <p:bg>
      <p:bgPr>
        <a:solidFill>
          <a:srgbClr val="666666"/>
        </a:solidFill>
      </p:bgPr>
    </p:bg>
    <p:spTree>
      <p:nvGrpSpPr>
        <p:cNvPr id="24" name="Shape 24"/>
        <p:cNvGrpSpPr/>
        <p:nvPr/>
      </p:nvGrpSpPr>
      <p:grpSpPr>
        <a:xfrm>
          <a:off x="0" y="0"/>
          <a:ext cx="0" cy="0"/>
          <a:chOff x="0" y="0"/>
          <a:chExt cx="0" cy="0"/>
        </a:xfrm>
      </p:grpSpPr>
      <p:sp>
        <p:nvSpPr>
          <p:cNvPr id="25" name="Google Shape;25;p5"/>
          <p:cNvSpPr txBox="1"/>
          <p:nvPr>
            <p:ph type="ctrTitle"/>
          </p:nvPr>
        </p:nvSpPr>
        <p:spPr>
          <a:xfrm>
            <a:off x="360000" y="360000"/>
            <a:ext cx="6831300" cy="4421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1pPr>
            <a:lvl2pPr lvl="1"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6" name="Google Shape;26;p5"/>
          <p:cNvSpPr txBox="1"/>
          <p:nvPr>
            <p:ph idx="12" type="sldNum"/>
          </p:nvPr>
        </p:nvSpPr>
        <p:spPr>
          <a:xfrm>
            <a:off x="8784000" y="4860025"/>
            <a:ext cx="360000" cy="2835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27" name="Google Shape;27;p5"/>
          <p:cNvSpPr txBox="1"/>
          <p:nvPr/>
        </p:nvSpPr>
        <p:spPr>
          <a:xfrm>
            <a:off x="495300" y="2423800"/>
            <a:ext cx="5638800" cy="4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Work Sans"/>
              <a:ea typeface="Work Sans"/>
              <a:cs typeface="Work Sans"/>
              <a:sym typeface="Work Sans"/>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1" name="Google Shape;3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nti">
  <p:cSld name="TITLE_1_2">
    <p:bg>
      <p:bgPr>
        <a:solidFill>
          <a:srgbClr val="7FC3E1"/>
        </a:solidFill>
      </p:bgPr>
    </p:bg>
    <p:spTree>
      <p:nvGrpSpPr>
        <p:cNvPr id="32" name="Shape 32"/>
        <p:cNvGrpSpPr/>
        <p:nvPr/>
      </p:nvGrpSpPr>
      <p:grpSpPr>
        <a:xfrm>
          <a:off x="0" y="0"/>
          <a:ext cx="0" cy="0"/>
          <a:chOff x="0" y="0"/>
          <a:chExt cx="0" cy="0"/>
        </a:xfrm>
      </p:grpSpPr>
      <p:sp>
        <p:nvSpPr>
          <p:cNvPr id="33" name="Google Shape;33;p7"/>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34" name="Google Shape;34;p7"/>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35" name="Google Shape;35;p7"/>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
        <p:nvSpPr>
          <p:cNvPr id="36" name="Google Shape;36;p7"/>
          <p:cNvSpPr txBox="1"/>
          <p:nvPr/>
        </p:nvSpPr>
        <p:spPr>
          <a:xfrm>
            <a:off x="6063700" y="4119500"/>
            <a:ext cx="27204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
        <p:nvSpPr>
          <p:cNvPr id="38" name="Google Shape;3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akeaways" type="secHead">
  <p:cSld name="SECTION_HEADER">
    <p:bg>
      <p:bgPr>
        <a:solidFill>
          <a:srgbClr val="595959"/>
        </a:solidFill>
      </p:bgPr>
    </p:bg>
    <p:spTree>
      <p:nvGrpSpPr>
        <p:cNvPr id="39" name="Shape 39"/>
        <p:cNvGrpSpPr/>
        <p:nvPr/>
      </p:nvGrpSpPr>
      <p:grpSpPr>
        <a:xfrm>
          <a:off x="0" y="0"/>
          <a:ext cx="0" cy="0"/>
          <a:chOff x="0" y="0"/>
          <a:chExt cx="0" cy="0"/>
        </a:xfrm>
      </p:grpSpPr>
      <p:sp>
        <p:nvSpPr>
          <p:cNvPr id="40" name="Google Shape;40;p9"/>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pic>
        <p:nvPicPr>
          <p:cNvPr id="41" name="Google Shape;41;p9"/>
          <p:cNvPicPr preferRelativeResize="0"/>
          <p:nvPr/>
        </p:nvPicPr>
        <p:blipFill rotWithShape="1">
          <a:blip r:embed="rId2">
            <a:alphaModFix/>
          </a:blip>
          <a:srcRect b="0" l="0" r="0" t="16618"/>
          <a:stretch/>
        </p:blipFill>
        <p:spPr>
          <a:xfrm>
            <a:off x="0" y="0"/>
            <a:ext cx="9144003" cy="5218849"/>
          </a:xfrm>
          <a:prstGeom prst="rect">
            <a:avLst/>
          </a:prstGeom>
          <a:noFill/>
          <a:ln>
            <a:noFill/>
          </a:ln>
        </p:spPr>
      </p:pic>
      <p:sp>
        <p:nvSpPr>
          <p:cNvPr id="42" name="Google Shape;42;p9"/>
          <p:cNvSpPr txBox="1"/>
          <p:nvPr>
            <p:ph type="ctrTitle"/>
          </p:nvPr>
        </p:nvSpPr>
        <p:spPr>
          <a:xfrm>
            <a:off x="360000" y="360000"/>
            <a:ext cx="68472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Tree>
  </p:cSld>
  <p:clrMapOvr>
    <a:masterClrMapping/>
  </p:clrMapOvr>
  <p:extLst>
    <p:ext uri="{DCECCB84-F9BA-43D5-87BE-67443E8EF086}">
      <p15:sldGuideLst>
        <p15:guide id="1" pos="31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so much">
  <p:cSld name="TITLE_1_1_1_1_2">
    <p:bg>
      <p:bgPr>
        <a:solidFill>
          <a:schemeClr val="dk2"/>
        </a:solidFill>
      </p:bgPr>
    </p:bg>
    <p:spTree>
      <p:nvGrpSpPr>
        <p:cNvPr id="43" name="Shape 43"/>
        <p:cNvGrpSpPr/>
        <p:nvPr/>
      </p:nvGrpSpPr>
      <p:grpSpPr>
        <a:xfrm>
          <a:off x="0" y="0"/>
          <a:ext cx="0" cy="0"/>
          <a:chOff x="0" y="0"/>
          <a:chExt cx="0" cy="0"/>
        </a:xfrm>
      </p:grpSpPr>
      <p:pic>
        <p:nvPicPr>
          <p:cNvPr id="44" name="Google Shape;44;p10"/>
          <p:cNvPicPr preferRelativeResize="0"/>
          <p:nvPr/>
        </p:nvPicPr>
        <p:blipFill rotWithShape="1">
          <a:blip r:embed="rId2">
            <a:alphaModFix/>
          </a:blip>
          <a:srcRect b="7727" l="0" r="0" t="7727"/>
          <a:stretch/>
        </p:blipFill>
        <p:spPr>
          <a:xfrm flipH="1">
            <a:off x="-179825" y="-71750"/>
            <a:ext cx="9390700" cy="5291450"/>
          </a:xfrm>
          <a:prstGeom prst="rect">
            <a:avLst/>
          </a:prstGeom>
          <a:noFill/>
          <a:ln>
            <a:noFill/>
          </a:ln>
        </p:spPr>
      </p:pic>
      <p:sp>
        <p:nvSpPr>
          <p:cNvPr id="45" name="Google Shape;45;p10"/>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Clr>
                <a:schemeClr val="lt1"/>
              </a:buClr>
              <a:buSzPts val="6200"/>
              <a:buNone/>
              <a:defRPr>
                <a:solidFill>
                  <a:schemeClr val="lt1"/>
                </a:solidFill>
              </a:defRPr>
            </a:lvl2pPr>
            <a:lvl3pPr lvl="2" algn="ctr">
              <a:lnSpc>
                <a:spcPct val="90000"/>
              </a:lnSpc>
              <a:spcBef>
                <a:spcPts val="0"/>
              </a:spcBef>
              <a:spcAft>
                <a:spcPts val="0"/>
              </a:spcAft>
              <a:buClr>
                <a:schemeClr val="lt1"/>
              </a:buClr>
              <a:buSzPts val="6200"/>
              <a:buNone/>
              <a:defRPr>
                <a:solidFill>
                  <a:schemeClr val="lt1"/>
                </a:solidFill>
              </a:defRPr>
            </a:lvl3pPr>
            <a:lvl4pPr lvl="3" algn="ctr">
              <a:lnSpc>
                <a:spcPct val="90000"/>
              </a:lnSpc>
              <a:spcBef>
                <a:spcPts val="0"/>
              </a:spcBef>
              <a:spcAft>
                <a:spcPts val="0"/>
              </a:spcAft>
              <a:buClr>
                <a:schemeClr val="lt1"/>
              </a:buClr>
              <a:buSzPts val="6200"/>
              <a:buNone/>
              <a:defRPr>
                <a:solidFill>
                  <a:schemeClr val="lt1"/>
                </a:solidFill>
              </a:defRPr>
            </a:lvl4pPr>
            <a:lvl5pPr lvl="4" algn="ctr">
              <a:lnSpc>
                <a:spcPct val="90000"/>
              </a:lnSpc>
              <a:spcBef>
                <a:spcPts val="0"/>
              </a:spcBef>
              <a:spcAft>
                <a:spcPts val="0"/>
              </a:spcAft>
              <a:buClr>
                <a:schemeClr val="lt1"/>
              </a:buClr>
              <a:buSzPts val="6200"/>
              <a:buNone/>
              <a:defRPr>
                <a:solidFill>
                  <a:schemeClr val="lt1"/>
                </a:solidFill>
              </a:defRPr>
            </a:lvl5pPr>
            <a:lvl6pPr lvl="5" algn="ctr">
              <a:lnSpc>
                <a:spcPct val="90000"/>
              </a:lnSpc>
              <a:spcBef>
                <a:spcPts val="0"/>
              </a:spcBef>
              <a:spcAft>
                <a:spcPts val="0"/>
              </a:spcAft>
              <a:buClr>
                <a:schemeClr val="lt1"/>
              </a:buClr>
              <a:buSzPts val="6200"/>
              <a:buNone/>
              <a:defRPr>
                <a:solidFill>
                  <a:schemeClr val="lt1"/>
                </a:solidFill>
              </a:defRPr>
            </a:lvl6pPr>
            <a:lvl7pPr lvl="6" algn="ctr">
              <a:lnSpc>
                <a:spcPct val="90000"/>
              </a:lnSpc>
              <a:spcBef>
                <a:spcPts val="0"/>
              </a:spcBef>
              <a:spcAft>
                <a:spcPts val="0"/>
              </a:spcAft>
              <a:buClr>
                <a:schemeClr val="lt1"/>
              </a:buClr>
              <a:buSzPts val="6200"/>
              <a:buNone/>
              <a:defRPr>
                <a:solidFill>
                  <a:schemeClr val="lt1"/>
                </a:solidFill>
              </a:defRPr>
            </a:lvl7pPr>
            <a:lvl8pPr lvl="7" algn="ctr">
              <a:lnSpc>
                <a:spcPct val="90000"/>
              </a:lnSpc>
              <a:spcBef>
                <a:spcPts val="0"/>
              </a:spcBef>
              <a:spcAft>
                <a:spcPts val="0"/>
              </a:spcAft>
              <a:buClr>
                <a:schemeClr val="lt1"/>
              </a:buClr>
              <a:buSzPts val="6200"/>
              <a:buNone/>
              <a:defRPr>
                <a:solidFill>
                  <a:schemeClr val="lt1"/>
                </a:solidFill>
              </a:defRPr>
            </a:lvl8pPr>
            <a:lvl9pPr lvl="8" algn="ctr">
              <a:lnSpc>
                <a:spcPct val="90000"/>
              </a:lnSpc>
              <a:spcBef>
                <a:spcPts val="0"/>
              </a:spcBef>
              <a:spcAft>
                <a:spcPts val="0"/>
              </a:spcAft>
              <a:buClr>
                <a:schemeClr val="lt1"/>
              </a:buClr>
              <a:buSzPts val="6200"/>
              <a:buNone/>
              <a:defRPr>
                <a:solidFill>
                  <a:schemeClr val="lt1"/>
                </a:solidFill>
              </a:defRPr>
            </a:lvl9pPr>
          </a:lstStyle>
          <a:p/>
        </p:txBody>
      </p:sp>
      <p:sp>
        <p:nvSpPr>
          <p:cNvPr id="46" name="Google Shape;46;p10"/>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2">
  <p:cSld name="Section slide 2">
    <p:bg>
      <p:bgPr>
        <a:blipFill>
          <a:blip r:embed="rId2">
            <a:alphaModFix/>
          </a:blip>
          <a:stretch>
            <a:fillRect/>
          </a:stretch>
        </a:blipFill>
      </p:bgPr>
    </p:bg>
    <p:spTree>
      <p:nvGrpSpPr>
        <p:cNvPr id="47" name="Shape 47"/>
        <p:cNvGrpSpPr/>
        <p:nvPr/>
      </p:nvGrpSpPr>
      <p:grpSpPr>
        <a:xfrm>
          <a:off x="0" y="0"/>
          <a:ext cx="0" cy="0"/>
          <a:chOff x="0" y="0"/>
          <a:chExt cx="0" cy="0"/>
        </a:xfrm>
      </p:grpSpPr>
      <p:sp>
        <p:nvSpPr>
          <p:cNvPr id="48" name="Google Shape;48;p11"/>
          <p:cNvSpPr txBox="1"/>
          <p:nvPr>
            <p:ph type="ctrTitle"/>
          </p:nvPr>
        </p:nvSpPr>
        <p:spPr>
          <a:xfrm>
            <a:off x="411964" y="3971945"/>
            <a:ext cx="4160100" cy="415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b="1" sz="3000">
                <a:solidFill>
                  <a:schemeClr val="dk2"/>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11"/>
          <p:cNvSpPr txBox="1"/>
          <p:nvPr>
            <p:ph idx="1" type="subTitle"/>
          </p:nvPr>
        </p:nvSpPr>
        <p:spPr>
          <a:xfrm>
            <a:off x="411964" y="4496051"/>
            <a:ext cx="4160100" cy="369300"/>
          </a:xfrm>
          <a:prstGeom prst="rect">
            <a:avLst/>
          </a:prstGeom>
          <a:noFill/>
          <a:ln>
            <a:noFill/>
          </a:ln>
        </p:spPr>
        <p:txBody>
          <a:bodyPr anchorCtr="0" anchor="t" bIns="0" lIns="0" spcFirstLastPara="1" rIns="0" wrap="square" tIns="0">
            <a:noAutofit/>
          </a:bodyPr>
          <a:lstStyle>
            <a:lvl1pPr lvl="0" algn="l">
              <a:lnSpc>
                <a:spcPct val="100000"/>
              </a:lnSpc>
              <a:spcBef>
                <a:spcPts val="500"/>
              </a:spcBef>
              <a:spcAft>
                <a:spcPts val="0"/>
              </a:spcAft>
              <a:buClr>
                <a:schemeClr val="dk2"/>
              </a:buClr>
              <a:buSzPts val="1800"/>
              <a:buNone/>
              <a:defRPr b="0" sz="1800">
                <a:solidFill>
                  <a:schemeClr val="dk2"/>
                </a:solidFill>
                <a:latin typeface="Arial"/>
                <a:ea typeface="Arial"/>
                <a:cs typeface="Arial"/>
                <a:sym typeface="Arial"/>
              </a:defRPr>
            </a:lvl1pPr>
            <a:lvl2pPr lvl="1" algn="ctr">
              <a:lnSpc>
                <a:spcPct val="100000"/>
              </a:lnSpc>
              <a:spcBef>
                <a:spcPts val="0"/>
              </a:spcBef>
              <a:spcAft>
                <a:spcPts val="0"/>
              </a:spcAft>
              <a:buSzPts val="1500"/>
              <a:buFont typeface="Arial"/>
              <a:buNone/>
              <a:defRPr sz="1500"/>
            </a:lvl2pPr>
            <a:lvl3pPr lvl="2" algn="ctr">
              <a:lnSpc>
                <a:spcPct val="100000"/>
              </a:lnSpc>
              <a:spcBef>
                <a:spcPts val="500"/>
              </a:spcBef>
              <a:spcAft>
                <a:spcPts val="0"/>
              </a:spcAft>
              <a:buSzPts val="1400"/>
              <a:buNone/>
              <a:defRPr sz="1400"/>
            </a:lvl3pPr>
            <a:lvl4pPr lvl="3" algn="ctr">
              <a:lnSpc>
                <a:spcPct val="100000"/>
              </a:lnSpc>
              <a:spcBef>
                <a:spcPts val="500"/>
              </a:spcBef>
              <a:spcAft>
                <a:spcPts val="0"/>
              </a:spcAft>
              <a:buSzPts val="1200"/>
              <a:buNone/>
              <a:defRPr sz="1200"/>
            </a:lvl4pPr>
            <a:lvl5pPr lvl="4" algn="ctr">
              <a:lnSpc>
                <a:spcPct val="100000"/>
              </a:lnSpc>
              <a:spcBef>
                <a:spcPts val="500"/>
              </a:spcBef>
              <a:spcAft>
                <a:spcPts val="0"/>
              </a:spcAft>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0" name="Google Shape;50;p11"/>
          <p:cNvSpPr txBox="1"/>
          <p:nvPr>
            <p:ph idx="2" type="body"/>
          </p:nvPr>
        </p:nvSpPr>
        <p:spPr>
          <a:xfrm>
            <a:off x="431559" y="212802"/>
            <a:ext cx="2586000" cy="956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2"/>
              </a:buClr>
              <a:buSzPts val="7200"/>
              <a:buNone/>
              <a:defRPr b="1" sz="7200">
                <a:solidFill>
                  <a:schemeClr val="dk2"/>
                </a:solidFill>
              </a:defRPr>
            </a:lvl1pPr>
            <a:lvl2pPr indent="-228600" lvl="1" marL="914400" algn="l">
              <a:lnSpc>
                <a:spcPct val="100000"/>
              </a:lnSpc>
              <a:spcBef>
                <a:spcPts val="0"/>
              </a:spcBef>
              <a:spcAft>
                <a:spcPts val="0"/>
              </a:spcAft>
              <a:buSzPts val="1400"/>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p:cSld name="TITLE_1_2_2_1">
    <p:bg>
      <p:bgPr>
        <a:solidFill>
          <a:srgbClr val="AB7FC1"/>
        </a:solidFill>
      </p:bgPr>
    </p:bg>
    <p:spTree>
      <p:nvGrpSpPr>
        <p:cNvPr id="51" name="Shape 51"/>
        <p:cNvGrpSpPr/>
        <p:nvPr/>
      </p:nvGrpSpPr>
      <p:grpSpPr>
        <a:xfrm>
          <a:off x="0" y="0"/>
          <a:ext cx="0" cy="0"/>
          <a:chOff x="0" y="0"/>
          <a:chExt cx="0" cy="0"/>
        </a:xfrm>
      </p:grpSpPr>
      <p:sp>
        <p:nvSpPr>
          <p:cNvPr id="52" name="Google Shape;52;p12"/>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53" name="Google Shape;53;p12"/>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54" name="Google Shape;54;p12"/>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Demo</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column">
  <p:cSld name="Title and Content 2 column">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13"/>
          <p:cNvSpPr txBox="1"/>
          <p:nvPr>
            <p:ph idx="1" type="body"/>
          </p:nvPr>
        </p:nvSpPr>
        <p:spPr>
          <a:xfrm>
            <a:off x="313200" y="1409400"/>
            <a:ext cx="4158300" cy="297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 name="Google Shape;57;p1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58" name="Google Shape;58;p13"/>
          <p:cNvSpPr txBox="1"/>
          <p:nvPr>
            <p:ph type="title"/>
          </p:nvPr>
        </p:nvSpPr>
        <p:spPr>
          <a:xfrm>
            <a:off x="440100" y="345600"/>
            <a:ext cx="7988400" cy="415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100"/>
              <a:buFont typeface="Arial"/>
              <a:buNone/>
              <a:defRPr>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3"/>
          <p:cNvSpPr txBox="1"/>
          <p:nvPr>
            <p:ph idx="2" type="body"/>
          </p:nvPr>
        </p:nvSpPr>
        <p:spPr>
          <a:xfrm>
            <a:off x="4698773" y="1409400"/>
            <a:ext cx="4158300" cy="297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13"/>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 Slide 2">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14"/>
          <p:cNvSpPr txBox="1"/>
          <p:nvPr>
            <p:ph idx="1" type="body"/>
          </p:nvPr>
        </p:nvSpPr>
        <p:spPr>
          <a:xfrm>
            <a:off x="427665" y="4484806"/>
            <a:ext cx="2805300" cy="351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800"/>
              <a:buNone/>
              <a:defRPr b="0" sz="1800"/>
            </a:lvl1pPr>
            <a:lvl2pPr indent="-228600" lvl="1" marL="914400" algn="l">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63" name="Google Shape;63;p14"/>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pic>
        <p:nvPicPr>
          <p:cNvPr descr="A black text on a white background&#10;&#10;Description automatically generated" id="64" name="Google Shape;64;p14"/>
          <p:cNvPicPr preferRelativeResize="0"/>
          <p:nvPr/>
        </p:nvPicPr>
        <p:blipFill rotWithShape="1">
          <a:blip r:embed="rId4">
            <a:alphaModFix/>
          </a:blip>
          <a:srcRect b="15175" l="0" r="0" t="0"/>
          <a:stretch/>
        </p:blipFill>
        <p:spPr>
          <a:xfrm>
            <a:off x="216356" y="2748663"/>
            <a:ext cx="5694589" cy="163555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 Slide 3">
    <p:bg>
      <p:bgPr>
        <a:blipFill>
          <a:blip r:embed="rId2">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idx="1" type="body"/>
          </p:nvPr>
        </p:nvSpPr>
        <p:spPr>
          <a:xfrm>
            <a:off x="427665" y="2811127"/>
            <a:ext cx="2805300" cy="351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800"/>
              <a:buNone/>
              <a:defRPr b="0" sz="1800"/>
            </a:lvl1pPr>
            <a:lvl2pPr indent="-228600" lvl="1" marL="914400" algn="l">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67" name="Google Shape;67;p15"/>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pic>
        <p:nvPicPr>
          <p:cNvPr descr="A black text on a white background&#10;&#10;Description automatically generated" id="68" name="Google Shape;68;p15"/>
          <p:cNvPicPr preferRelativeResize="0"/>
          <p:nvPr/>
        </p:nvPicPr>
        <p:blipFill rotWithShape="1">
          <a:blip r:embed="rId4">
            <a:alphaModFix/>
          </a:blip>
          <a:srcRect b="15175" l="0" r="0" t="0"/>
          <a:stretch/>
        </p:blipFill>
        <p:spPr>
          <a:xfrm>
            <a:off x="6604908" y="4073945"/>
            <a:ext cx="2212520" cy="635464"/>
          </a:xfrm>
          <a:prstGeom prst="rect">
            <a:avLst/>
          </a:prstGeom>
          <a:noFill/>
          <a:ln>
            <a:noFill/>
          </a:ln>
        </p:spPr>
      </p:pic>
      <p:sp>
        <p:nvSpPr>
          <p:cNvPr id="69" name="Google Shape;69;p15"/>
          <p:cNvSpPr txBox="1"/>
          <p:nvPr>
            <p:ph type="title"/>
          </p:nvPr>
        </p:nvSpPr>
        <p:spPr>
          <a:xfrm>
            <a:off x="427665" y="1836965"/>
            <a:ext cx="5646600" cy="943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sz="30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1">
  <p:cSld name="Contents slide 1">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16"/>
          <p:cNvSpPr txBox="1"/>
          <p:nvPr>
            <p:ph idx="1" type="body"/>
          </p:nvPr>
        </p:nvSpPr>
        <p:spPr>
          <a:xfrm>
            <a:off x="433863" y="1530770"/>
            <a:ext cx="5328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b="1" sz="1700">
                <a:solidFill>
                  <a:schemeClr val="dk1"/>
                </a:solidFill>
                <a:latin typeface="Arial"/>
                <a:ea typeface="Arial"/>
                <a:cs typeface="Arial"/>
                <a:sym typeface="Arial"/>
              </a:defRPr>
            </a:lvl1pPr>
            <a:lvl2pPr indent="-228600" lvl="1" marL="914400" algn="l">
              <a:lnSpc>
                <a:spcPct val="100000"/>
              </a:lnSpc>
              <a:spcBef>
                <a:spcPts val="18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 name="Google Shape;72;p16"/>
          <p:cNvSpPr txBox="1"/>
          <p:nvPr>
            <p:ph type="title"/>
          </p:nvPr>
        </p:nvSpPr>
        <p:spPr>
          <a:xfrm>
            <a:off x="433863" y="317011"/>
            <a:ext cx="7988400" cy="41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2400"/>
              <a:buFont typeface="Arial"/>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2" type="body"/>
          </p:nvPr>
        </p:nvSpPr>
        <p:spPr>
          <a:xfrm>
            <a:off x="1088927" y="1537301"/>
            <a:ext cx="73398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b="0" sz="1700">
                <a:solidFill>
                  <a:schemeClr val="dk1"/>
                </a:solidFill>
                <a:latin typeface="Arial"/>
                <a:ea typeface="Arial"/>
                <a:cs typeface="Arial"/>
                <a:sym typeface="Arial"/>
              </a:defRPr>
            </a:lvl1pPr>
            <a:lvl2pPr indent="-228600" lvl="1" marL="914400" algn="l">
              <a:lnSpc>
                <a:spcPct val="100000"/>
              </a:lnSpc>
              <a:spcBef>
                <a:spcPts val="18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2">
  <p:cSld name="Contents slide 2">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7"/>
          <p:cNvSpPr txBox="1"/>
          <p:nvPr>
            <p:ph idx="1" type="body"/>
          </p:nvPr>
        </p:nvSpPr>
        <p:spPr>
          <a:xfrm>
            <a:off x="433863" y="1530770"/>
            <a:ext cx="20808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b="1" sz="1700">
                <a:solidFill>
                  <a:schemeClr val="dk1"/>
                </a:solidFill>
                <a:latin typeface="Arial"/>
                <a:ea typeface="Arial"/>
                <a:cs typeface="Arial"/>
                <a:sym typeface="Arial"/>
              </a:defRPr>
            </a:lvl1pPr>
            <a:lvl2pPr indent="-228600" lvl="1" marL="914400" algn="l">
              <a:lnSpc>
                <a:spcPct val="100000"/>
              </a:lnSpc>
              <a:spcBef>
                <a:spcPts val="1800"/>
              </a:spcBef>
              <a:spcAft>
                <a:spcPts val="0"/>
              </a:spcAft>
              <a:buSzPts val="1400"/>
              <a:buFont typeface="Arial"/>
              <a:buNone/>
              <a:defRPr sz="14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7"/>
          <p:cNvSpPr txBox="1"/>
          <p:nvPr>
            <p:ph type="title"/>
          </p:nvPr>
        </p:nvSpPr>
        <p:spPr>
          <a:xfrm>
            <a:off x="433863" y="317011"/>
            <a:ext cx="7988400" cy="41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2400"/>
              <a:buFont typeface="Arial"/>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7"/>
          <p:cNvSpPr txBox="1"/>
          <p:nvPr>
            <p:ph idx="2" type="body"/>
          </p:nvPr>
        </p:nvSpPr>
        <p:spPr>
          <a:xfrm>
            <a:off x="3334295" y="1530770"/>
            <a:ext cx="20280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700"/>
              <a:buNone/>
              <a:defRPr b="1" sz="17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Font typeface="Arial"/>
              <a:buNone/>
              <a:defRPr sz="1400">
                <a:solidFill>
                  <a:schemeClr val="dk1"/>
                </a:solidFill>
                <a:latin typeface="Arial"/>
                <a:ea typeface="Arial"/>
                <a:cs typeface="Arial"/>
                <a:sym typeface="Arial"/>
              </a:defRPr>
            </a:lvl2pPr>
            <a:lvl3pPr indent="-336550" lvl="2" marL="1371600" algn="l">
              <a:lnSpc>
                <a:spcPct val="100000"/>
              </a:lnSpc>
              <a:spcBef>
                <a:spcPts val="18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1">
  <p:cSld name="Section slide 1">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8"/>
          <p:cNvSpPr txBox="1"/>
          <p:nvPr>
            <p:ph type="ctrTitle"/>
          </p:nvPr>
        </p:nvSpPr>
        <p:spPr>
          <a:xfrm>
            <a:off x="411964" y="3971945"/>
            <a:ext cx="4160100" cy="415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b="1" sz="3000">
                <a:solidFill>
                  <a:schemeClr val="dk2"/>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8"/>
          <p:cNvSpPr txBox="1"/>
          <p:nvPr>
            <p:ph idx="1" type="subTitle"/>
          </p:nvPr>
        </p:nvSpPr>
        <p:spPr>
          <a:xfrm>
            <a:off x="411964" y="4496051"/>
            <a:ext cx="4160100" cy="369300"/>
          </a:xfrm>
          <a:prstGeom prst="rect">
            <a:avLst/>
          </a:prstGeom>
          <a:noFill/>
          <a:ln>
            <a:noFill/>
          </a:ln>
        </p:spPr>
        <p:txBody>
          <a:bodyPr anchorCtr="0" anchor="t" bIns="0" lIns="0" spcFirstLastPara="1" rIns="0" wrap="square" tIns="0">
            <a:noAutofit/>
          </a:bodyPr>
          <a:lstStyle>
            <a:lvl1pPr lvl="0" algn="l">
              <a:lnSpc>
                <a:spcPct val="100000"/>
              </a:lnSpc>
              <a:spcBef>
                <a:spcPts val="500"/>
              </a:spcBef>
              <a:spcAft>
                <a:spcPts val="0"/>
              </a:spcAft>
              <a:buClr>
                <a:schemeClr val="dk2"/>
              </a:buClr>
              <a:buSzPts val="1800"/>
              <a:buNone/>
              <a:defRPr b="0" sz="1800">
                <a:solidFill>
                  <a:schemeClr val="dk2"/>
                </a:solidFill>
                <a:latin typeface="Arial"/>
                <a:ea typeface="Arial"/>
                <a:cs typeface="Arial"/>
                <a:sym typeface="Arial"/>
              </a:defRPr>
            </a:lvl1pPr>
            <a:lvl2pPr lvl="1" algn="ctr">
              <a:lnSpc>
                <a:spcPct val="100000"/>
              </a:lnSpc>
              <a:spcBef>
                <a:spcPts val="0"/>
              </a:spcBef>
              <a:spcAft>
                <a:spcPts val="0"/>
              </a:spcAft>
              <a:buSzPts val="1500"/>
              <a:buFont typeface="Arial"/>
              <a:buNone/>
              <a:defRPr sz="1500"/>
            </a:lvl2pPr>
            <a:lvl3pPr lvl="2" algn="ctr">
              <a:lnSpc>
                <a:spcPct val="100000"/>
              </a:lnSpc>
              <a:spcBef>
                <a:spcPts val="500"/>
              </a:spcBef>
              <a:spcAft>
                <a:spcPts val="0"/>
              </a:spcAft>
              <a:buSzPts val="1400"/>
              <a:buNone/>
              <a:defRPr sz="1400"/>
            </a:lvl3pPr>
            <a:lvl4pPr lvl="3" algn="ctr">
              <a:lnSpc>
                <a:spcPct val="100000"/>
              </a:lnSpc>
              <a:spcBef>
                <a:spcPts val="500"/>
              </a:spcBef>
              <a:spcAft>
                <a:spcPts val="0"/>
              </a:spcAft>
              <a:buSzPts val="1200"/>
              <a:buNone/>
              <a:defRPr sz="1200"/>
            </a:lvl4pPr>
            <a:lvl5pPr lvl="4" algn="ctr">
              <a:lnSpc>
                <a:spcPct val="100000"/>
              </a:lnSpc>
              <a:spcBef>
                <a:spcPts val="500"/>
              </a:spcBef>
              <a:spcAft>
                <a:spcPts val="0"/>
              </a:spcAft>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81" name="Google Shape;81;p18"/>
          <p:cNvSpPr txBox="1"/>
          <p:nvPr>
            <p:ph idx="2" type="body"/>
          </p:nvPr>
        </p:nvSpPr>
        <p:spPr>
          <a:xfrm>
            <a:off x="431559" y="212802"/>
            <a:ext cx="2586000" cy="956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2"/>
              </a:buClr>
              <a:buSzPts val="7200"/>
              <a:buNone/>
              <a:defRPr b="1" sz="7200">
                <a:solidFill>
                  <a:schemeClr val="dk2"/>
                </a:solidFill>
              </a:defRPr>
            </a:lvl1pPr>
            <a:lvl2pPr indent="-228600" lvl="1" marL="914400" algn="l">
              <a:lnSpc>
                <a:spcPct val="100000"/>
              </a:lnSpc>
              <a:spcBef>
                <a:spcPts val="0"/>
              </a:spcBef>
              <a:spcAft>
                <a:spcPts val="0"/>
              </a:spcAft>
              <a:buSzPts val="1400"/>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Quote 1">
    <p:bg>
      <p:bgPr>
        <a:blipFill>
          <a:blip r:embed="rId2">
            <a:alphaModFix/>
          </a:blip>
          <a:stretch>
            <a:fillRect/>
          </a:stretch>
        </a:blipFill>
      </p:bgPr>
    </p:bg>
    <p:spTree>
      <p:nvGrpSpPr>
        <p:cNvPr id="82" name="Shape 82"/>
        <p:cNvGrpSpPr/>
        <p:nvPr/>
      </p:nvGrpSpPr>
      <p:grpSpPr>
        <a:xfrm>
          <a:off x="0" y="0"/>
          <a:ext cx="0" cy="0"/>
          <a:chOff x="0" y="0"/>
          <a:chExt cx="0" cy="0"/>
        </a:xfrm>
      </p:grpSpPr>
      <p:sp>
        <p:nvSpPr>
          <p:cNvPr id="83" name="Google Shape;83;p19"/>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84" name="Google Shape;84;p19"/>
          <p:cNvSpPr txBox="1"/>
          <p:nvPr>
            <p:ph type="title"/>
          </p:nvPr>
        </p:nvSpPr>
        <p:spPr>
          <a:xfrm>
            <a:off x="726979" y="1324304"/>
            <a:ext cx="7988400" cy="18135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2"/>
              </a:buClr>
              <a:buSzPts val="3900"/>
              <a:buFont typeface="Arial"/>
              <a:buNone/>
              <a:defRPr b="0" sz="3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9"/>
          <p:cNvSpPr txBox="1"/>
          <p:nvPr>
            <p:ph idx="1" type="body"/>
          </p:nvPr>
        </p:nvSpPr>
        <p:spPr>
          <a:xfrm>
            <a:off x="1757957" y="3832622"/>
            <a:ext cx="5628000" cy="41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dk1"/>
              </a:buClr>
              <a:buSzPts val="1400"/>
              <a:buNone/>
              <a:defRPr/>
            </a:lvl1pPr>
            <a:lvl2pPr indent="-228600" lvl="1" marL="914400" algn="ctr">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nk background">
  <p:cSld name="Pink background">
    <p:bg>
      <p:bgPr>
        <a:blipFill>
          <a:blip r:embed="rId2">
            <a:alphaModFix/>
          </a:blip>
          <a:stretch>
            <a:fillRect/>
          </a:stretch>
        </a:blipFill>
      </p:bgPr>
    </p:bg>
    <p:spTree>
      <p:nvGrpSpPr>
        <p:cNvPr id="86" name="Shape 86"/>
        <p:cNvGrpSpPr/>
        <p:nvPr/>
      </p:nvGrpSpPr>
      <p:grpSpPr>
        <a:xfrm>
          <a:off x="0" y="0"/>
          <a:ext cx="0" cy="0"/>
          <a:chOff x="0" y="0"/>
          <a:chExt cx="0" cy="0"/>
        </a:xfrm>
      </p:grpSpPr>
      <p:sp>
        <p:nvSpPr>
          <p:cNvPr id="87" name="Google Shape;87;p20"/>
          <p:cNvSpPr/>
          <p:nvPr>
            <p:ph idx="2" type="pic"/>
          </p:nvPr>
        </p:nvSpPr>
        <p:spPr>
          <a:xfrm>
            <a:off x="346841" y="224347"/>
            <a:ext cx="8442600" cy="4702200"/>
          </a:xfrm>
          <a:prstGeom prst="rect">
            <a:avLst/>
          </a:prstGeom>
          <a:noFill/>
          <a:ln>
            <a:noFill/>
          </a:ln>
        </p:spPr>
      </p:sp>
      <p:sp>
        <p:nvSpPr>
          <p:cNvPr id="88" name="Google Shape;88;p20"/>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89" name="Google Shape;89;p20"/>
          <p:cNvSpPr txBox="1"/>
          <p:nvPr>
            <p:ph idx="1" type="body"/>
          </p:nvPr>
        </p:nvSpPr>
        <p:spPr>
          <a:xfrm>
            <a:off x="598409" y="628499"/>
            <a:ext cx="4494900" cy="3708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background">
  <p:cSld name="Green background">
    <p:bg>
      <p:bgPr>
        <a:blipFill>
          <a:blip r:embed="rId2">
            <a:alphaModFix/>
          </a:blip>
          <a:stretch>
            <a:fillRect/>
          </a:stretch>
        </a:blipFill>
      </p:bgPr>
    </p:bg>
    <p:spTree>
      <p:nvGrpSpPr>
        <p:cNvPr id="90" name="Shape 90"/>
        <p:cNvGrpSpPr/>
        <p:nvPr/>
      </p:nvGrpSpPr>
      <p:grpSpPr>
        <a:xfrm>
          <a:off x="0" y="0"/>
          <a:ext cx="0" cy="0"/>
          <a:chOff x="0" y="0"/>
          <a:chExt cx="0" cy="0"/>
        </a:xfrm>
      </p:grpSpPr>
      <p:sp>
        <p:nvSpPr>
          <p:cNvPr id="91" name="Google Shape;91;p21"/>
          <p:cNvSpPr/>
          <p:nvPr>
            <p:ph idx="2" type="pic"/>
          </p:nvPr>
        </p:nvSpPr>
        <p:spPr>
          <a:xfrm>
            <a:off x="346841" y="224347"/>
            <a:ext cx="8442600" cy="4702200"/>
          </a:xfrm>
          <a:prstGeom prst="rect">
            <a:avLst/>
          </a:prstGeom>
          <a:noFill/>
          <a:ln>
            <a:noFill/>
          </a:ln>
        </p:spPr>
      </p:sp>
      <p:sp>
        <p:nvSpPr>
          <p:cNvPr id="92" name="Google Shape;92;p21"/>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93" name="Google Shape;93;p21"/>
          <p:cNvSpPr txBox="1"/>
          <p:nvPr>
            <p:ph idx="1" type="body"/>
          </p:nvPr>
        </p:nvSpPr>
        <p:spPr>
          <a:xfrm>
            <a:off x="598409" y="628499"/>
            <a:ext cx="4494900" cy="3708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background 2 images">
  <p:cSld name="Green background 2 images">
    <p:bg>
      <p:bgPr>
        <a:blipFill>
          <a:blip r:embed="rId2">
            <a:alphaModFix/>
          </a:blip>
          <a:stretch>
            <a:fillRect/>
          </a:stretch>
        </a:blipFill>
      </p:bgPr>
    </p:bg>
    <p:spTree>
      <p:nvGrpSpPr>
        <p:cNvPr id="94" name="Shape 94"/>
        <p:cNvGrpSpPr/>
        <p:nvPr/>
      </p:nvGrpSpPr>
      <p:grpSpPr>
        <a:xfrm>
          <a:off x="0" y="0"/>
          <a:ext cx="0" cy="0"/>
          <a:chOff x="0" y="0"/>
          <a:chExt cx="0" cy="0"/>
        </a:xfrm>
      </p:grpSpPr>
      <p:sp>
        <p:nvSpPr>
          <p:cNvPr id="95" name="Google Shape;95;p22"/>
          <p:cNvSpPr/>
          <p:nvPr>
            <p:ph idx="2" type="pic"/>
          </p:nvPr>
        </p:nvSpPr>
        <p:spPr>
          <a:xfrm>
            <a:off x="346841" y="224347"/>
            <a:ext cx="4225200" cy="4702200"/>
          </a:xfrm>
          <a:prstGeom prst="rect">
            <a:avLst/>
          </a:prstGeom>
          <a:noFill/>
          <a:ln>
            <a:noFill/>
          </a:ln>
        </p:spPr>
      </p:sp>
      <p:sp>
        <p:nvSpPr>
          <p:cNvPr id="96" name="Google Shape;96;p22"/>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97" name="Google Shape;97;p22"/>
          <p:cNvSpPr/>
          <p:nvPr>
            <p:ph idx="3" type="pic"/>
          </p:nvPr>
        </p:nvSpPr>
        <p:spPr>
          <a:xfrm>
            <a:off x="4810991" y="216776"/>
            <a:ext cx="3986100" cy="4702200"/>
          </a:xfrm>
          <a:prstGeom prst="rect">
            <a:avLst/>
          </a:prstGeom>
          <a:noFill/>
          <a:ln>
            <a:noFill/>
          </a:ln>
        </p:spPr>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Green background 2 images">
  <p:cSld name="1_Green background 2 images">
    <p:bg>
      <p:bgPr>
        <a:blipFill>
          <a:blip r:embed="rId2">
            <a:alphaModFix/>
          </a:blip>
          <a:stretch>
            <a:fillRect/>
          </a:stretch>
        </a:blipFill>
      </p:bgPr>
    </p:bg>
    <p:spTree>
      <p:nvGrpSpPr>
        <p:cNvPr id="98" name="Shape 98"/>
        <p:cNvGrpSpPr/>
        <p:nvPr/>
      </p:nvGrpSpPr>
      <p:grpSpPr>
        <a:xfrm>
          <a:off x="0" y="0"/>
          <a:ext cx="0" cy="0"/>
          <a:chOff x="0" y="0"/>
          <a:chExt cx="0" cy="0"/>
        </a:xfrm>
      </p:grpSpPr>
      <p:sp>
        <p:nvSpPr>
          <p:cNvPr id="99" name="Google Shape;99;p23"/>
          <p:cNvSpPr/>
          <p:nvPr>
            <p:ph idx="2" type="pic"/>
          </p:nvPr>
        </p:nvSpPr>
        <p:spPr>
          <a:xfrm>
            <a:off x="346841" y="224347"/>
            <a:ext cx="4225200" cy="4702200"/>
          </a:xfrm>
          <a:prstGeom prst="rect">
            <a:avLst/>
          </a:prstGeom>
          <a:noFill/>
          <a:ln>
            <a:noFill/>
          </a:ln>
        </p:spPr>
      </p:sp>
      <p:sp>
        <p:nvSpPr>
          <p:cNvPr id="100" name="Google Shape;100;p2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01" name="Google Shape;101;p23"/>
          <p:cNvSpPr/>
          <p:nvPr>
            <p:ph idx="3" type="pic"/>
          </p:nvPr>
        </p:nvSpPr>
        <p:spPr>
          <a:xfrm>
            <a:off x="4810991" y="216776"/>
            <a:ext cx="3986100" cy="4702200"/>
          </a:xfrm>
          <a:prstGeom prst="rect">
            <a:avLst/>
          </a:prstGeom>
          <a:noFill/>
          <a:ln>
            <a:noFill/>
          </a:ln>
        </p:spPr>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text">
  <p:cSld name="Images and text">
    <p:bg>
      <p:bgPr>
        <a:blipFill>
          <a:blip r:embed="rId2">
            <a:alphaModFix/>
          </a:blip>
          <a:stretch>
            <a:fillRect/>
          </a:stretch>
        </a:blipFill>
      </p:bgPr>
    </p:bg>
    <p:spTree>
      <p:nvGrpSpPr>
        <p:cNvPr id="102" name="Shape 102"/>
        <p:cNvGrpSpPr/>
        <p:nvPr/>
      </p:nvGrpSpPr>
      <p:grpSpPr>
        <a:xfrm>
          <a:off x="0" y="0"/>
          <a:ext cx="0" cy="0"/>
          <a:chOff x="0" y="0"/>
          <a:chExt cx="0" cy="0"/>
        </a:xfrm>
      </p:grpSpPr>
      <p:sp>
        <p:nvSpPr>
          <p:cNvPr id="103" name="Google Shape;103;p24"/>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04" name="Google Shape;104;p24"/>
          <p:cNvSpPr txBox="1"/>
          <p:nvPr>
            <p:ph idx="1" type="body"/>
          </p:nvPr>
        </p:nvSpPr>
        <p:spPr>
          <a:xfrm>
            <a:off x="3288722" y="2587337"/>
            <a:ext cx="2566500" cy="165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 name="Google Shape;105;p24"/>
          <p:cNvSpPr txBox="1"/>
          <p:nvPr>
            <p:ph idx="2" type="body"/>
          </p:nvPr>
        </p:nvSpPr>
        <p:spPr>
          <a:xfrm>
            <a:off x="415636" y="2587337"/>
            <a:ext cx="2566500" cy="1657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dk1"/>
              </a:buClr>
              <a:buSzPts val="14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6" name="Google Shape;106;p24"/>
          <p:cNvSpPr txBox="1"/>
          <p:nvPr>
            <p:ph idx="3" type="body"/>
          </p:nvPr>
        </p:nvSpPr>
        <p:spPr>
          <a:xfrm>
            <a:off x="6148722" y="2587337"/>
            <a:ext cx="2566500" cy="165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7" name="Google Shape;107;p24"/>
          <p:cNvSpPr/>
          <p:nvPr>
            <p:ph idx="4" type="pic"/>
          </p:nvPr>
        </p:nvSpPr>
        <p:spPr>
          <a:xfrm>
            <a:off x="428723" y="441123"/>
            <a:ext cx="2553600" cy="1917600"/>
          </a:xfrm>
          <a:prstGeom prst="rect">
            <a:avLst/>
          </a:prstGeom>
          <a:noFill/>
          <a:ln>
            <a:noFill/>
          </a:ln>
        </p:spPr>
      </p:sp>
      <p:sp>
        <p:nvSpPr>
          <p:cNvPr id="108" name="Google Shape;108;p24"/>
          <p:cNvSpPr/>
          <p:nvPr>
            <p:ph idx="5" type="pic"/>
          </p:nvPr>
        </p:nvSpPr>
        <p:spPr>
          <a:xfrm>
            <a:off x="3288722" y="441123"/>
            <a:ext cx="2553600" cy="1917600"/>
          </a:xfrm>
          <a:prstGeom prst="rect">
            <a:avLst/>
          </a:prstGeom>
          <a:noFill/>
          <a:ln>
            <a:noFill/>
          </a:ln>
        </p:spPr>
      </p:sp>
      <p:sp>
        <p:nvSpPr>
          <p:cNvPr id="109" name="Google Shape;109;p24"/>
          <p:cNvSpPr/>
          <p:nvPr>
            <p:ph idx="6" type="pic"/>
          </p:nvPr>
        </p:nvSpPr>
        <p:spPr>
          <a:xfrm>
            <a:off x="6161809" y="441123"/>
            <a:ext cx="2553600" cy="1917600"/>
          </a:xfrm>
          <a:prstGeom prst="rect">
            <a:avLst/>
          </a:prstGeom>
          <a:noFill/>
          <a:ln>
            <a:noFill/>
          </a:ln>
        </p:spPr>
      </p:sp>
      <p:sp>
        <p:nvSpPr>
          <p:cNvPr id="110" name="Google Shape;110;p24"/>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slide">
  <p:cSld name="Video slide">
    <p:bg>
      <p:bgPr>
        <a:blipFill>
          <a:blip r:embed="rId2">
            <a:alphaModFix/>
          </a:blip>
          <a:stretch>
            <a:fillRect/>
          </a:stretch>
        </a:blipFill>
      </p:bgPr>
    </p:bg>
    <p:spTree>
      <p:nvGrpSpPr>
        <p:cNvPr id="111" name="Shape 111"/>
        <p:cNvGrpSpPr/>
        <p:nvPr/>
      </p:nvGrpSpPr>
      <p:grpSpPr>
        <a:xfrm>
          <a:off x="0" y="0"/>
          <a:ext cx="0" cy="0"/>
          <a:chOff x="0" y="0"/>
          <a:chExt cx="0" cy="0"/>
        </a:xfrm>
      </p:grpSpPr>
      <p:sp>
        <p:nvSpPr>
          <p:cNvPr id="112" name="Google Shape;112;p25"/>
          <p:cNvSpPr/>
          <p:nvPr>
            <p:ph idx="2" type="media"/>
          </p:nvPr>
        </p:nvSpPr>
        <p:spPr>
          <a:xfrm>
            <a:off x="204952" y="189186"/>
            <a:ext cx="8726100" cy="4737600"/>
          </a:xfrm>
          <a:prstGeom prst="rect">
            <a:avLst/>
          </a:prstGeom>
          <a:noFill/>
          <a:ln>
            <a:noFill/>
          </a:ln>
        </p:spPr>
        <p:txBody>
          <a:bodyPr anchorCtr="0" anchor="ctr" bIns="0" lIns="0" spcFirstLastPara="1" rIns="0" wrap="square" tIns="0">
            <a:noAutofit/>
          </a:bodyPr>
          <a:lstStyle>
            <a:lvl1pPr lvl="0" marR="0" rtl="0" algn="ctr">
              <a:lnSpc>
                <a:spcPct val="100000"/>
              </a:lnSpc>
              <a:spcBef>
                <a:spcPts val="500"/>
              </a:spcBef>
              <a:spcAft>
                <a:spcPts val="0"/>
              </a:spcAft>
              <a:buClr>
                <a:schemeClr val="dk1"/>
              </a:buClr>
              <a:buSzPts val="2100"/>
              <a:buFont typeface="Arial"/>
              <a:buNone/>
              <a:defRPr b="1" i="0" sz="2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accent3"/>
              </a:buClr>
              <a:buSzPts val="1700"/>
              <a:buFont typeface="Arial"/>
              <a:buNone/>
              <a:defRPr b="0" i="0" sz="1700" u="none" cap="none" strike="noStrike">
                <a:solidFill>
                  <a:schemeClr val="dk1"/>
                </a:solidFill>
                <a:latin typeface="Arial"/>
                <a:ea typeface="Arial"/>
                <a:cs typeface="Arial"/>
                <a:sym typeface="Arial"/>
              </a:defRPr>
            </a:lvl2pPr>
            <a:lvl3pPr lvl="2"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3pPr>
            <a:lvl4pPr lvl="3"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4pPr>
            <a:lvl5pPr lvl="4"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p26"/>
          <p:cNvSpPr txBox="1"/>
          <p:nvPr>
            <p:ph idx="1" type="body"/>
          </p:nvPr>
        </p:nvSpPr>
        <p:spPr>
          <a:xfrm>
            <a:off x="486422" y="4541957"/>
            <a:ext cx="3061800" cy="26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dk2"/>
              </a:buClr>
              <a:buSzPts val="1400"/>
              <a:buNone/>
              <a:defRPr b="0" sz="1400">
                <a:solidFill>
                  <a:schemeClr val="dk2"/>
                </a:solidFill>
              </a:defRPr>
            </a:lvl1pPr>
            <a:lvl2pPr indent="-228600" lvl="1" marL="914400" algn="l">
              <a:lnSpc>
                <a:spcPct val="100000"/>
              </a:lnSpc>
              <a:spcBef>
                <a:spcPts val="0"/>
              </a:spcBef>
              <a:spcAft>
                <a:spcPts val="0"/>
              </a:spcAft>
              <a:buSzPts val="1400"/>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115" name="Google Shape;115;p26"/>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background">
  <p:cSld name="Yellow background">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27"/>
          <p:cNvSpPr/>
          <p:nvPr>
            <p:ph idx="2" type="pic"/>
          </p:nvPr>
        </p:nvSpPr>
        <p:spPr>
          <a:xfrm>
            <a:off x="346841" y="224347"/>
            <a:ext cx="8442600" cy="4702200"/>
          </a:xfrm>
          <a:prstGeom prst="rect">
            <a:avLst/>
          </a:prstGeom>
          <a:noFill/>
          <a:ln>
            <a:noFill/>
          </a:ln>
        </p:spPr>
      </p:sp>
      <p:sp>
        <p:nvSpPr>
          <p:cNvPr id="118" name="Google Shape;118;p27"/>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19" name="Google Shape;119;p27"/>
          <p:cNvSpPr txBox="1"/>
          <p:nvPr>
            <p:ph idx="1" type="body"/>
          </p:nvPr>
        </p:nvSpPr>
        <p:spPr>
          <a:xfrm>
            <a:off x="598409" y="628499"/>
            <a:ext cx="4494900" cy="3708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20" name="Shape 120"/>
        <p:cNvGrpSpPr/>
        <p:nvPr/>
      </p:nvGrpSpPr>
      <p:grpSpPr>
        <a:xfrm>
          <a:off x="0" y="0"/>
          <a:ext cx="0" cy="0"/>
          <a:chOff x="0" y="0"/>
          <a:chExt cx="0" cy="0"/>
        </a:xfrm>
      </p:grpSpPr>
      <p:sp>
        <p:nvSpPr>
          <p:cNvPr id="121" name="Google Shape;121;p28"/>
          <p:cNvSpPr txBox="1"/>
          <p:nvPr>
            <p:ph idx="1" type="body"/>
          </p:nvPr>
        </p:nvSpPr>
        <p:spPr>
          <a:xfrm>
            <a:off x="313200" y="1408307"/>
            <a:ext cx="4227300" cy="3114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8"/>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23" name="Google Shape;123;p28"/>
          <p:cNvSpPr txBox="1"/>
          <p:nvPr>
            <p:ph type="title"/>
          </p:nvPr>
        </p:nvSpPr>
        <p:spPr>
          <a:xfrm>
            <a:off x="440100" y="345600"/>
            <a:ext cx="8100000" cy="415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100"/>
              <a:buFont typeface="Arial"/>
              <a:buNone/>
              <a:defRPr>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8"/>
          <p:cNvSpPr txBox="1"/>
          <p:nvPr>
            <p:ph idx="2" type="body"/>
          </p:nvPr>
        </p:nvSpPr>
        <p:spPr>
          <a:xfrm>
            <a:off x="4751785" y="1409400"/>
            <a:ext cx="4106400" cy="3127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4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 name="Google Shape;125;p28"/>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object content">
  <p:cSld name="Text and object content">
    <p:bg>
      <p:bgPr>
        <a:blipFill>
          <a:blip r:embed="rId2">
            <a:alphaModFix/>
          </a:blip>
          <a:stretch>
            <a:fillRect/>
          </a:stretch>
        </a:blipFill>
      </p:bgPr>
    </p:bg>
    <p:spTree>
      <p:nvGrpSpPr>
        <p:cNvPr id="126" name="Shape 126"/>
        <p:cNvGrpSpPr/>
        <p:nvPr/>
      </p:nvGrpSpPr>
      <p:grpSpPr>
        <a:xfrm>
          <a:off x="0" y="0"/>
          <a:ext cx="0" cy="0"/>
          <a:chOff x="0" y="0"/>
          <a:chExt cx="0" cy="0"/>
        </a:xfrm>
      </p:grpSpPr>
      <p:sp>
        <p:nvSpPr>
          <p:cNvPr id="127" name="Google Shape;127;p29"/>
          <p:cNvSpPr txBox="1"/>
          <p:nvPr>
            <p:ph idx="1" type="body"/>
          </p:nvPr>
        </p:nvSpPr>
        <p:spPr>
          <a:xfrm>
            <a:off x="313200" y="1409400"/>
            <a:ext cx="3829500" cy="3263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9"/>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29" name="Google Shape;129;p29"/>
          <p:cNvSpPr txBox="1"/>
          <p:nvPr>
            <p:ph idx="11" type="ftr"/>
          </p:nvPr>
        </p:nvSpPr>
        <p:spPr>
          <a:xfrm>
            <a:off x="475664"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29"/>
          <p:cNvSpPr txBox="1"/>
          <p:nvPr>
            <p:ph idx="2" type="body"/>
          </p:nvPr>
        </p:nvSpPr>
        <p:spPr>
          <a:xfrm>
            <a:off x="4698773" y="1409400"/>
            <a:ext cx="3829500" cy="3263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1" name="Google Shape;131;p29"/>
          <p:cNvSpPr txBox="1"/>
          <p:nvPr/>
        </p:nvSpPr>
        <p:spPr>
          <a:xfrm>
            <a:off x="440100" y="345600"/>
            <a:ext cx="79884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2100"/>
              <a:buFont typeface="Arial"/>
              <a:buNone/>
            </a:pPr>
            <a:r>
              <a:rPr b="1" i="0" lang="en-GB" sz="2100" u="none" cap="none" strike="noStrike">
                <a:solidFill>
                  <a:schemeClr val="dk2"/>
                </a:solidFill>
                <a:latin typeface="Arial"/>
                <a:ea typeface="Arial"/>
                <a:cs typeface="Arial"/>
                <a:sym typeface="Arial"/>
              </a:rPr>
              <a:t>Click to edit Master title style</a:t>
            </a:r>
            <a:endParaRPr b="0" i="0" sz="11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1">
  <p:cSld name="Quote slide 1">
    <p:bg>
      <p:bgPr>
        <a:blipFill>
          <a:blip r:embed="rId2">
            <a:alphaModFix/>
          </a:blip>
          <a:stretch>
            <a:fillRect/>
          </a:stretch>
        </a:blipFill>
      </p:bgPr>
    </p:bg>
    <p:spTree>
      <p:nvGrpSpPr>
        <p:cNvPr id="132" name="Shape 132"/>
        <p:cNvGrpSpPr/>
        <p:nvPr/>
      </p:nvGrpSpPr>
      <p:grpSpPr>
        <a:xfrm>
          <a:off x="0" y="0"/>
          <a:ext cx="0" cy="0"/>
          <a:chOff x="0" y="0"/>
          <a:chExt cx="0" cy="0"/>
        </a:xfrm>
      </p:grpSpPr>
      <p:sp>
        <p:nvSpPr>
          <p:cNvPr id="133" name="Google Shape;133;p30"/>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34" name="Google Shape;134;p30"/>
          <p:cNvSpPr txBox="1"/>
          <p:nvPr>
            <p:ph idx="1" type="body"/>
          </p:nvPr>
        </p:nvSpPr>
        <p:spPr>
          <a:xfrm>
            <a:off x="5433059" y="746160"/>
            <a:ext cx="3711000" cy="1691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 name="Google Shape;135;p30"/>
          <p:cNvSpPr txBox="1"/>
          <p:nvPr/>
        </p:nvSpPr>
        <p:spPr>
          <a:xfrm>
            <a:off x="1080121" y="746160"/>
            <a:ext cx="4075800" cy="3318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2"/>
              </a:buClr>
              <a:buSzPts val="3000"/>
              <a:buFont typeface="Arial"/>
              <a:buNone/>
            </a:pPr>
            <a:r>
              <a:rPr b="1" i="0" lang="en-GB" sz="3000" u="none" cap="none" strike="noStrike">
                <a:solidFill>
                  <a:schemeClr val="accent2"/>
                </a:solidFill>
                <a:latin typeface="Arial"/>
                <a:ea typeface="Arial"/>
                <a:cs typeface="Arial"/>
                <a:sym typeface="Arial"/>
              </a:rPr>
              <a:t>Click to edit Master title style</a:t>
            </a:r>
            <a:endParaRPr b="0" i="0" sz="1100" u="none" cap="none" strike="noStrike">
              <a:solidFill>
                <a:srgbClr val="000000"/>
              </a:solidFill>
              <a:latin typeface="Arial"/>
              <a:ea typeface="Arial"/>
              <a:cs typeface="Arial"/>
              <a:sym typeface="Arial"/>
            </a:endParaRPr>
          </a:p>
        </p:txBody>
      </p:sp>
      <p:sp>
        <p:nvSpPr>
          <p:cNvPr id="136" name="Google Shape;136;p30"/>
          <p:cNvSpPr txBox="1"/>
          <p:nvPr>
            <p:ph idx="2" type="body"/>
          </p:nvPr>
        </p:nvSpPr>
        <p:spPr>
          <a:xfrm>
            <a:off x="5930867" y="3386241"/>
            <a:ext cx="3101100" cy="819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accent2"/>
              </a:buClr>
              <a:buSzPts val="1700"/>
              <a:buNone/>
              <a:defRPr b="1">
                <a:solidFill>
                  <a:schemeClr val="accent2"/>
                </a:solidFill>
              </a:defRPr>
            </a:lvl1pPr>
            <a:lvl2pPr indent="-228600" lvl="1" marL="914400" algn="l">
              <a:lnSpc>
                <a:spcPct val="100000"/>
              </a:lnSpc>
              <a:spcBef>
                <a:spcPts val="500"/>
              </a:spcBef>
              <a:spcAft>
                <a:spcPts val="0"/>
              </a:spcAft>
              <a:buSzPts val="1700"/>
              <a:buFont typeface="Arial"/>
              <a:buNone/>
              <a:defRPr sz="1700"/>
            </a:lvl2pPr>
            <a:lvl3pPr indent="-228600" lvl="2" marL="1371600" algn="l">
              <a:lnSpc>
                <a:spcPct val="100000"/>
              </a:lnSpc>
              <a:spcBef>
                <a:spcPts val="500"/>
              </a:spcBef>
              <a:spcAft>
                <a:spcPts val="0"/>
              </a:spcAft>
              <a:buSzPts val="1700"/>
              <a:buNone/>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30"/>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2">
  <p:cSld name="Quote slide 2">
    <p:bg>
      <p:bgPr>
        <a:blipFill>
          <a:blip r:embed="rId2">
            <a:alphaModFix/>
          </a:blip>
          <a:stretch>
            <a:fillRect/>
          </a:stretch>
        </a:blipFill>
      </p:bgPr>
    </p:bg>
    <p:spTree>
      <p:nvGrpSpPr>
        <p:cNvPr id="138" name="Shape 138"/>
        <p:cNvGrpSpPr/>
        <p:nvPr/>
      </p:nvGrpSpPr>
      <p:grpSpPr>
        <a:xfrm>
          <a:off x="0" y="0"/>
          <a:ext cx="0" cy="0"/>
          <a:chOff x="0" y="0"/>
          <a:chExt cx="0" cy="0"/>
        </a:xfrm>
      </p:grpSpPr>
      <p:sp>
        <p:nvSpPr>
          <p:cNvPr id="139" name="Google Shape;139;p31"/>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40" name="Google Shape;140;p31"/>
          <p:cNvSpPr txBox="1"/>
          <p:nvPr>
            <p:ph idx="1" type="body"/>
          </p:nvPr>
        </p:nvSpPr>
        <p:spPr>
          <a:xfrm>
            <a:off x="5433059" y="0"/>
            <a:ext cx="3711000" cy="25719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1" name="Google Shape;141;p31"/>
          <p:cNvSpPr txBox="1"/>
          <p:nvPr/>
        </p:nvSpPr>
        <p:spPr>
          <a:xfrm>
            <a:off x="1080121" y="746160"/>
            <a:ext cx="4075800" cy="3318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2"/>
              </a:buClr>
              <a:buSzPts val="3000"/>
              <a:buFont typeface="Arial"/>
              <a:buNone/>
            </a:pPr>
            <a:r>
              <a:rPr b="1" i="0" lang="en-GB" sz="3000" u="none" cap="none" strike="noStrike">
                <a:solidFill>
                  <a:schemeClr val="accent2"/>
                </a:solidFill>
                <a:latin typeface="Arial"/>
                <a:ea typeface="Arial"/>
                <a:cs typeface="Arial"/>
                <a:sym typeface="Arial"/>
              </a:rPr>
              <a:t>Click to edit Master title style</a:t>
            </a:r>
            <a:endParaRPr b="0" i="0" sz="1100" u="none" cap="none" strike="noStrike">
              <a:solidFill>
                <a:srgbClr val="000000"/>
              </a:solidFill>
              <a:latin typeface="Arial"/>
              <a:ea typeface="Arial"/>
              <a:cs typeface="Arial"/>
              <a:sym typeface="Arial"/>
            </a:endParaRPr>
          </a:p>
        </p:txBody>
      </p:sp>
      <p:sp>
        <p:nvSpPr>
          <p:cNvPr id="142" name="Google Shape;142;p31"/>
          <p:cNvSpPr txBox="1"/>
          <p:nvPr>
            <p:ph idx="2" type="body"/>
          </p:nvPr>
        </p:nvSpPr>
        <p:spPr>
          <a:xfrm>
            <a:off x="5930867" y="3386241"/>
            <a:ext cx="3101100" cy="819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accent2"/>
              </a:buClr>
              <a:buSzPts val="1700"/>
              <a:buNone/>
              <a:defRPr b="1">
                <a:solidFill>
                  <a:schemeClr val="accent2"/>
                </a:solidFill>
              </a:defRPr>
            </a:lvl1pPr>
            <a:lvl2pPr indent="-228600" lvl="1" marL="914400" algn="l">
              <a:lnSpc>
                <a:spcPct val="100000"/>
              </a:lnSpc>
              <a:spcBef>
                <a:spcPts val="500"/>
              </a:spcBef>
              <a:spcAft>
                <a:spcPts val="0"/>
              </a:spcAft>
              <a:buSzPts val="1700"/>
              <a:buFont typeface="Arial"/>
              <a:buNone/>
              <a:defRPr sz="1700"/>
            </a:lvl2pPr>
            <a:lvl3pPr indent="-228600" lvl="2" marL="1371600" algn="l">
              <a:lnSpc>
                <a:spcPct val="100000"/>
              </a:lnSpc>
              <a:spcBef>
                <a:spcPts val="500"/>
              </a:spcBef>
              <a:spcAft>
                <a:spcPts val="0"/>
              </a:spcAft>
              <a:buSzPts val="1700"/>
              <a:buNone/>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31"/>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p:cSld name="Text and image">
    <p:bg>
      <p:bgPr>
        <a:blipFill>
          <a:blip r:embed="rId2">
            <a:alphaModFix/>
          </a:blip>
          <a:stretch>
            <a:fillRect/>
          </a:stretch>
        </a:blipFill>
      </p:bgPr>
    </p:bg>
    <p:spTree>
      <p:nvGrpSpPr>
        <p:cNvPr id="144" name="Shape 144"/>
        <p:cNvGrpSpPr/>
        <p:nvPr/>
      </p:nvGrpSpPr>
      <p:grpSpPr>
        <a:xfrm>
          <a:off x="0" y="0"/>
          <a:ext cx="0" cy="0"/>
          <a:chOff x="0" y="0"/>
          <a:chExt cx="0" cy="0"/>
        </a:xfrm>
      </p:grpSpPr>
      <p:sp>
        <p:nvSpPr>
          <p:cNvPr id="145" name="Google Shape;145;p32"/>
          <p:cNvSpPr txBox="1"/>
          <p:nvPr>
            <p:ph idx="12" type="sldNum"/>
          </p:nvPr>
        </p:nvSpPr>
        <p:spPr>
          <a:xfrm>
            <a:off x="8398417" y="4821382"/>
            <a:ext cx="633900" cy="226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46" name="Google Shape;146;p32"/>
          <p:cNvSpPr txBox="1"/>
          <p:nvPr>
            <p:ph idx="1" type="body"/>
          </p:nvPr>
        </p:nvSpPr>
        <p:spPr>
          <a:xfrm>
            <a:off x="4654446" y="0"/>
            <a:ext cx="4489800" cy="4665600"/>
          </a:xfrm>
          <a:prstGeom prst="rect">
            <a:avLst/>
          </a:prstGeom>
          <a:solidFill>
            <a:schemeClr val="lt1"/>
          </a:solidFill>
          <a:ln>
            <a:noFill/>
          </a:ln>
        </p:spPr>
        <p:txBody>
          <a:bodyPr anchorCtr="0" anchor="ctr" bIns="0" lIns="0" spcFirstLastPara="1" rIns="0" wrap="square" tIns="0">
            <a:noAutofit/>
          </a:bodyPr>
          <a:lstStyle>
            <a:lvl1pPr indent="-228600" lvl="0" marL="457200" algn="ctr">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32"/>
          <p:cNvSpPr txBox="1"/>
          <p:nvPr>
            <p:ph type="title"/>
          </p:nvPr>
        </p:nvSpPr>
        <p:spPr>
          <a:xfrm>
            <a:off x="440100" y="345600"/>
            <a:ext cx="3867000" cy="5106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32"/>
          <p:cNvSpPr txBox="1"/>
          <p:nvPr>
            <p:ph idx="2" type="body"/>
          </p:nvPr>
        </p:nvSpPr>
        <p:spPr>
          <a:xfrm>
            <a:off x="540544" y="1563291"/>
            <a:ext cx="3787500" cy="2743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accent2"/>
              </a:buClr>
              <a:buSzPts val="1700"/>
              <a:buNone/>
              <a:defRPr>
                <a:solidFill>
                  <a:schemeClr val="accent2"/>
                </a:solidFill>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228600" lvl="2" marL="13716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32"/>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blue">
  <p:cSld name="Icons blue">
    <p:bg>
      <p:bgPr>
        <a:blipFill>
          <a:blip r:embed="rId2">
            <a:alphaModFix/>
          </a:blip>
          <a:stretch>
            <a:fillRect/>
          </a:stretch>
        </a:blipFill>
      </p:bgPr>
    </p:bg>
    <p:spTree>
      <p:nvGrpSpPr>
        <p:cNvPr id="150" name="Shape 150"/>
        <p:cNvGrpSpPr/>
        <p:nvPr/>
      </p:nvGrpSpPr>
      <p:grpSpPr>
        <a:xfrm>
          <a:off x="0" y="0"/>
          <a:ext cx="0" cy="0"/>
          <a:chOff x="0" y="0"/>
          <a:chExt cx="0" cy="0"/>
        </a:xfrm>
      </p:grpSpPr>
      <p:sp>
        <p:nvSpPr>
          <p:cNvPr id="151" name="Google Shape;151;p3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52" name="Google Shape;152;p33"/>
          <p:cNvSpPr txBox="1"/>
          <p:nvPr>
            <p:ph type="title"/>
          </p:nvPr>
        </p:nvSpPr>
        <p:spPr>
          <a:xfrm>
            <a:off x="440100" y="345600"/>
            <a:ext cx="7988400" cy="415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3300"/>
              <a:buFont typeface="Arial"/>
              <a:buNone/>
              <a:defRPr sz="3300">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3" name="Google Shape;153;p33"/>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column slide">
  <p:cSld name="CUSTOM_4">
    <p:spTree>
      <p:nvGrpSpPr>
        <p:cNvPr id="154" name="Shape 154"/>
        <p:cNvGrpSpPr/>
        <p:nvPr/>
      </p:nvGrpSpPr>
      <p:grpSpPr>
        <a:xfrm>
          <a:off x="0" y="0"/>
          <a:ext cx="0" cy="0"/>
          <a:chOff x="0" y="0"/>
          <a:chExt cx="0" cy="0"/>
        </a:xfrm>
      </p:grpSpPr>
      <p:sp>
        <p:nvSpPr>
          <p:cNvPr id="155" name="Google Shape;155;p34"/>
          <p:cNvSpPr/>
          <p:nvPr/>
        </p:nvSpPr>
        <p:spPr>
          <a:xfrm>
            <a:off x="-21375" y="-6700"/>
            <a:ext cx="3618300" cy="5143500"/>
          </a:xfrm>
          <a:prstGeom prst="rect">
            <a:avLst/>
          </a:prstGeom>
          <a:solidFill>
            <a:srgbClr val="0030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highlight>
                <a:srgbClr val="003078"/>
              </a:highlight>
              <a:latin typeface="Arial"/>
              <a:ea typeface="Arial"/>
              <a:cs typeface="Arial"/>
              <a:sym typeface="Arial"/>
            </a:endParaRPr>
          </a:p>
        </p:txBody>
      </p:sp>
      <p:sp>
        <p:nvSpPr>
          <p:cNvPr id="156" name="Google Shape;156;p3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57" name="Google Shape;157;p34"/>
          <p:cNvSpPr txBox="1"/>
          <p:nvPr/>
        </p:nvSpPr>
        <p:spPr>
          <a:xfrm>
            <a:off x="0" y="4629150"/>
            <a:ext cx="9144000" cy="514500"/>
          </a:xfrm>
          <a:prstGeom prst="rect">
            <a:avLst/>
          </a:prstGeom>
          <a:solidFill>
            <a:srgbClr val="003078"/>
          </a:solidFill>
          <a:ln>
            <a:noFill/>
          </a:ln>
        </p:spPr>
        <p:txBody>
          <a:bodyPr anchorCtr="0" anchor="ctr" bIns="22850" lIns="22850" spcFirstLastPara="1" rIns="22850" wrap="square" tIns="22850">
            <a:noAutofit/>
          </a:bodyPr>
          <a:lstStyle/>
          <a:p>
            <a:pPr indent="0" lvl="0" marL="25400" marR="0" rtl="0" algn="ctr">
              <a:lnSpc>
                <a:spcPct val="100000"/>
              </a:lnSpc>
              <a:spcBef>
                <a:spcPts val="0"/>
              </a:spcBef>
              <a:spcAft>
                <a:spcPts val="0"/>
              </a:spcAft>
              <a:buClr>
                <a:srgbClr val="000000"/>
              </a:buClr>
              <a:buSzPts val="3100"/>
              <a:buFont typeface="Arial"/>
              <a:buNone/>
            </a:pPr>
            <a:r>
              <a:t/>
            </a:r>
            <a:endParaRPr b="0" i="0" sz="3100" u="none" cap="none" strike="noStrike">
              <a:solidFill>
                <a:srgbClr val="000000"/>
              </a:solidFill>
              <a:latin typeface="Cabin"/>
              <a:ea typeface="Cabin"/>
              <a:cs typeface="Cabin"/>
              <a:sym typeface="Cabin"/>
            </a:endParaRPr>
          </a:p>
        </p:txBody>
      </p:sp>
      <p:sp>
        <p:nvSpPr>
          <p:cNvPr id="158" name="Google Shape;158;p34"/>
          <p:cNvSpPr txBox="1"/>
          <p:nvPr/>
        </p:nvSpPr>
        <p:spPr>
          <a:xfrm>
            <a:off x="5909310" y="4720590"/>
            <a:ext cx="2720400" cy="28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900"/>
              <a:buFont typeface="Helvetica Neue"/>
              <a:buNone/>
            </a:pPr>
            <a:r>
              <a:rPr b="0" i="0" lang="en-GB" sz="1900" u="none" cap="none" strike="noStrike">
                <a:solidFill>
                  <a:srgbClr val="FFFFFF"/>
                </a:solidFill>
                <a:latin typeface="Helvetica Neue"/>
                <a:ea typeface="Helvetica Neue"/>
                <a:cs typeface="Helvetica Neue"/>
                <a:sym typeface="Helvetica Neue"/>
              </a:rPr>
              <a:t>CDDO</a:t>
            </a:r>
            <a:endParaRPr b="0" i="0" sz="6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p:cSld name="CUSTOM_1">
    <p:spTree>
      <p:nvGrpSpPr>
        <p:cNvPr id="159" name="Shape 159"/>
        <p:cNvGrpSpPr/>
        <p:nvPr/>
      </p:nvGrpSpPr>
      <p:grpSpPr>
        <a:xfrm>
          <a:off x="0" y="0"/>
          <a:ext cx="0" cy="0"/>
          <a:chOff x="0" y="0"/>
          <a:chExt cx="0" cy="0"/>
        </a:xfrm>
      </p:grpSpPr>
      <p:sp>
        <p:nvSpPr>
          <p:cNvPr id="160" name="Google Shape;160;p35"/>
          <p:cNvSpPr txBox="1"/>
          <p:nvPr/>
        </p:nvSpPr>
        <p:spPr>
          <a:xfrm>
            <a:off x="0" y="4629150"/>
            <a:ext cx="9144000" cy="514500"/>
          </a:xfrm>
          <a:prstGeom prst="rect">
            <a:avLst/>
          </a:prstGeom>
          <a:solidFill>
            <a:srgbClr val="003078"/>
          </a:solidFill>
          <a:ln>
            <a:noFill/>
          </a:ln>
        </p:spPr>
        <p:txBody>
          <a:bodyPr anchorCtr="0" anchor="ctr" bIns="22850" lIns="22850" spcFirstLastPara="1" rIns="22850" wrap="square" tIns="22850">
            <a:noAutofit/>
          </a:bodyPr>
          <a:lstStyle/>
          <a:p>
            <a:pPr indent="0" lvl="0" marL="25400" marR="0" rtl="0" algn="ctr">
              <a:lnSpc>
                <a:spcPct val="100000"/>
              </a:lnSpc>
              <a:spcBef>
                <a:spcPts val="0"/>
              </a:spcBef>
              <a:spcAft>
                <a:spcPts val="0"/>
              </a:spcAft>
              <a:buClr>
                <a:srgbClr val="000000"/>
              </a:buClr>
              <a:buSzPts val="3100"/>
              <a:buFont typeface="Arial"/>
              <a:buNone/>
            </a:pPr>
            <a:r>
              <a:t/>
            </a:r>
            <a:endParaRPr b="0" i="0" sz="3100" u="none" cap="none" strike="noStrike">
              <a:solidFill>
                <a:srgbClr val="000000"/>
              </a:solidFill>
              <a:latin typeface="Cabin"/>
              <a:ea typeface="Cabin"/>
              <a:cs typeface="Cabin"/>
              <a:sym typeface="Cabin"/>
            </a:endParaRPr>
          </a:p>
        </p:txBody>
      </p:sp>
      <p:sp>
        <p:nvSpPr>
          <p:cNvPr id="161" name="Google Shape;161;p35"/>
          <p:cNvSpPr txBox="1"/>
          <p:nvPr/>
        </p:nvSpPr>
        <p:spPr>
          <a:xfrm>
            <a:off x="5909310" y="4720590"/>
            <a:ext cx="2720400" cy="28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900"/>
              <a:buFont typeface="Helvetica Neue"/>
              <a:buNone/>
            </a:pPr>
            <a:r>
              <a:rPr b="0" i="0" lang="en-GB" sz="1900" u="none" cap="none" strike="noStrike">
                <a:solidFill>
                  <a:srgbClr val="FFFFFF"/>
                </a:solidFill>
                <a:latin typeface="Helvetica Neue"/>
                <a:ea typeface="Helvetica Neue"/>
                <a:cs typeface="Helvetica Neue"/>
                <a:sym typeface="Helvetica Neue"/>
              </a:rPr>
              <a:t>CDDO</a:t>
            </a:r>
            <a:endParaRPr b="0" i="0" sz="6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162" name="Shape 162"/>
        <p:cNvGrpSpPr/>
        <p:nvPr/>
      </p:nvGrpSpPr>
      <p:grpSpPr>
        <a:xfrm>
          <a:off x="0" y="0"/>
          <a:ext cx="0" cy="0"/>
          <a:chOff x="0" y="0"/>
          <a:chExt cx="0" cy="0"/>
        </a:xfrm>
      </p:grpSpPr>
      <p:sp>
        <p:nvSpPr>
          <p:cNvPr id="163" name="Google Shape;163;p36"/>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64" name="Google Shape;164;p3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165" name="Shape 165"/>
        <p:cNvGrpSpPr/>
        <p:nvPr/>
      </p:nvGrpSpPr>
      <p:grpSpPr>
        <a:xfrm>
          <a:off x="0" y="0"/>
          <a:ext cx="0" cy="0"/>
          <a:chOff x="0" y="0"/>
          <a:chExt cx="0" cy="0"/>
        </a:xfrm>
      </p:grpSpPr>
      <p:sp>
        <p:nvSpPr>
          <p:cNvPr id="166" name="Google Shape;166;p37"/>
          <p:cNvSpPr txBox="1"/>
          <p:nvPr>
            <p:ph type="ctrTitle"/>
          </p:nvPr>
        </p:nvSpPr>
        <p:spPr>
          <a:xfrm>
            <a:off x="311708" y="744575"/>
            <a:ext cx="8520600" cy="2052600"/>
          </a:xfrm>
          <a:prstGeom prst="rect">
            <a:avLst/>
          </a:prstGeom>
        </p:spPr>
        <p:txBody>
          <a:bodyPr anchorCtr="0" anchor="b" bIns="0" lIns="0" spcFirstLastPara="1" rIns="0" wrap="square" tIns="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7" name="Google Shape;167;p37"/>
          <p:cNvSpPr txBox="1"/>
          <p:nvPr>
            <p:ph idx="1" type="subTitle"/>
          </p:nvPr>
        </p:nvSpPr>
        <p:spPr>
          <a:xfrm>
            <a:off x="311700" y="2834125"/>
            <a:ext cx="8520600" cy="792600"/>
          </a:xfrm>
          <a:prstGeom prst="rect">
            <a:avLst/>
          </a:prstGeom>
        </p:spPr>
        <p:txBody>
          <a:bodyPr anchorCtr="0" anchor="t" bIns="0" lIns="0" spcFirstLastPara="1" rIns="0" wrap="square" tIns="0">
            <a:normAutofit/>
          </a:bodyPr>
          <a:lstStyle>
            <a:lvl1pPr lvl="0" algn="ctr">
              <a:lnSpc>
                <a:spcPct val="100000"/>
              </a:lnSpc>
              <a:spcBef>
                <a:spcPts val="50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500"/>
              </a:spcBef>
              <a:spcAft>
                <a:spcPts val="0"/>
              </a:spcAft>
              <a:buSzPts val="2800"/>
              <a:buNone/>
              <a:defRPr sz="2800"/>
            </a:lvl3pPr>
            <a:lvl4pPr lvl="3" algn="ctr">
              <a:lnSpc>
                <a:spcPct val="100000"/>
              </a:lnSpc>
              <a:spcBef>
                <a:spcPts val="500"/>
              </a:spcBef>
              <a:spcAft>
                <a:spcPts val="0"/>
              </a:spcAft>
              <a:buSzPts val="2800"/>
              <a:buNone/>
              <a:defRPr sz="2800"/>
            </a:lvl4pPr>
            <a:lvl5pPr lvl="4" algn="ctr">
              <a:lnSpc>
                <a:spcPct val="100000"/>
              </a:lnSpc>
              <a:spcBef>
                <a:spcPts val="500"/>
              </a:spcBef>
              <a:spcAft>
                <a:spcPts val="0"/>
              </a:spcAft>
              <a:buSzPts val="2800"/>
              <a:buNone/>
              <a:defRPr sz="2800"/>
            </a:lvl5pPr>
            <a:lvl6pPr lvl="5" algn="ctr">
              <a:lnSpc>
                <a:spcPct val="100000"/>
              </a:lnSpc>
              <a:spcBef>
                <a:spcPts val="5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168" name="Google Shape;168;p37"/>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TITLE_1_2_1">
    <p:spTree>
      <p:nvGrpSpPr>
        <p:cNvPr id="173" name="Shape 173"/>
        <p:cNvGrpSpPr/>
        <p:nvPr/>
      </p:nvGrpSpPr>
      <p:grpSpPr>
        <a:xfrm>
          <a:off x="0" y="0"/>
          <a:ext cx="0" cy="0"/>
          <a:chOff x="0" y="0"/>
          <a:chExt cx="0" cy="0"/>
        </a:xfrm>
      </p:grpSpPr>
      <p:pic>
        <p:nvPicPr>
          <p:cNvPr id="174" name="Google Shape;174;p39"/>
          <p:cNvPicPr preferRelativeResize="0"/>
          <p:nvPr/>
        </p:nvPicPr>
        <p:blipFill rotWithShape="1">
          <a:blip r:embed="rId2">
            <a:alphaModFix/>
          </a:blip>
          <a:srcRect b="0" l="0" r="0" t="0"/>
          <a:stretch/>
        </p:blipFill>
        <p:spPr>
          <a:xfrm flipH="1">
            <a:off x="0" y="2233"/>
            <a:ext cx="9144003" cy="5139037"/>
          </a:xfrm>
          <a:prstGeom prst="rect">
            <a:avLst/>
          </a:prstGeom>
          <a:noFill/>
          <a:ln>
            <a:noFill/>
          </a:ln>
        </p:spPr>
      </p:pic>
      <p:sp>
        <p:nvSpPr>
          <p:cNvPr id="175" name="Google Shape;175;p39"/>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76" name="Google Shape;176;p39"/>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7" name="Shape 177"/>
        <p:cNvGrpSpPr/>
        <p:nvPr/>
      </p:nvGrpSpPr>
      <p:grpSpPr>
        <a:xfrm>
          <a:off x="0" y="0"/>
          <a:ext cx="0" cy="0"/>
          <a:chOff x="0" y="0"/>
          <a:chExt cx="0" cy="0"/>
        </a:xfrm>
      </p:grpSpPr>
      <p:sp>
        <p:nvSpPr>
          <p:cNvPr id="178" name="Google Shape;178;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179" name="Google Shape;179;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180" name="Google Shape;18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181" name="Shape 181"/>
        <p:cNvGrpSpPr/>
        <p:nvPr/>
      </p:nvGrpSpPr>
      <p:grpSpPr>
        <a:xfrm>
          <a:off x="0" y="0"/>
          <a:ext cx="0" cy="0"/>
          <a:chOff x="0" y="0"/>
          <a:chExt cx="0" cy="0"/>
        </a:xfrm>
      </p:grpSpPr>
      <p:sp>
        <p:nvSpPr>
          <p:cNvPr id="182" name="Google Shape;182;p4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83" name="Google Shape;183;p4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184" name="Shape 184"/>
        <p:cNvGrpSpPr/>
        <p:nvPr/>
      </p:nvGrpSpPr>
      <p:grpSpPr>
        <a:xfrm>
          <a:off x="0" y="0"/>
          <a:ext cx="0" cy="0"/>
          <a:chOff x="0" y="0"/>
          <a:chExt cx="0" cy="0"/>
        </a:xfrm>
      </p:grpSpPr>
      <p:sp>
        <p:nvSpPr>
          <p:cNvPr id="185" name="Google Shape;185;p4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86" name="Google Shape;186;p4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 Discuss">
  <p:cSld name="TITLE_1_2_2_2">
    <p:bg>
      <p:bgPr>
        <a:solidFill>
          <a:srgbClr val="FC83B3"/>
        </a:solidFill>
      </p:bgPr>
    </p:bg>
    <p:spTree>
      <p:nvGrpSpPr>
        <p:cNvPr id="187" name="Shape 187"/>
        <p:cNvGrpSpPr/>
        <p:nvPr/>
      </p:nvGrpSpPr>
      <p:grpSpPr>
        <a:xfrm>
          <a:off x="0" y="0"/>
          <a:ext cx="0" cy="0"/>
          <a:chOff x="0" y="0"/>
          <a:chExt cx="0" cy="0"/>
        </a:xfrm>
      </p:grpSpPr>
      <p:sp>
        <p:nvSpPr>
          <p:cNvPr id="188" name="Google Shape;188;p43"/>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89" name="Google Shape;189;p43"/>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190" name="Google Shape;190;p43"/>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Discuss</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p:cSld name="TITLE_1_2_2_1">
    <p:bg>
      <p:bgPr>
        <a:solidFill>
          <a:srgbClr val="AB7FC1"/>
        </a:solidFill>
      </p:bgPr>
    </p:bg>
    <p:spTree>
      <p:nvGrpSpPr>
        <p:cNvPr id="191" name="Shape 191"/>
        <p:cNvGrpSpPr/>
        <p:nvPr/>
      </p:nvGrpSpPr>
      <p:grpSpPr>
        <a:xfrm>
          <a:off x="0" y="0"/>
          <a:ext cx="0" cy="0"/>
          <a:chOff x="0" y="0"/>
          <a:chExt cx="0" cy="0"/>
        </a:xfrm>
      </p:grpSpPr>
      <p:sp>
        <p:nvSpPr>
          <p:cNvPr id="192" name="Google Shape;192;p44"/>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93" name="Google Shape;193;p44"/>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194" name="Google Shape;194;p44"/>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Demo</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title" type="title">
  <p:cSld name="TITLE">
    <p:bg>
      <p:bgPr>
        <a:solidFill>
          <a:srgbClr val="666666"/>
        </a:solidFill>
      </p:bgPr>
    </p:bg>
    <p:spTree>
      <p:nvGrpSpPr>
        <p:cNvPr id="195" name="Shape 195"/>
        <p:cNvGrpSpPr/>
        <p:nvPr/>
      </p:nvGrpSpPr>
      <p:grpSpPr>
        <a:xfrm>
          <a:off x="0" y="0"/>
          <a:ext cx="0" cy="0"/>
          <a:chOff x="0" y="0"/>
          <a:chExt cx="0" cy="0"/>
        </a:xfrm>
      </p:grpSpPr>
      <p:sp>
        <p:nvSpPr>
          <p:cNvPr id="196" name="Google Shape;196;p45"/>
          <p:cNvSpPr txBox="1"/>
          <p:nvPr>
            <p:ph type="ctrTitle"/>
          </p:nvPr>
        </p:nvSpPr>
        <p:spPr>
          <a:xfrm>
            <a:off x="360000" y="360000"/>
            <a:ext cx="6831300" cy="44217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97" name="Google Shape;197;p45"/>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198" name="Google Shape;198;p45"/>
          <p:cNvSpPr txBox="1"/>
          <p:nvPr/>
        </p:nvSpPr>
        <p:spPr>
          <a:xfrm>
            <a:off x="495300" y="2423800"/>
            <a:ext cx="5638800" cy="4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Work Sans"/>
              <a:ea typeface="Work Sans"/>
              <a:cs typeface="Work Sans"/>
              <a:sym typeface="Work Sans"/>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nti">
  <p:cSld name="TITLE_1_2">
    <p:bg>
      <p:bgPr>
        <a:solidFill>
          <a:srgbClr val="7FC3E1"/>
        </a:solidFill>
      </p:bgPr>
    </p:bg>
    <p:spTree>
      <p:nvGrpSpPr>
        <p:cNvPr id="199" name="Shape 199"/>
        <p:cNvGrpSpPr/>
        <p:nvPr/>
      </p:nvGrpSpPr>
      <p:grpSpPr>
        <a:xfrm>
          <a:off x="0" y="0"/>
          <a:ext cx="0" cy="0"/>
          <a:chOff x="0" y="0"/>
          <a:chExt cx="0" cy="0"/>
        </a:xfrm>
      </p:grpSpPr>
      <p:sp>
        <p:nvSpPr>
          <p:cNvPr id="200" name="Google Shape;200;p46"/>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01" name="Google Shape;201;p46"/>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202" name="Google Shape;202;p46"/>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
        <p:nvSpPr>
          <p:cNvPr id="203" name="Google Shape;203;p46"/>
          <p:cNvSpPr txBox="1"/>
          <p:nvPr/>
        </p:nvSpPr>
        <p:spPr>
          <a:xfrm>
            <a:off x="6063700" y="4119500"/>
            <a:ext cx="27204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akeaways" type="secHead">
  <p:cSld name="SECTION_HEADER">
    <p:bg>
      <p:bgPr>
        <a:solidFill>
          <a:srgbClr val="595959"/>
        </a:solidFill>
      </p:bgPr>
    </p:bg>
    <p:spTree>
      <p:nvGrpSpPr>
        <p:cNvPr id="204" name="Shape 204"/>
        <p:cNvGrpSpPr/>
        <p:nvPr/>
      </p:nvGrpSpPr>
      <p:grpSpPr>
        <a:xfrm>
          <a:off x="0" y="0"/>
          <a:ext cx="0" cy="0"/>
          <a:chOff x="0" y="0"/>
          <a:chExt cx="0" cy="0"/>
        </a:xfrm>
      </p:grpSpPr>
      <p:sp>
        <p:nvSpPr>
          <p:cNvPr id="205" name="Google Shape;205;p47"/>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pic>
        <p:nvPicPr>
          <p:cNvPr id="206" name="Google Shape;206;p47"/>
          <p:cNvPicPr preferRelativeResize="0"/>
          <p:nvPr/>
        </p:nvPicPr>
        <p:blipFill rotWithShape="1">
          <a:blip r:embed="rId2">
            <a:alphaModFix/>
          </a:blip>
          <a:srcRect b="0" l="0" r="0" t="16618"/>
          <a:stretch/>
        </p:blipFill>
        <p:spPr>
          <a:xfrm>
            <a:off x="0" y="0"/>
            <a:ext cx="9144003" cy="5218849"/>
          </a:xfrm>
          <a:prstGeom prst="rect">
            <a:avLst/>
          </a:prstGeom>
          <a:noFill/>
          <a:ln>
            <a:noFill/>
          </a:ln>
        </p:spPr>
      </p:pic>
      <p:sp>
        <p:nvSpPr>
          <p:cNvPr id="207" name="Google Shape;207;p47"/>
          <p:cNvSpPr txBox="1"/>
          <p:nvPr>
            <p:ph type="ctrTitle"/>
          </p:nvPr>
        </p:nvSpPr>
        <p:spPr>
          <a:xfrm>
            <a:off x="360000" y="360000"/>
            <a:ext cx="68472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Tree>
  </p:cSld>
  <p:clrMapOvr>
    <a:masterClrMapping/>
  </p:clrMapOvr>
  <p:extLst>
    <p:ext uri="{DCECCB84-F9BA-43D5-87BE-67443E8EF086}">
      <p15:sldGuideLst>
        <p15:guide id="1" pos="315">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so much">
  <p:cSld name="TITLE_1_1_1_1_2">
    <p:bg>
      <p:bgPr>
        <a:solidFill>
          <a:schemeClr val="dk2"/>
        </a:solidFill>
      </p:bgPr>
    </p:bg>
    <p:spTree>
      <p:nvGrpSpPr>
        <p:cNvPr id="208" name="Shape 208"/>
        <p:cNvGrpSpPr/>
        <p:nvPr/>
      </p:nvGrpSpPr>
      <p:grpSpPr>
        <a:xfrm>
          <a:off x="0" y="0"/>
          <a:ext cx="0" cy="0"/>
          <a:chOff x="0" y="0"/>
          <a:chExt cx="0" cy="0"/>
        </a:xfrm>
      </p:grpSpPr>
      <p:pic>
        <p:nvPicPr>
          <p:cNvPr id="209" name="Google Shape;209;p48"/>
          <p:cNvPicPr preferRelativeResize="0"/>
          <p:nvPr/>
        </p:nvPicPr>
        <p:blipFill rotWithShape="1">
          <a:blip r:embed="rId2">
            <a:alphaModFix/>
          </a:blip>
          <a:srcRect b="7727" l="0" r="0" t="7727"/>
          <a:stretch/>
        </p:blipFill>
        <p:spPr>
          <a:xfrm flipH="1">
            <a:off x="-179825" y="-71750"/>
            <a:ext cx="9390700" cy="5291450"/>
          </a:xfrm>
          <a:prstGeom prst="rect">
            <a:avLst/>
          </a:prstGeom>
          <a:noFill/>
          <a:ln>
            <a:noFill/>
          </a:ln>
        </p:spPr>
      </p:pic>
      <p:sp>
        <p:nvSpPr>
          <p:cNvPr id="210" name="Google Shape;210;p48"/>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Clr>
                <a:schemeClr val="lt1"/>
              </a:buClr>
              <a:buSzPts val="6200"/>
              <a:buNone/>
              <a:defRPr>
                <a:solidFill>
                  <a:schemeClr val="lt1"/>
                </a:solidFill>
              </a:defRPr>
            </a:lvl2pPr>
            <a:lvl3pPr lvl="2" algn="ctr">
              <a:lnSpc>
                <a:spcPct val="90000"/>
              </a:lnSpc>
              <a:spcBef>
                <a:spcPts val="0"/>
              </a:spcBef>
              <a:spcAft>
                <a:spcPts val="0"/>
              </a:spcAft>
              <a:buClr>
                <a:schemeClr val="lt1"/>
              </a:buClr>
              <a:buSzPts val="6200"/>
              <a:buNone/>
              <a:defRPr>
                <a:solidFill>
                  <a:schemeClr val="lt1"/>
                </a:solidFill>
              </a:defRPr>
            </a:lvl3pPr>
            <a:lvl4pPr lvl="3" algn="ctr">
              <a:lnSpc>
                <a:spcPct val="90000"/>
              </a:lnSpc>
              <a:spcBef>
                <a:spcPts val="0"/>
              </a:spcBef>
              <a:spcAft>
                <a:spcPts val="0"/>
              </a:spcAft>
              <a:buClr>
                <a:schemeClr val="lt1"/>
              </a:buClr>
              <a:buSzPts val="6200"/>
              <a:buNone/>
              <a:defRPr>
                <a:solidFill>
                  <a:schemeClr val="lt1"/>
                </a:solidFill>
              </a:defRPr>
            </a:lvl4pPr>
            <a:lvl5pPr lvl="4" algn="ctr">
              <a:lnSpc>
                <a:spcPct val="90000"/>
              </a:lnSpc>
              <a:spcBef>
                <a:spcPts val="0"/>
              </a:spcBef>
              <a:spcAft>
                <a:spcPts val="0"/>
              </a:spcAft>
              <a:buClr>
                <a:schemeClr val="lt1"/>
              </a:buClr>
              <a:buSzPts val="6200"/>
              <a:buNone/>
              <a:defRPr>
                <a:solidFill>
                  <a:schemeClr val="lt1"/>
                </a:solidFill>
              </a:defRPr>
            </a:lvl5pPr>
            <a:lvl6pPr lvl="5" algn="ctr">
              <a:lnSpc>
                <a:spcPct val="90000"/>
              </a:lnSpc>
              <a:spcBef>
                <a:spcPts val="0"/>
              </a:spcBef>
              <a:spcAft>
                <a:spcPts val="0"/>
              </a:spcAft>
              <a:buClr>
                <a:schemeClr val="lt1"/>
              </a:buClr>
              <a:buSzPts val="6200"/>
              <a:buNone/>
              <a:defRPr>
                <a:solidFill>
                  <a:schemeClr val="lt1"/>
                </a:solidFill>
              </a:defRPr>
            </a:lvl6pPr>
            <a:lvl7pPr lvl="6" algn="ctr">
              <a:lnSpc>
                <a:spcPct val="90000"/>
              </a:lnSpc>
              <a:spcBef>
                <a:spcPts val="0"/>
              </a:spcBef>
              <a:spcAft>
                <a:spcPts val="0"/>
              </a:spcAft>
              <a:buClr>
                <a:schemeClr val="lt1"/>
              </a:buClr>
              <a:buSzPts val="6200"/>
              <a:buNone/>
              <a:defRPr>
                <a:solidFill>
                  <a:schemeClr val="lt1"/>
                </a:solidFill>
              </a:defRPr>
            </a:lvl7pPr>
            <a:lvl8pPr lvl="7" algn="ctr">
              <a:lnSpc>
                <a:spcPct val="90000"/>
              </a:lnSpc>
              <a:spcBef>
                <a:spcPts val="0"/>
              </a:spcBef>
              <a:spcAft>
                <a:spcPts val="0"/>
              </a:spcAft>
              <a:buClr>
                <a:schemeClr val="lt1"/>
              </a:buClr>
              <a:buSzPts val="6200"/>
              <a:buNone/>
              <a:defRPr>
                <a:solidFill>
                  <a:schemeClr val="lt1"/>
                </a:solidFill>
              </a:defRPr>
            </a:lvl8pPr>
            <a:lvl9pPr lvl="8" algn="ctr">
              <a:lnSpc>
                <a:spcPct val="90000"/>
              </a:lnSpc>
              <a:spcBef>
                <a:spcPts val="0"/>
              </a:spcBef>
              <a:spcAft>
                <a:spcPts val="0"/>
              </a:spcAft>
              <a:buClr>
                <a:schemeClr val="lt1"/>
              </a:buClr>
              <a:buSzPts val="6200"/>
              <a:buNone/>
              <a:defRPr>
                <a:solidFill>
                  <a:schemeClr val="lt1"/>
                </a:solidFill>
              </a:defRPr>
            </a:lvl9pPr>
          </a:lstStyle>
          <a:p/>
        </p:txBody>
      </p:sp>
      <p:sp>
        <p:nvSpPr>
          <p:cNvPr id="211" name="Google Shape;211;p48"/>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TITLE_1_1_1_1">
    <p:bg>
      <p:bgPr>
        <a:solidFill>
          <a:schemeClr val="dk2"/>
        </a:solidFill>
      </p:bgPr>
    </p:bg>
    <p:spTree>
      <p:nvGrpSpPr>
        <p:cNvPr id="212" name="Shape 212"/>
        <p:cNvGrpSpPr/>
        <p:nvPr/>
      </p:nvGrpSpPr>
      <p:grpSpPr>
        <a:xfrm>
          <a:off x="0" y="0"/>
          <a:ext cx="0" cy="0"/>
          <a:chOff x="0" y="0"/>
          <a:chExt cx="0" cy="0"/>
        </a:xfrm>
      </p:grpSpPr>
      <p:pic>
        <p:nvPicPr>
          <p:cNvPr id="213" name="Google Shape;213;p49"/>
          <p:cNvPicPr preferRelativeResize="0"/>
          <p:nvPr/>
        </p:nvPicPr>
        <p:blipFill rotWithShape="1">
          <a:blip r:embed="rId2">
            <a:alphaModFix amt="91000"/>
          </a:blip>
          <a:srcRect b="8430" l="749" r="758" t="8438"/>
          <a:stretch/>
        </p:blipFill>
        <p:spPr>
          <a:xfrm flipH="1">
            <a:off x="-169299" y="-95250"/>
            <a:ext cx="9482624" cy="5334000"/>
          </a:xfrm>
          <a:prstGeom prst="rect">
            <a:avLst/>
          </a:prstGeom>
          <a:noFill/>
          <a:ln>
            <a:noFill/>
          </a:ln>
        </p:spPr>
      </p:pic>
      <p:sp>
        <p:nvSpPr>
          <p:cNvPr id="214" name="Google Shape;214;p49"/>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Clr>
                <a:schemeClr val="lt1"/>
              </a:buClr>
              <a:buSzPts val="6200"/>
              <a:buNone/>
              <a:defRPr>
                <a:solidFill>
                  <a:schemeClr val="lt1"/>
                </a:solidFill>
              </a:defRPr>
            </a:lvl2pPr>
            <a:lvl3pPr lvl="2" algn="ctr">
              <a:lnSpc>
                <a:spcPct val="90000"/>
              </a:lnSpc>
              <a:spcBef>
                <a:spcPts val="0"/>
              </a:spcBef>
              <a:spcAft>
                <a:spcPts val="0"/>
              </a:spcAft>
              <a:buClr>
                <a:schemeClr val="lt1"/>
              </a:buClr>
              <a:buSzPts val="6200"/>
              <a:buNone/>
              <a:defRPr>
                <a:solidFill>
                  <a:schemeClr val="lt1"/>
                </a:solidFill>
              </a:defRPr>
            </a:lvl3pPr>
            <a:lvl4pPr lvl="3" algn="ctr">
              <a:lnSpc>
                <a:spcPct val="90000"/>
              </a:lnSpc>
              <a:spcBef>
                <a:spcPts val="0"/>
              </a:spcBef>
              <a:spcAft>
                <a:spcPts val="0"/>
              </a:spcAft>
              <a:buClr>
                <a:schemeClr val="lt1"/>
              </a:buClr>
              <a:buSzPts val="6200"/>
              <a:buNone/>
              <a:defRPr>
                <a:solidFill>
                  <a:schemeClr val="lt1"/>
                </a:solidFill>
              </a:defRPr>
            </a:lvl4pPr>
            <a:lvl5pPr lvl="4" algn="ctr">
              <a:lnSpc>
                <a:spcPct val="90000"/>
              </a:lnSpc>
              <a:spcBef>
                <a:spcPts val="0"/>
              </a:spcBef>
              <a:spcAft>
                <a:spcPts val="0"/>
              </a:spcAft>
              <a:buClr>
                <a:schemeClr val="lt1"/>
              </a:buClr>
              <a:buSzPts val="6200"/>
              <a:buNone/>
              <a:defRPr>
                <a:solidFill>
                  <a:schemeClr val="lt1"/>
                </a:solidFill>
              </a:defRPr>
            </a:lvl5pPr>
            <a:lvl6pPr lvl="5" algn="ctr">
              <a:lnSpc>
                <a:spcPct val="90000"/>
              </a:lnSpc>
              <a:spcBef>
                <a:spcPts val="0"/>
              </a:spcBef>
              <a:spcAft>
                <a:spcPts val="0"/>
              </a:spcAft>
              <a:buClr>
                <a:schemeClr val="lt1"/>
              </a:buClr>
              <a:buSzPts val="6200"/>
              <a:buNone/>
              <a:defRPr>
                <a:solidFill>
                  <a:schemeClr val="lt1"/>
                </a:solidFill>
              </a:defRPr>
            </a:lvl6pPr>
            <a:lvl7pPr lvl="6" algn="ctr">
              <a:lnSpc>
                <a:spcPct val="90000"/>
              </a:lnSpc>
              <a:spcBef>
                <a:spcPts val="0"/>
              </a:spcBef>
              <a:spcAft>
                <a:spcPts val="0"/>
              </a:spcAft>
              <a:buClr>
                <a:schemeClr val="lt1"/>
              </a:buClr>
              <a:buSzPts val="6200"/>
              <a:buNone/>
              <a:defRPr>
                <a:solidFill>
                  <a:schemeClr val="lt1"/>
                </a:solidFill>
              </a:defRPr>
            </a:lvl7pPr>
            <a:lvl8pPr lvl="7" algn="ctr">
              <a:lnSpc>
                <a:spcPct val="90000"/>
              </a:lnSpc>
              <a:spcBef>
                <a:spcPts val="0"/>
              </a:spcBef>
              <a:spcAft>
                <a:spcPts val="0"/>
              </a:spcAft>
              <a:buClr>
                <a:schemeClr val="lt1"/>
              </a:buClr>
              <a:buSzPts val="6200"/>
              <a:buNone/>
              <a:defRPr>
                <a:solidFill>
                  <a:schemeClr val="lt1"/>
                </a:solidFill>
              </a:defRPr>
            </a:lvl8pPr>
            <a:lvl9pPr lvl="8" algn="ctr">
              <a:lnSpc>
                <a:spcPct val="90000"/>
              </a:lnSpc>
              <a:spcBef>
                <a:spcPts val="0"/>
              </a:spcBef>
              <a:spcAft>
                <a:spcPts val="0"/>
              </a:spcAft>
              <a:buClr>
                <a:schemeClr val="lt1"/>
              </a:buClr>
              <a:buSzPts val="6200"/>
              <a:buNone/>
              <a:defRPr>
                <a:solidFill>
                  <a:schemeClr val="lt1"/>
                </a:solidFill>
              </a:defRPr>
            </a:lvl9pPr>
          </a:lstStyle>
          <a:p/>
        </p:txBody>
      </p:sp>
      <p:sp>
        <p:nvSpPr>
          <p:cNvPr id="215" name="Google Shape;215;p49"/>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2">
    <p:bg>
      <p:bgPr>
        <a:solidFill>
          <a:srgbClr val="666666"/>
        </a:solidFill>
      </p:bgPr>
    </p:bg>
    <p:spTree>
      <p:nvGrpSpPr>
        <p:cNvPr id="216" name="Shape 216"/>
        <p:cNvGrpSpPr/>
        <p:nvPr/>
      </p:nvGrpSpPr>
      <p:grpSpPr>
        <a:xfrm>
          <a:off x="0" y="0"/>
          <a:ext cx="0" cy="0"/>
          <a:chOff x="0" y="0"/>
          <a:chExt cx="0" cy="0"/>
        </a:xfrm>
      </p:grpSpPr>
      <p:sp>
        <p:nvSpPr>
          <p:cNvPr id="217" name="Google Shape;217;p50"/>
          <p:cNvSpPr txBox="1"/>
          <p:nvPr>
            <p:ph type="ctrTitle"/>
          </p:nvPr>
        </p:nvSpPr>
        <p:spPr>
          <a:xfrm>
            <a:off x="360000" y="360000"/>
            <a:ext cx="6847200" cy="2063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18" name="Google Shape;218;p50"/>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1">
    <p:spTree>
      <p:nvGrpSpPr>
        <p:cNvPr id="219" name="Shape 219"/>
        <p:cNvGrpSpPr/>
        <p:nvPr/>
      </p:nvGrpSpPr>
      <p:grpSpPr>
        <a:xfrm>
          <a:off x="0" y="0"/>
          <a:ext cx="0" cy="0"/>
          <a:chOff x="0" y="0"/>
          <a:chExt cx="0" cy="0"/>
        </a:xfrm>
      </p:grpSpPr>
      <p:pic>
        <p:nvPicPr>
          <p:cNvPr id="220" name="Google Shape;220;p51"/>
          <p:cNvPicPr preferRelativeResize="0"/>
          <p:nvPr/>
        </p:nvPicPr>
        <p:blipFill rotWithShape="1">
          <a:blip r:embed="rId2">
            <a:alphaModFix/>
          </a:blip>
          <a:srcRect b="0" l="0" r="0" t="0"/>
          <a:stretch/>
        </p:blipFill>
        <p:spPr>
          <a:xfrm>
            <a:off x="0" y="5881"/>
            <a:ext cx="9144003" cy="5143500"/>
          </a:xfrm>
          <a:prstGeom prst="rect">
            <a:avLst/>
          </a:prstGeom>
          <a:noFill/>
          <a:ln>
            <a:noFill/>
          </a:ln>
        </p:spPr>
      </p:pic>
      <p:sp>
        <p:nvSpPr>
          <p:cNvPr id="221" name="Google Shape;221;p51"/>
          <p:cNvSpPr txBox="1"/>
          <p:nvPr>
            <p:ph type="ctrTitle"/>
          </p:nvPr>
        </p:nvSpPr>
        <p:spPr>
          <a:xfrm>
            <a:off x="360000" y="360000"/>
            <a:ext cx="68316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2" name="Google Shape;222;p51"/>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10">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 Collaborate">
  <p:cSld name="TITLE_1_2_2">
    <p:bg>
      <p:bgPr>
        <a:solidFill>
          <a:srgbClr val="C0E38B"/>
        </a:solidFill>
      </p:bgPr>
    </p:bg>
    <p:spTree>
      <p:nvGrpSpPr>
        <p:cNvPr id="223" name="Shape 223"/>
        <p:cNvGrpSpPr/>
        <p:nvPr/>
      </p:nvGrpSpPr>
      <p:grpSpPr>
        <a:xfrm>
          <a:off x="0" y="0"/>
          <a:ext cx="0" cy="0"/>
          <a:chOff x="0" y="0"/>
          <a:chExt cx="0" cy="0"/>
        </a:xfrm>
      </p:grpSpPr>
      <p:sp>
        <p:nvSpPr>
          <p:cNvPr id="224" name="Google Shape;224;p52"/>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5" name="Google Shape;225;p52"/>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226" name="Google Shape;226;p52"/>
          <p:cNvSpPr txBox="1"/>
          <p:nvPr/>
        </p:nvSpPr>
        <p:spPr>
          <a:xfrm>
            <a:off x="6063700" y="4119500"/>
            <a:ext cx="27204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Collaborate</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enario">
  <p:cSld name="TITLE_1_2_2_1_1">
    <p:bg>
      <p:bgPr>
        <a:solidFill>
          <a:srgbClr val="2ECC71"/>
        </a:solidFill>
      </p:bgPr>
    </p:bg>
    <p:spTree>
      <p:nvGrpSpPr>
        <p:cNvPr id="227" name="Shape 227"/>
        <p:cNvGrpSpPr/>
        <p:nvPr/>
      </p:nvGrpSpPr>
      <p:grpSpPr>
        <a:xfrm>
          <a:off x="0" y="0"/>
          <a:ext cx="0" cy="0"/>
          <a:chOff x="0" y="0"/>
          <a:chExt cx="0" cy="0"/>
        </a:xfrm>
      </p:grpSpPr>
      <p:sp>
        <p:nvSpPr>
          <p:cNvPr id="228" name="Google Shape;228;p53"/>
          <p:cNvSpPr txBox="1"/>
          <p:nvPr>
            <p:ph type="ctrTitle"/>
          </p:nvPr>
        </p:nvSpPr>
        <p:spPr>
          <a:xfrm>
            <a:off x="360000" y="360000"/>
            <a:ext cx="6839400" cy="13911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9" name="Google Shape;229;p53"/>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230" name="Google Shape;230;p53"/>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Scenario</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eft and diagram right">
  <p:cSld name="TITLE_1_1">
    <p:spTree>
      <p:nvGrpSpPr>
        <p:cNvPr id="231" name="Shape 231"/>
        <p:cNvGrpSpPr/>
        <p:nvPr/>
      </p:nvGrpSpPr>
      <p:grpSpPr>
        <a:xfrm>
          <a:off x="0" y="0"/>
          <a:ext cx="0" cy="0"/>
          <a:chOff x="0" y="0"/>
          <a:chExt cx="0" cy="0"/>
        </a:xfrm>
      </p:grpSpPr>
      <p:sp>
        <p:nvSpPr>
          <p:cNvPr id="232" name="Google Shape;232;p54"/>
          <p:cNvSpPr txBox="1"/>
          <p:nvPr>
            <p:ph type="ctrTitle"/>
          </p:nvPr>
        </p:nvSpPr>
        <p:spPr>
          <a:xfrm>
            <a:off x="360000" y="360000"/>
            <a:ext cx="50313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33" name="Google Shape;233;p54"/>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cons">
  <p:cSld name="TITLE_1_1_1">
    <p:spTree>
      <p:nvGrpSpPr>
        <p:cNvPr id="234" name="Shape 234"/>
        <p:cNvGrpSpPr/>
        <p:nvPr/>
      </p:nvGrpSpPr>
      <p:grpSpPr>
        <a:xfrm>
          <a:off x="0" y="0"/>
          <a:ext cx="0" cy="0"/>
          <a:chOff x="0" y="0"/>
          <a:chExt cx="0" cy="0"/>
        </a:xfrm>
      </p:grpSpPr>
      <p:sp>
        <p:nvSpPr>
          <p:cNvPr id="235" name="Google Shape;235;p55"/>
          <p:cNvSpPr txBox="1"/>
          <p:nvPr>
            <p:ph type="ctrTitle"/>
          </p:nvPr>
        </p:nvSpPr>
        <p:spPr>
          <a:xfrm>
            <a:off x="360000" y="360000"/>
            <a:ext cx="68472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36" name="Google Shape;236;p55"/>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10">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body text only">
  <p:cSld name="TITLE_1_1_1_1_1">
    <p:bg>
      <p:bgPr>
        <a:solidFill>
          <a:schemeClr val="dk2"/>
        </a:solidFill>
      </p:bgPr>
    </p:bg>
    <p:spTree>
      <p:nvGrpSpPr>
        <p:cNvPr id="237" name="Shape 237"/>
        <p:cNvGrpSpPr/>
        <p:nvPr/>
      </p:nvGrpSpPr>
      <p:grpSpPr>
        <a:xfrm>
          <a:off x="0" y="0"/>
          <a:ext cx="0" cy="0"/>
          <a:chOff x="0" y="0"/>
          <a:chExt cx="0" cy="0"/>
        </a:xfrm>
      </p:grpSpPr>
      <p:sp>
        <p:nvSpPr>
          <p:cNvPr id="238" name="Google Shape;238;p56"/>
          <p:cNvSpPr txBox="1"/>
          <p:nvPr>
            <p:ph type="ctrTitle"/>
          </p:nvPr>
        </p:nvSpPr>
        <p:spPr>
          <a:xfrm>
            <a:off x="360000" y="360000"/>
            <a:ext cx="5021700" cy="4500000"/>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chemeClr val="lt1"/>
              </a:buClr>
              <a:buSzPts val="4200"/>
              <a:buNone/>
              <a:defRPr sz="4200">
                <a:solidFill>
                  <a:schemeClr val="lt1"/>
                </a:solidFill>
              </a:defRPr>
            </a:lvl1pPr>
            <a:lvl2pPr lvl="1" algn="ctr">
              <a:lnSpc>
                <a:spcPct val="90000"/>
              </a:lnSpc>
              <a:spcBef>
                <a:spcPts val="0"/>
              </a:spcBef>
              <a:spcAft>
                <a:spcPts val="0"/>
              </a:spcAft>
              <a:buClr>
                <a:schemeClr val="lt1"/>
              </a:buClr>
              <a:buSzPts val="4200"/>
              <a:buNone/>
              <a:defRPr sz="4200">
                <a:solidFill>
                  <a:schemeClr val="lt1"/>
                </a:solidFill>
              </a:defRPr>
            </a:lvl2pPr>
            <a:lvl3pPr lvl="2" algn="ctr">
              <a:lnSpc>
                <a:spcPct val="90000"/>
              </a:lnSpc>
              <a:spcBef>
                <a:spcPts val="0"/>
              </a:spcBef>
              <a:spcAft>
                <a:spcPts val="0"/>
              </a:spcAft>
              <a:buClr>
                <a:schemeClr val="lt1"/>
              </a:buClr>
              <a:buSzPts val="4200"/>
              <a:buNone/>
              <a:defRPr sz="4200">
                <a:solidFill>
                  <a:schemeClr val="lt1"/>
                </a:solidFill>
              </a:defRPr>
            </a:lvl3pPr>
            <a:lvl4pPr lvl="3" algn="ctr">
              <a:lnSpc>
                <a:spcPct val="90000"/>
              </a:lnSpc>
              <a:spcBef>
                <a:spcPts val="0"/>
              </a:spcBef>
              <a:spcAft>
                <a:spcPts val="0"/>
              </a:spcAft>
              <a:buClr>
                <a:schemeClr val="lt1"/>
              </a:buClr>
              <a:buSzPts val="4200"/>
              <a:buNone/>
              <a:defRPr sz="4200">
                <a:solidFill>
                  <a:schemeClr val="lt1"/>
                </a:solidFill>
              </a:defRPr>
            </a:lvl4pPr>
            <a:lvl5pPr lvl="4" algn="ctr">
              <a:lnSpc>
                <a:spcPct val="90000"/>
              </a:lnSpc>
              <a:spcBef>
                <a:spcPts val="0"/>
              </a:spcBef>
              <a:spcAft>
                <a:spcPts val="0"/>
              </a:spcAft>
              <a:buClr>
                <a:schemeClr val="lt1"/>
              </a:buClr>
              <a:buSzPts val="4200"/>
              <a:buNone/>
              <a:defRPr sz="4200">
                <a:solidFill>
                  <a:schemeClr val="lt1"/>
                </a:solidFill>
              </a:defRPr>
            </a:lvl5pPr>
            <a:lvl6pPr lvl="5" algn="ctr">
              <a:lnSpc>
                <a:spcPct val="90000"/>
              </a:lnSpc>
              <a:spcBef>
                <a:spcPts val="0"/>
              </a:spcBef>
              <a:spcAft>
                <a:spcPts val="0"/>
              </a:spcAft>
              <a:buClr>
                <a:schemeClr val="lt1"/>
              </a:buClr>
              <a:buSzPts val="4200"/>
              <a:buNone/>
              <a:defRPr sz="4200">
                <a:solidFill>
                  <a:schemeClr val="lt1"/>
                </a:solidFill>
              </a:defRPr>
            </a:lvl6pPr>
            <a:lvl7pPr lvl="6" algn="ctr">
              <a:lnSpc>
                <a:spcPct val="90000"/>
              </a:lnSpc>
              <a:spcBef>
                <a:spcPts val="0"/>
              </a:spcBef>
              <a:spcAft>
                <a:spcPts val="0"/>
              </a:spcAft>
              <a:buClr>
                <a:schemeClr val="lt1"/>
              </a:buClr>
              <a:buSzPts val="4200"/>
              <a:buNone/>
              <a:defRPr sz="4200">
                <a:solidFill>
                  <a:schemeClr val="lt1"/>
                </a:solidFill>
              </a:defRPr>
            </a:lvl7pPr>
            <a:lvl8pPr lvl="7" algn="ctr">
              <a:lnSpc>
                <a:spcPct val="90000"/>
              </a:lnSpc>
              <a:spcBef>
                <a:spcPts val="0"/>
              </a:spcBef>
              <a:spcAft>
                <a:spcPts val="0"/>
              </a:spcAft>
              <a:buClr>
                <a:schemeClr val="lt1"/>
              </a:buClr>
              <a:buSzPts val="4200"/>
              <a:buNone/>
              <a:defRPr sz="4200">
                <a:solidFill>
                  <a:schemeClr val="lt1"/>
                </a:solidFill>
              </a:defRPr>
            </a:lvl8pPr>
            <a:lvl9pPr lvl="8" algn="ctr">
              <a:lnSpc>
                <a:spcPct val="90000"/>
              </a:lnSpc>
              <a:spcBef>
                <a:spcPts val="0"/>
              </a:spcBef>
              <a:spcAft>
                <a:spcPts val="0"/>
              </a:spcAft>
              <a:buClr>
                <a:schemeClr val="lt1"/>
              </a:buClr>
              <a:buSzPts val="4200"/>
              <a:buNone/>
              <a:defRPr sz="4200">
                <a:solidFill>
                  <a:schemeClr val="lt1"/>
                </a:solidFill>
              </a:defRPr>
            </a:lvl9pPr>
          </a:lstStyle>
          <a:p/>
        </p:txBody>
      </p:sp>
      <p:sp>
        <p:nvSpPr>
          <p:cNvPr id="239" name="Google Shape;239;p56"/>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TITLE_1_1_1_1_1_1">
    <p:bg>
      <p:bgPr>
        <a:solidFill>
          <a:schemeClr val="dk2"/>
        </a:solidFill>
      </p:bgPr>
    </p:bg>
    <p:spTree>
      <p:nvGrpSpPr>
        <p:cNvPr id="240" name="Shape 240"/>
        <p:cNvGrpSpPr/>
        <p:nvPr/>
      </p:nvGrpSpPr>
      <p:grpSpPr>
        <a:xfrm>
          <a:off x="0" y="0"/>
          <a:ext cx="0" cy="0"/>
          <a:chOff x="0" y="0"/>
          <a:chExt cx="0" cy="0"/>
        </a:xfrm>
      </p:grpSpPr>
      <p:sp>
        <p:nvSpPr>
          <p:cNvPr id="241" name="Google Shape;241;p57"/>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242" name="Shape 242"/>
        <p:cNvGrpSpPr/>
        <p:nvPr/>
      </p:nvGrpSpPr>
      <p:grpSpPr>
        <a:xfrm>
          <a:off x="0" y="0"/>
          <a:ext cx="0" cy="0"/>
          <a:chOff x="0" y="0"/>
          <a:chExt cx="0" cy="0"/>
        </a:xfrm>
      </p:grpSpPr>
      <p:sp>
        <p:nvSpPr>
          <p:cNvPr id="243" name="Google Shape;243;p5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245" name="Shape 245"/>
        <p:cNvGrpSpPr/>
        <p:nvPr/>
      </p:nvGrpSpPr>
      <p:grpSpPr>
        <a:xfrm>
          <a:off x="0" y="0"/>
          <a:ext cx="0" cy="0"/>
          <a:chOff x="0" y="0"/>
          <a:chExt cx="0" cy="0"/>
        </a:xfrm>
      </p:grpSpPr>
      <p:sp>
        <p:nvSpPr>
          <p:cNvPr id="246" name="Google Shape;246;p6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7" name="Google Shape;247;p6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248" name="Shape 248"/>
        <p:cNvGrpSpPr/>
        <p:nvPr/>
      </p:nvGrpSpPr>
      <p:grpSpPr>
        <a:xfrm>
          <a:off x="0" y="0"/>
          <a:ext cx="0" cy="0"/>
          <a:chOff x="0" y="0"/>
          <a:chExt cx="0" cy="0"/>
        </a:xfrm>
      </p:grpSpPr>
      <p:sp>
        <p:nvSpPr>
          <p:cNvPr id="249" name="Google Shape;249;p6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0" name="Google Shape;250;p6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251" name="Shape 251"/>
        <p:cNvGrpSpPr/>
        <p:nvPr/>
      </p:nvGrpSpPr>
      <p:grpSpPr>
        <a:xfrm>
          <a:off x="0" y="0"/>
          <a:ext cx="0" cy="0"/>
          <a:chOff x="0" y="0"/>
          <a:chExt cx="0" cy="0"/>
        </a:xfrm>
      </p:grpSpPr>
      <p:sp>
        <p:nvSpPr>
          <p:cNvPr id="252" name="Google Shape;252;p6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3" name="Google Shape;253;p6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4" name="Shape 254"/>
        <p:cNvGrpSpPr/>
        <p:nvPr/>
      </p:nvGrpSpPr>
      <p:grpSpPr>
        <a:xfrm>
          <a:off x="0" y="0"/>
          <a:ext cx="0" cy="0"/>
          <a:chOff x="0" y="0"/>
          <a:chExt cx="0" cy="0"/>
        </a:xfrm>
      </p:grpSpPr>
      <p:sp>
        <p:nvSpPr>
          <p:cNvPr id="255" name="Google Shape;255;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256" name="Google Shape;256;p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57" name="Google Shape;257;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7 master">
  <p:cSld name="Slide 27 master">
    <p:bg>
      <p:bgPr>
        <a:solidFill>
          <a:srgbClr val="000000"/>
        </a:solidFill>
      </p:bgPr>
    </p:bg>
    <p:spTree>
      <p:nvGrpSpPr>
        <p:cNvPr id="258" name="Shape 258"/>
        <p:cNvGrpSpPr/>
        <p:nvPr/>
      </p:nvGrpSpPr>
      <p:grpSpPr>
        <a:xfrm>
          <a:off x="0" y="0"/>
          <a:ext cx="0" cy="0"/>
          <a:chOff x="0" y="0"/>
          <a:chExt cx="0" cy="0"/>
        </a:xfrm>
      </p:grpSpPr>
      <p:sp>
        <p:nvSpPr>
          <p:cNvPr id="259" name="Google Shape;259;p64"/>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60" name="Google Shape;260;p6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261" name="Shape 261"/>
        <p:cNvGrpSpPr/>
        <p:nvPr/>
      </p:nvGrpSpPr>
      <p:grpSpPr>
        <a:xfrm>
          <a:off x="0" y="0"/>
          <a:ext cx="0" cy="0"/>
          <a:chOff x="0" y="0"/>
          <a:chExt cx="0" cy="0"/>
        </a:xfrm>
      </p:grpSpPr>
      <p:sp>
        <p:nvSpPr>
          <p:cNvPr id="262" name="Google Shape;262;p65"/>
          <p:cNvSpPr txBox="1"/>
          <p:nvPr>
            <p:ph type="ctrTitle"/>
          </p:nvPr>
        </p:nvSpPr>
        <p:spPr>
          <a:xfrm>
            <a:off x="880144" y="3481084"/>
            <a:ext cx="7021500" cy="11028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3000"/>
              <a:buFont typeface="Arial"/>
              <a:buChar char="●"/>
              <a:defRPr b="1" i="0" sz="3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3" name="Google Shape;263;p65"/>
          <p:cNvSpPr txBox="1"/>
          <p:nvPr>
            <p:ph idx="1" type="subTitle"/>
          </p:nvPr>
        </p:nvSpPr>
        <p:spPr>
          <a:xfrm>
            <a:off x="886614" y="4499643"/>
            <a:ext cx="5065500" cy="369300"/>
          </a:xfrm>
          <a:prstGeom prst="rect">
            <a:avLst/>
          </a:prstGeom>
          <a:noFill/>
          <a:ln>
            <a:noFill/>
          </a:ln>
        </p:spPr>
        <p:txBody>
          <a:bodyPr anchorCtr="0" anchor="t" bIns="0" lIns="0" spcFirstLastPara="1" rIns="0" wrap="square" tIns="0">
            <a:noAutofit/>
          </a:bodyPr>
          <a:lstStyle>
            <a:lvl1pPr lvl="0" marR="0" rtl="0" algn="l">
              <a:lnSpc>
                <a:spcPct val="10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ctr">
              <a:lnSpc>
                <a:spcPct val="10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rtl="0" algn="ctr">
              <a:lnSpc>
                <a:spcPct val="10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264" name="Google Shape;264;p65"/>
          <p:cNvSpPr txBox="1"/>
          <p:nvPr>
            <p:ph idx="2" type="body"/>
          </p:nvPr>
        </p:nvSpPr>
        <p:spPr>
          <a:xfrm>
            <a:off x="7410584" y="4503884"/>
            <a:ext cx="1446600" cy="351300"/>
          </a:xfrm>
          <a:prstGeom prst="rect">
            <a:avLst/>
          </a:prstGeom>
          <a:noFill/>
          <a:ln>
            <a:noFill/>
          </a:ln>
        </p:spPr>
        <p:txBody>
          <a:bodyPr anchorCtr="0" anchor="t" bIns="0" lIns="0" spcFirstLastPara="1" rIns="0" wrap="square" tIns="0">
            <a:noAutofit/>
          </a:bodyPr>
          <a:lstStyle>
            <a:lvl1pPr indent="-342900" lvl="0" marL="457200" marR="0" rtl="0" algn="l">
              <a:lnSpc>
                <a:spcPct val="100000"/>
              </a:lnSpc>
              <a:spcBef>
                <a:spcPts val="500"/>
              </a:spcBef>
              <a:spcAft>
                <a:spcPts val="0"/>
              </a:spcAft>
              <a:buClr>
                <a:schemeClr val="dk1"/>
              </a:buClr>
              <a:buSzPts val="1800"/>
              <a:buFont typeface="Arial"/>
              <a:buChar char="●"/>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700"/>
              <a:buFont typeface="Arial"/>
              <a:buNone/>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5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5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5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pic>
        <p:nvPicPr>
          <p:cNvPr id="265" name="Google Shape;265;p65"/>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1">
  <p:cSld name="Contents slide 1">
    <p:bg>
      <p:bgPr>
        <a:blipFill>
          <a:blip r:embed="rId2">
            <a:alphaModFix/>
          </a:blip>
          <a:stretch>
            <a:fillRect/>
          </a:stretch>
        </a:blipFill>
      </p:bgPr>
    </p:bg>
    <p:spTree>
      <p:nvGrpSpPr>
        <p:cNvPr id="266" name="Shape 266"/>
        <p:cNvGrpSpPr/>
        <p:nvPr/>
      </p:nvGrpSpPr>
      <p:grpSpPr>
        <a:xfrm>
          <a:off x="0" y="0"/>
          <a:ext cx="0" cy="0"/>
          <a:chOff x="0" y="0"/>
          <a:chExt cx="0" cy="0"/>
        </a:xfrm>
      </p:grpSpPr>
      <p:sp>
        <p:nvSpPr>
          <p:cNvPr id="267" name="Google Shape;267;p66"/>
          <p:cNvSpPr txBox="1"/>
          <p:nvPr>
            <p:ph idx="1" type="body"/>
          </p:nvPr>
        </p:nvSpPr>
        <p:spPr>
          <a:xfrm>
            <a:off x="433863" y="1530770"/>
            <a:ext cx="532800" cy="25026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500"/>
              </a:spcBef>
              <a:spcAft>
                <a:spcPts val="0"/>
              </a:spcAft>
              <a:buClr>
                <a:schemeClr val="dk1"/>
              </a:buClr>
              <a:buSzPts val="1700"/>
              <a:buFont typeface="Arial"/>
              <a:buNone/>
              <a:defRPr b="1" i="0" sz="1700" u="none" cap="none" strike="noStrike">
                <a:solidFill>
                  <a:schemeClr val="dk1"/>
                </a:solidFill>
                <a:latin typeface="Arial"/>
                <a:ea typeface="Arial"/>
                <a:cs typeface="Arial"/>
                <a:sym typeface="Arial"/>
              </a:defRPr>
            </a:lvl1pPr>
            <a:lvl2pPr indent="-336550" lvl="1" marL="914400" marR="0" rtl="0" algn="l">
              <a:lnSpc>
                <a:spcPct val="100000"/>
              </a:lnSpc>
              <a:spcBef>
                <a:spcPts val="18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2pPr>
            <a:lvl3pPr indent="-336550" lvl="2" marL="13716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3pPr>
            <a:lvl4pPr indent="-336550" lvl="3" marL="18288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4pPr>
            <a:lvl5pPr indent="-336550" lvl="4" marL="22860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68" name="Google Shape;268;p66"/>
          <p:cNvSpPr txBox="1"/>
          <p:nvPr>
            <p:ph type="title"/>
          </p:nvPr>
        </p:nvSpPr>
        <p:spPr>
          <a:xfrm>
            <a:off x="433863" y="317011"/>
            <a:ext cx="7988400" cy="4152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9" name="Google Shape;269;p66"/>
          <p:cNvSpPr txBox="1"/>
          <p:nvPr>
            <p:ph idx="2" type="body"/>
          </p:nvPr>
        </p:nvSpPr>
        <p:spPr>
          <a:xfrm>
            <a:off x="1088928" y="1537301"/>
            <a:ext cx="7339800" cy="25026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50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indent="-336550" lvl="1" marL="914400" marR="0" rtl="0" algn="l">
              <a:lnSpc>
                <a:spcPct val="100000"/>
              </a:lnSpc>
              <a:spcBef>
                <a:spcPts val="18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2pPr>
            <a:lvl3pPr indent="-336550" lvl="2" marL="13716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3pPr>
            <a:lvl4pPr indent="-336550" lvl="3" marL="18288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4pPr>
            <a:lvl5pPr indent="-336550" lvl="4" marL="22860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0" name="Shape 270"/>
        <p:cNvGrpSpPr/>
        <p:nvPr/>
      </p:nvGrpSpPr>
      <p:grpSpPr>
        <a:xfrm>
          <a:off x="0" y="0"/>
          <a:ext cx="0" cy="0"/>
          <a:chOff x="0" y="0"/>
          <a:chExt cx="0" cy="0"/>
        </a:xfrm>
      </p:grpSpPr>
      <p:sp>
        <p:nvSpPr>
          <p:cNvPr id="271" name="Google Shape;271;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272" name="Shape 272"/>
        <p:cNvGrpSpPr/>
        <p:nvPr/>
      </p:nvGrpSpPr>
      <p:grpSpPr>
        <a:xfrm>
          <a:off x="0" y="0"/>
          <a:ext cx="0" cy="0"/>
          <a:chOff x="0" y="0"/>
          <a:chExt cx="0" cy="0"/>
        </a:xfrm>
      </p:grpSpPr>
      <p:sp>
        <p:nvSpPr>
          <p:cNvPr id="273" name="Google Shape;273;p68"/>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74" name="Google Shape;274;p6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title" type="title">
  <p:cSld name="TITLE">
    <p:bg>
      <p:bgPr>
        <a:solidFill>
          <a:srgbClr val="666666"/>
        </a:solidFill>
      </p:bgPr>
    </p:bg>
    <p:spTree>
      <p:nvGrpSpPr>
        <p:cNvPr id="275" name="Shape 275"/>
        <p:cNvGrpSpPr/>
        <p:nvPr/>
      </p:nvGrpSpPr>
      <p:grpSpPr>
        <a:xfrm>
          <a:off x="0" y="0"/>
          <a:ext cx="0" cy="0"/>
          <a:chOff x="0" y="0"/>
          <a:chExt cx="0" cy="0"/>
        </a:xfrm>
      </p:grpSpPr>
      <p:sp>
        <p:nvSpPr>
          <p:cNvPr id="276" name="Google Shape;276;p69"/>
          <p:cNvSpPr txBox="1"/>
          <p:nvPr>
            <p:ph type="ctrTitle"/>
          </p:nvPr>
        </p:nvSpPr>
        <p:spPr>
          <a:xfrm>
            <a:off x="360000" y="360000"/>
            <a:ext cx="6831300" cy="4421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77" name="Google Shape;277;p69"/>
          <p:cNvSpPr txBox="1"/>
          <p:nvPr>
            <p:ph idx="12" type="sldNum"/>
          </p:nvPr>
        </p:nvSpPr>
        <p:spPr>
          <a:xfrm>
            <a:off x="8784000" y="4860025"/>
            <a:ext cx="360000" cy="2835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278" name="Google Shape;278;p69"/>
          <p:cNvSpPr txBox="1"/>
          <p:nvPr/>
        </p:nvSpPr>
        <p:spPr>
          <a:xfrm>
            <a:off x="495300" y="2423800"/>
            <a:ext cx="5638800" cy="4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Work Sans"/>
              <a:ea typeface="Work Sans"/>
              <a:cs typeface="Work Sans"/>
              <a:sym typeface="Work Sans"/>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279" name="Shape 279"/>
        <p:cNvGrpSpPr/>
        <p:nvPr/>
      </p:nvGrpSpPr>
      <p:grpSpPr>
        <a:xfrm>
          <a:off x="0" y="0"/>
          <a:ext cx="0" cy="0"/>
          <a:chOff x="0" y="0"/>
          <a:chExt cx="0" cy="0"/>
        </a:xfrm>
      </p:grpSpPr>
      <p:sp>
        <p:nvSpPr>
          <p:cNvPr id="280" name="Google Shape;280;p7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1" name="Google Shape;281;p7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282" name="Shape 282"/>
        <p:cNvGrpSpPr/>
        <p:nvPr/>
      </p:nvGrpSpPr>
      <p:grpSpPr>
        <a:xfrm>
          <a:off x="0" y="0"/>
          <a:ext cx="0" cy="0"/>
          <a:chOff x="0" y="0"/>
          <a:chExt cx="0" cy="0"/>
        </a:xfrm>
      </p:grpSpPr>
      <p:sp>
        <p:nvSpPr>
          <p:cNvPr id="283" name="Google Shape;283;p7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4" name="Google Shape;284;p7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285" name="Shape 285"/>
        <p:cNvGrpSpPr/>
        <p:nvPr/>
      </p:nvGrpSpPr>
      <p:grpSpPr>
        <a:xfrm>
          <a:off x="0" y="0"/>
          <a:ext cx="0" cy="0"/>
          <a:chOff x="0" y="0"/>
          <a:chExt cx="0" cy="0"/>
        </a:xfrm>
      </p:grpSpPr>
      <p:sp>
        <p:nvSpPr>
          <p:cNvPr id="286" name="Google Shape;286;p7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7" name="Google Shape;287;p7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88" name="Shape 288"/>
        <p:cNvGrpSpPr/>
        <p:nvPr/>
      </p:nvGrpSpPr>
      <p:grpSpPr>
        <a:xfrm>
          <a:off x="0" y="0"/>
          <a:ext cx="0" cy="0"/>
          <a:chOff x="0" y="0"/>
          <a:chExt cx="0" cy="0"/>
        </a:xfrm>
      </p:grpSpPr>
      <p:sp>
        <p:nvSpPr>
          <p:cNvPr id="289" name="Google Shape;289;p73"/>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90" name="Google Shape;290;p7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291" name="Shape 291"/>
        <p:cNvGrpSpPr/>
        <p:nvPr/>
      </p:nvGrpSpPr>
      <p:grpSpPr>
        <a:xfrm>
          <a:off x="0" y="0"/>
          <a:ext cx="0" cy="0"/>
          <a:chOff x="0" y="0"/>
          <a:chExt cx="0" cy="0"/>
        </a:xfrm>
      </p:grpSpPr>
      <p:sp>
        <p:nvSpPr>
          <p:cNvPr id="292" name="Google Shape;292;p7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9pPr>
          </a:lstStyle>
          <a:p/>
        </p:txBody>
      </p:sp>
      <p:sp>
        <p:nvSpPr>
          <p:cNvPr id="293" name="Google Shape;293;p7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294" name="Google Shape;294;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95" name="Shape 295"/>
        <p:cNvGrpSpPr/>
        <p:nvPr/>
      </p:nvGrpSpPr>
      <p:grpSpPr>
        <a:xfrm>
          <a:off x="0" y="0"/>
          <a:ext cx="0" cy="0"/>
          <a:chOff x="0" y="0"/>
          <a:chExt cx="0" cy="0"/>
        </a:xfrm>
      </p:grpSpPr>
      <p:sp>
        <p:nvSpPr>
          <p:cNvPr id="296" name="Google Shape;296;p75"/>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97" name="Google Shape;297;p7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6 master">
  <p:cSld name="Slide 26 master">
    <p:bg>
      <p:bgPr>
        <a:solidFill>
          <a:srgbClr val="000000"/>
        </a:solidFill>
      </p:bgPr>
    </p:bg>
    <p:spTree>
      <p:nvGrpSpPr>
        <p:cNvPr id="298" name="Shape 298"/>
        <p:cNvGrpSpPr/>
        <p:nvPr/>
      </p:nvGrpSpPr>
      <p:grpSpPr>
        <a:xfrm>
          <a:off x="0" y="0"/>
          <a:ext cx="0" cy="0"/>
          <a:chOff x="0" y="0"/>
          <a:chExt cx="0" cy="0"/>
        </a:xfrm>
      </p:grpSpPr>
      <p:sp>
        <p:nvSpPr>
          <p:cNvPr id="299" name="Google Shape;299;p76"/>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0" name="Google Shape;300;p7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01" name="Shape 301"/>
        <p:cNvGrpSpPr/>
        <p:nvPr/>
      </p:nvGrpSpPr>
      <p:grpSpPr>
        <a:xfrm>
          <a:off x="0" y="0"/>
          <a:ext cx="0" cy="0"/>
          <a:chOff x="0" y="0"/>
          <a:chExt cx="0" cy="0"/>
        </a:xfrm>
      </p:grpSpPr>
      <p:sp>
        <p:nvSpPr>
          <p:cNvPr id="302" name="Google Shape;302;p77"/>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3" name="Google Shape;303;p7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4 master">
  <p:cSld name="Slide 24 master">
    <p:bg>
      <p:bgPr>
        <a:solidFill>
          <a:srgbClr val="000000"/>
        </a:solidFill>
      </p:bgPr>
    </p:bg>
    <p:spTree>
      <p:nvGrpSpPr>
        <p:cNvPr id="304" name="Shape 304"/>
        <p:cNvGrpSpPr/>
        <p:nvPr/>
      </p:nvGrpSpPr>
      <p:grpSpPr>
        <a:xfrm>
          <a:off x="0" y="0"/>
          <a:ext cx="0" cy="0"/>
          <a:chOff x="0" y="0"/>
          <a:chExt cx="0" cy="0"/>
        </a:xfrm>
      </p:grpSpPr>
      <p:sp>
        <p:nvSpPr>
          <p:cNvPr id="305" name="Google Shape;305;p78"/>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6" name="Google Shape;306;p7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07" name="Shape 307"/>
        <p:cNvGrpSpPr/>
        <p:nvPr/>
      </p:nvGrpSpPr>
      <p:grpSpPr>
        <a:xfrm>
          <a:off x="0" y="0"/>
          <a:ext cx="0" cy="0"/>
          <a:chOff x="0" y="0"/>
          <a:chExt cx="0" cy="0"/>
        </a:xfrm>
      </p:grpSpPr>
      <p:sp>
        <p:nvSpPr>
          <p:cNvPr id="308" name="Google Shape;308;p79"/>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9" name="Google Shape;309;p7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8 master">
  <p:cSld name="Slide 28 master">
    <p:bg>
      <p:bgPr>
        <a:solidFill>
          <a:srgbClr val="000000"/>
        </a:solidFill>
      </p:bgPr>
    </p:bg>
    <p:spTree>
      <p:nvGrpSpPr>
        <p:cNvPr id="310" name="Shape 310"/>
        <p:cNvGrpSpPr/>
        <p:nvPr/>
      </p:nvGrpSpPr>
      <p:grpSpPr>
        <a:xfrm>
          <a:off x="0" y="0"/>
          <a:ext cx="0" cy="0"/>
          <a:chOff x="0" y="0"/>
          <a:chExt cx="0" cy="0"/>
        </a:xfrm>
      </p:grpSpPr>
      <p:sp>
        <p:nvSpPr>
          <p:cNvPr id="311" name="Google Shape;311;p8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12" name="Google Shape;312;p8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9 master">
  <p:cSld name="Slide 29 master">
    <p:bg>
      <p:bgPr>
        <a:solidFill>
          <a:srgbClr val="000000"/>
        </a:solidFill>
      </p:bgPr>
    </p:bg>
    <p:spTree>
      <p:nvGrpSpPr>
        <p:cNvPr id="313" name="Shape 313"/>
        <p:cNvGrpSpPr/>
        <p:nvPr/>
      </p:nvGrpSpPr>
      <p:grpSpPr>
        <a:xfrm>
          <a:off x="0" y="0"/>
          <a:ext cx="0" cy="0"/>
          <a:chOff x="0" y="0"/>
          <a:chExt cx="0" cy="0"/>
        </a:xfrm>
      </p:grpSpPr>
      <p:sp>
        <p:nvSpPr>
          <p:cNvPr id="314" name="Google Shape;314;p8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15" name="Google Shape;315;p8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0 master">
  <p:cSld name="Slide 30 master">
    <p:bg>
      <p:bgPr>
        <a:solidFill>
          <a:srgbClr val="000000"/>
        </a:solidFill>
      </p:bgPr>
    </p:bg>
    <p:spTree>
      <p:nvGrpSpPr>
        <p:cNvPr id="316" name="Shape 316"/>
        <p:cNvGrpSpPr/>
        <p:nvPr/>
      </p:nvGrpSpPr>
      <p:grpSpPr>
        <a:xfrm>
          <a:off x="0" y="0"/>
          <a:ext cx="0" cy="0"/>
          <a:chOff x="0" y="0"/>
          <a:chExt cx="0" cy="0"/>
        </a:xfrm>
      </p:grpSpPr>
      <p:sp>
        <p:nvSpPr>
          <p:cNvPr id="317" name="Google Shape;317;p8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18" name="Google Shape;318;p8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319" name="Shape 319"/>
        <p:cNvGrpSpPr/>
        <p:nvPr/>
      </p:nvGrpSpPr>
      <p:grpSpPr>
        <a:xfrm>
          <a:off x="0" y="0"/>
          <a:ext cx="0" cy="0"/>
          <a:chOff x="0" y="0"/>
          <a:chExt cx="0" cy="0"/>
        </a:xfrm>
      </p:grpSpPr>
      <p:sp>
        <p:nvSpPr>
          <p:cNvPr id="320" name="Google Shape;320;p83"/>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1" name="Google Shape;321;p8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322" name="Shape 322"/>
        <p:cNvGrpSpPr/>
        <p:nvPr/>
      </p:nvGrpSpPr>
      <p:grpSpPr>
        <a:xfrm>
          <a:off x="0" y="0"/>
          <a:ext cx="0" cy="0"/>
          <a:chOff x="0" y="0"/>
          <a:chExt cx="0" cy="0"/>
        </a:xfrm>
      </p:grpSpPr>
      <p:sp>
        <p:nvSpPr>
          <p:cNvPr id="323" name="Google Shape;323;p84"/>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4" name="Google Shape;324;p8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325" name="Shape 325"/>
        <p:cNvGrpSpPr/>
        <p:nvPr/>
      </p:nvGrpSpPr>
      <p:grpSpPr>
        <a:xfrm>
          <a:off x="0" y="0"/>
          <a:ext cx="0" cy="0"/>
          <a:chOff x="0" y="0"/>
          <a:chExt cx="0" cy="0"/>
        </a:xfrm>
      </p:grpSpPr>
      <p:sp>
        <p:nvSpPr>
          <p:cNvPr id="326" name="Google Shape;326;p85"/>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7" name="Google Shape;327;p8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328" name="Shape 328"/>
        <p:cNvGrpSpPr/>
        <p:nvPr/>
      </p:nvGrpSpPr>
      <p:grpSpPr>
        <a:xfrm>
          <a:off x="0" y="0"/>
          <a:ext cx="0" cy="0"/>
          <a:chOff x="0" y="0"/>
          <a:chExt cx="0" cy="0"/>
        </a:xfrm>
      </p:grpSpPr>
      <p:sp>
        <p:nvSpPr>
          <p:cNvPr id="329" name="Google Shape;329;p86"/>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0" name="Google Shape;330;p8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331" name="Shape 331"/>
        <p:cNvGrpSpPr/>
        <p:nvPr/>
      </p:nvGrpSpPr>
      <p:grpSpPr>
        <a:xfrm>
          <a:off x="0" y="0"/>
          <a:ext cx="0" cy="0"/>
          <a:chOff x="0" y="0"/>
          <a:chExt cx="0" cy="0"/>
        </a:xfrm>
      </p:grpSpPr>
      <p:sp>
        <p:nvSpPr>
          <p:cNvPr id="332" name="Google Shape;332;p87"/>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3" name="Google Shape;333;p8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334" name="Shape 334"/>
        <p:cNvGrpSpPr/>
        <p:nvPr/>
      </p:nvGrpSpPr>
      <p:grpSpPr>
        <a:xfrm>
          <a:off x="0" y="0"/>
          <a:ext cx="0" cy="0"/>
          <a:chOff x="0" y="0"/>
          <a:chExt cx="0" cy="0"/>
        </a:xfrm>
      </p:grpSpPr>
      <p:sp>
        <p:nvSpPr>
          <p:cNvPr id="335" name="Google Shape;335;p88"/>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6" name="Google Shape;336;p8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bg>
      <p:bgPr>
        <a:solidFill>
          <a:srgbClr val="000000"/>
        </a:solidFill>
      </p:bgPr>
    </p:bg>
    <p:spTree>
      <p:nvGrpSpPr>
        <p:cNvPr id="337" name="Shape 337"/>
        <p:cNvGrpSpPr/>
        <p:nvPr/>
      </p:nvGrpSpPr>
      <p:grpSpPr>
        <a:xfrm>
          <a:off x="0" y="0"/>
          <a:ext cx="0" cy="0"/>
          <a:chOff x="0" y="0"/>
          <a:chExt cx="0" cy="0"/>
        </a:xfrm>
      </p:grpSpPr>
      <p:sp>
        <p:nvSpPr>
          <p:cNvPr id="338" name="Google Shape;338;p89"/>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9" name="Google Shape;339;p8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bg>
      <p:bgPr>
        <a:solidFill>
          <a:srgbClr val="000000"/>
        </a:solidFill>
      </p:bgPr>
    </p:bg>
    <p:spTree>
      <p:nvGrpSpPr>
        <p:cNvPr id="340" name="Shape 340"/>
        <p:cNvGrpSpPr/>
        <p:nvPr/>
      </p:nvGrpSpPr>
      <p:grpSpPr>
        <a:xfrm>
          <a:off x="0" y="0"/>
          <a:ext cx="0" cy="0"/>
          <a:chOff x="0" y="0"/>
          <a:chExt cx="0" cy="0"/>
        </a:xfrm>
      </p:grpSpPr>
      <p:sp>
        <p:nvSpPr>
          <p:cNvPr id="341" name="Google Shape;341;p9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2" name="Google Shape;342;p9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343" name="Shape 343"/>
        <p:cNvGrpSpPr/>
        <p:nvPr/>
      </p:nvGrpSpPr>
      <p:grpSpPr>
        <a:xfrm>
          <a:off x="0" y="0"/>
          <a:ext cx="0" cy="0"/>
          <a:chOff x="0" y="0"/>
          <a:chExt cx="0" cy="0"/>
        </a:xfrm>
      </p:grpSpPr>
      <p:sp>
        <p:nvSpPr>
          <p:cNvPr id="344" name="Google Shape;344;p9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5" name="Google Shape;345;p9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master">
  <p:cSld name="Slide 21 master">
    <p:bg>
      <p:bgPr>
        <a:solidFill>
          <a:srgbClr val="000000"/>
        </a:solidFill>
      </p:bgPr>
    </p:bg>
    <p:spTree>
      <p:nvGrpSpPr>
        <p:cNvPr id="346" name="Shape 346"/>
        <p:cNvGrpSpPr/>
        <p:nvPr/>
      </p:nvGrpSpPr>
      <p:grpSpPr>
        <a:xfrm>
          <a:off x="0" y="0"/>
          <a:ext cx="0" cy="0"/>
          <a:chOff x="0" y="0"/>
          <a:chExt cx="0" cy="0"/>
        </a:xfrm>
      </p:grpSpPr>
      <p:sp>
        <p:nvSpPr>
          <p:cNvPr id="347" name="Google Shape;347;p9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8" name="Google Shape;348;p9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2 master">
  <p:cSld name="Slide 22 master">
    <p:bg>
      <p:bgPr>
        <a:solidFill>
          <a:srgbClr val="000000"/>
        </a:solidFill>
      </p:bgPr>
    </p:bg>
    <p:spTree>
      <p:nvGrpSpPr>
        <p:cNvPr id="349" name="Shape 349"/>
        <p:cNvGrpSpPr/>
        <p:nvPr/>
      </p:nvGrpSpPr>
      <p:grpSpPr>
        <a:xfrm>
          <a:off x="0" y="0"/>
          <a:ext cx="0" cy="0"/>
          <a:chOff x="0" y="0"/>
          <a:chExt cx="0" cy="0"/>
        </a:xfrm>
      </p:grpSpPr>
      <p:sp>
        <p:nvSpPr>
          <p:cNvPr id="350" name="Google Shape;350;p93"/>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1" name="Google Shape;351;p9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3 master">
  <p:cSld name="Slide 23 master">
    <p:bg>
      <p:bgPr>
        <a:solidFill>
          <a:srgbClr val="000000"/>
        </a:solidFill>
      </p:bgPr>
    </p:bg>
    <p:spTree>
      <p:nvGrpSpPr>
        <p:cNvPr id="352" name="Shape 352"/>
        <p:cNvGrpSpPr/>
        <p:nvPr/>
      </p:nvGrpSpPr>
      <p:grpSpPr>
        <a:xfrm>
          <a:off x="0" y="0"/>
          <a:ext cx="0" cy="0"/>
          <a:chOff x="0" y="0"/>
          <a:chExt cx="0" cy="0"/>
        </a:xfrm>
      </p:grpSpPr>
      <p:sp>
        <p:nvSpPr>
          <p:cNvPr id="353" name="Google Shape;353;p94"/>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4" name="Google Shape;354;p9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5 master">
  <p:cSld name="Slide 25 master">
    <p:bg>
      <p:bgPr>
        <a:solidFill>
          <a:srgbClr val="000000"/>
        </a:solidFill>
      </p:bgPr>
    </p:bg>
    <p:spTree>
      <p:nvGrpSpPr>
        <p:cNvPr id="355" name="Shape 355"/>
        <p:cNvGrpSpPr/>
        <p:nvPr/>
      </p:nvGrpSpPr>
      <p:grpSpPr>
        <a:xfrm>
          <a:off x="0" y="0"/>
          <a:ext cx="0" cy="0"/>
          <a:chOff x="0" y="0"/>
          <a:chExt cx="0" cy="0"/>
        </a:xfrm>
      </p:grpSpPr>
      <p:sp>
        <p:nvSpPr>
          <p:cNvPr id="356" name="Google Shape;356;p95"/>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7" name="Google Shape;357;p9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58" name="Shape 358"/>
        <p:cNvGrpSpPr/>
        <p:nvPr/>
      </p:nvGrpSpPr>
      <p:grpSpPr>
        <a:xfrm>
          <a:off x="0" y="0"/>
          <a:ext cx="0" cy="0"/>
          <a:chOff x="0" y="0"/>
          <a:chExt cx="0" cy="0"/>
        </a:xfrm>
      </p:grpSpPr>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text">
  <p:cSld name="Images and text">
    <p:bg>
      <p:bgPr>
        <a:blipFill>
          <a:blip r:embed="rId2">
            <a:alphaModFix/>
          </a:blip>
          <a:stretch>
            <a:fillRect/>
          </a:stretch>
        </a:blipFill>
      </p:bgPr>
    </p:bg>
    <p:spTree>
      <p:nvGrpSpPr>
        <p:cNvPr id="359" name="Shape 359"/>
        <p:cNvGrpSpPr/>
        <p:nvPr/>
      </p:nvGrpSpPr>
      <p:grpSpPr>
        <a:xfrm>
          <a:off x="0" y="0"/>
          <a:ext cx="0" cy="0"/>
          <a:chOff x="0" y="0"/>
          <a:chExt cx="0" cy="0"/>
        </a:xfrm>
      </p:grpSpPr>
      <p:sp>
        <p:nvSpPr>
          <p:cNvPr id="360" name="Google Shape;360;p97"/>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361" name="Google Shape;361;p97"/>
          <p:cNvSpPr txBox="1"/>
          <p:nvPr>
            <p:ph idx="1" type="body"/>
          </p:nvPr>
        </p:nvSpPr>
        <p:spPr>
          <a:xfrm>
            <a:off x="3288723" y="2587336"/>
            <a:ext cx="2566500" cy="16572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62" name="Google Shape;362;p97"/>
          <p:cNvSpPr txBox="1"/>
          <p:nvPr>
            <p:ph idx="2" type="body"/>
          </p:nvPr>
        </p:nvSpPr>
        <p:spPr>
          <a:xfrm>
            <a:off x="415636" y="2587336"/>
            <a:ext cx="2566500" cy="1657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40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17500" lvl="2" marL="1371600" marR="0" rtl="0" algn="l">
              <a:lnSpc>
                <a:spcPct val="100000"/>
              </a:lnSpc>
              <a:spcBef>
                <a:spcPts val="40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40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40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63" name="Google Shape;363;p97"/>
          <p:cNvSpPr txBox="1"/>
          <p:nvPr>
            <p:ph idx="3" type="body"/>
          </p:nvPr>
        </p:nvSpPr>
        <p:spPr>
          <a:xfrm>
            <a:off x="6148722" y="2587336"/>
            <a:ext cx="2566500" cy="16572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64" name="Google Shape;364;p97"/>
          <p:cNvSpPr/>
          <p:nvPr>
            <p:ph idx="4" type="pic"/>
          </p:nvPr>
        </p:nvSpPr>
        <p:spPr>
          <a:xfrm>
            <a:off x="428723" y="441123"/>
            <a:ext cx="2553600" cy="1917900"/>
          </a:xfrm>
          <a:prstGeom prst="rect">
            <a:avLst/>
          </a:prstGeom>
          <a:noFill/>
          <a:ln>
            <a:noFill/>
          </a:ln>
        </p:spPr>
      </p:sp>
      <p:sp>
        <p:nvSpPr>
          <p:cNvPr id="365" name="Google Shape;365;p97"/>
          <p:cNvSpPr/>
          <p:nvPr>
            <p:ph idx="5" type="pic"/>
          </p:nvPr>
        </p:nvSpPr>
        <p:spPr>
          <a:xfrm>
            <a:off x="3288723" y="441123"/>
            <a:ext cx="2553600" cy="1917900"/>
          </a:xfrm>
          <a:prstGeom prst="rect">
            <a:avLst/>
          </a:prstGeom>
          <a:noFill/>
          <a:ln>
            <a:noFill/>
          </a:ln>
        </p:spPr>
      </p:sp>
      <p:sp>
        <p:nvSpPr>
          <p:cNvPr id="366" name="Google Shape;366;p97"/>
          <p:cNvSpPr/>
          <p:nvPr>
            <p:ph idx="6" type="pic"/>
          </p:nvPr>
        </p:nvSpPr>
        <p:spPr>
          <a:xfrm>
            <a:off x="6161809" y="441123"/>
            <a:ext cx="2553600" cy="1917900"/>
          </a:xfrm>
          <a:prstGeom prst="rect">
            <a:avLst/>
          </a:prstGeom>
          <a:noFill/>
          <a:ln>
            <a:noFill/>
          </a:ln>
        </p:spPr>
      </p:sp>
      <p:sp>
        <p:nvSpPr>
          <p:cNvPr id="367" name="Google Shape;367;p97"/>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column">
  <p:cSld name="Title and Content 2 column">
    <p:bg>
      <p:bgPr>
        <a:blipFill>
          <a:blip r:embed="rId2">
            <a:alphaModFix/>
          </a:blip>
          <a:stretch>
            <a:fillRect/>
          </a:stretch>
        </a:blipFill>
      </p:bgPr>
    </p:bg>
    <p:spTree>
      <p:nvGrpSpPr>
        <p:cNvPr id="368" name="Shape 368"/>
        <p:cNvGrpSpPr/>
        <p:nvPr/>
      </p:nvGrpSpPr>
      <p:grpSpPr>
        <a:xfrm>
          <a:off x="0" y="0"/>
          <a:ext cx="0" cy="0"/>
          <a:chOff x="0" y="0"/>
          <a:chExt cx="0" cy="0"/>
        </a:xfrm>
      </p:grpSpPr>
      <p:sp>
        <p:nvSpPr>
          <p:cNvPr id="369" name="Google Shape;369;p98"/>
          <p:cNvSpPr txBox="1"/>
          <p:nvPr>
            <p:ph idx="1" type="body"/>
          </p:nvPr>
        </p:nvSpPr>
        <p:spPr>
          <a:xfrm>
            <a:off x="313200" y="1409400"/>
            <a:ext cx="4158300" cy="2975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70" name="Google Shape;370;p98"/>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371" name="Google Shape;371;p98"/>
          <p:cNvSpPr txBox="1"/>
          <p:nvPr>
            <p:ph type="title"/>
          </p:nvPr>
        </p:nvSpPr>
        <p:spPr>
          <a:xfrm>
            <a:off x="440100" y="345600"/>
            <a:ext cx="7988400" cy="415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100"/>
              <a:buFont typeface="Arial"/>
              <a:buNone/>
              <a:defRPr b="0" i="0" sz="11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72" name="Google Shape;372;p98"/>
          <p:cNvSpPr txBox="1"/>
          <p:nvPr>
            <p:ph idx="2" type="body"/>
          </p:nvPr>
        </p:nvSpPr>
        <p:spPr>
          <a:xfrm>
            <a:off x="4698773" y="1409400"/>
            <a:ext cx="4158300" cy="2975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73" name="Google Shape;373;p98"/>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3.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6.xml"/><Relationship Id="rId21" Type="http://schemas.openxmlformats.org/officeDocument/2006/relationships/theme" Target="../theme/theme4.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5" Type="http://schemas.openxmlformats.org/officeDocument/2006/relationships/slideLayout" Target="../slideLayouts/slideLayout51.xml"/><Relationship Id="rId14" Type="http://schemas.openxmlformats.org/officeDocument/2006/relationships/slideLayout" Target="../slideLayouts/slideLayout50.xml"/><Relationship Id="rId17" Type="http://schemas.openxmlformats.org/officeDocument/2006/relationships/slideLayout" Target="../slideLayouts/slideLayout53.xml"/><Relationship Id="rId16" Type="http://schemas.openxmlformats.org/officeDocument/2006/relationships/slideLayout" Target="../slideLayouts/slideLayout52.xml"/><Relationship Id="rId19" Type="http://schemas.openxmlformats.org/officeDocument/2006/relationships/slideLayout" Target="../slideLayouts/slideLayout55.xml"/><Relationship Id="rId18"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slideLayout" Target="../slideLayouts/slideLayout84.xml"/><Relationship Id="rId27" Type="http://schemas.openxmlformats.org/officeDocument/2006/relationships/slideLayout" Target="../slideLayouts/slideLayout83.xml"/><Relationship Id="rId5" Type="http://schemas.openxmlformats.org/officeDocument/2006/relationships/slideLayout" Target="../slideLayouts/slideLayout61.xml"/><Relationship Id="rId6" Type="http://schemas.openxmlformats.org/officeDocument/2006/relationships/slideLayout" Target="../slideLayouts/slideLayout62.xml"/><Relationship Id="rId29" Type="http://schemas.openxmlformats.org/officeDocument/2006/relationships/slideLayout" Target="../slideLayouts/slideLayout85.xml"/><Relationship Id="rId7" Type="http://schemas.openxmlformats.org/officeDocument/2006/relationships/slideLayout" Target="../slideLayouts/slideLayout63.xml"/><Relationship Id="rId8" Type="http://schemas.openxmlformats.org/officeDocument/2006/relationships/slideLayout" Target="../slideLayouts/slideLayout64.xml"/><Relationship Id="rId31" Type="http://schemas.openxmlformats.org/officeDocument/2006/relationships/slideLayout" Target="../slideLayouts/slideLayout87.xml"/><Relationship Id="rId30" Type="http://schemas.openxmlformats.org/officeDocument/2006/relationships/slideLayout" Target="../slideLayouts/slideLayout86.xml"/><Relationship Id="rId11" Type="http://schemas.openxmlformats.org/officeDocument/2006/relationships/slideLayout" Target="../slideLayouts/slideLayout67.xml"/><Relationship Id="rId33" Type="http://schemas.openxmlformats.org/officeDocument/2006/relationships/slideLayout" Target="../slideLayouts/slideLayout89.xml"/><Relationship Id="rId10" Type="http://schemas.openxmlformats.org/officeDocument/2006/relationships/slideLayout" Target="../slideLayouts/slideLayout66.xml"/><Relationship Id="rId32" Type="http://schemas.openxmlformats.org/officeDocument/2006/relationships/slideLayout" Target="../slideLayouts/slideLayout88.xml"/><Relationship Id="rId13" Type="http://schemas.openxmlformats.org/officeDocument/2006/relationships/slideLayout" Target="../slideLayouts/slideLayout69.xml"/><Relationship Id="rId35" Type="http://schemas.openxmlformats.org/officeDocument/2006/relationships/slideLayout" Target="../slideLayouts/slideLayout91.xml"/><Relationship Id="rId12" Type="http://schemas.openxmlformats.org/officeDocument/2006/relationships/slideLayout" Target="../slideLayouts/slideLayout68.xml"/><Relationship Id="rId34" Type="http://schemas.openxmlformats.org/officeDocument/2006/relationships/slideLayout" Target="../slideLayouts/slideLayout90.xml"/><Relationship Id="rId15" Type="http://schemas.openxmlformats.org/officeDocument/2006/relationships/slideLayout" Target="../slideLayouts/slideLayout71.xml"/><Relationship Id="rId37" Type="http://schemas.openxmlformats.org/officeDocument/2006/relationships/slideLayout" Target="../slideLayouts/slideLayout93.xml"/><Relationship Id="rId14" Type="http://schemas.openxmlformats.org/officeDocument/2006/relationships/slideLayout" Target="../slideLayouts/slideLayout70.xml"/><Relationship Id="rId36" Type="http://schemas.openxmlformats.org/officeDocument/2006/relationships/slideLayout" Target="../slideLayouts/slideLayout92.xml"/><Relationship Id="rId17" Type="http://schemas.openxmlformats.org/officeDocument/2006/relationships/slideLayout" Target="../slideLayouts/slideLayout73.xml"/><Relationship Id="rId39" Type="http://schemas.openxmlformats.org/officeDocument/2006/relationships/slideLayout" Target="../slideLayouts/slideLayout95.xml"/><Relationship Id="rId16" Type="http://schemas.openxmlformats.org/officeDocument/2006/relationships/slideLayout" Target="../slideLayouts/slideLayout72.xml"/><Relationship Id="rId38" Type="http://schemas.openxmlformats.org/officeDocument/2006/relationships/slideLayout" Target="../slideLayouts/slideLayout94.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40100" y="345600"/>
            <a:ext cx="8328300" cy="415200"/>
          </a:xfrm>
          <a:prstGeom prst="rect">
            <a:avLst/>
          </a:prstGeom>
          <a:noFill/>
          <a:ln>
            <a:noFill/>
          </a:ln>
        </p:spPr>
        <p:txBody>
          <a:bodyPr anchorCtr="0" anchor="b" bIns="0" lIns="0" spcFirstLastPara="1" rIns="0" wrap="square" tIns="0">
            <a:normAutofit/>
          </a:bodyPr>
          <a:lstStyle>
            <a:lvl1pPr lvl="0" marR="0" rtl="0" algn="l">
              <a:lnSpc>
                <a:spcPct val="100000"/>
              </a:lnSpc>
              <a:spcBef>
                <a:spcPts val="0"/>
              </a:spcBef>
              <a:spcAft>
                <a:spcPts val="0"/>
              </a:spcAft>
              <a:buClr>
                <a:schemeClr val="dk2"/>
              </a:buClr>
              <a:buSzPts val="2100"/>
              <a:buFont typeface="Arial"/>
              <a:buNone/>
              <a:defRPr b="1" i="0" sz="21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40100" y="1204986"/>
            <a:ext cx="42708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500"/>
              </a:spcBef>
              <a:spcAft>
                <a:spcPts val="0"/>
              </a:spcAft>
              <a:buClr>
                <a:schemeClr val="dk1"/>
              </a:buClr>
              <a:buSzPts val="1700"/>
              <a:buFont typeface="Arial"/>
              <a:buNone/>
              <a:defRPr b="1" i="0" sz="17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accent3"/>
              </a:buClr>
              <a:buSzPts val="1700"/>
              <a:buFont typeface="Arial"/>
              <a:buNone/>
              <a:defRPr b="0" i="0" sz="1700" u="none" cap="none" strike="noStrike">
                <a:solidFill>
                  <a:schemeClr val="dk1"/>
                </a:solidFill>
                <a:latin typeface="Arial"/>
                <a:ea typeface="Arial"/>
                <a:cs typeface="Arial"/>
                <a:sym typeface="Arial"/>
              </a:defRPr>
            </a:lvl2pPr>
            <a:lvl3pPr indent="-336550" lvl="2" marL="1371600"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9" name="Google Shape;9;p1"/>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63">
          <p15:clr>
            <a:srgbClr val="F26B43"/>
          </p15:clr>
        </p15:guide>
        <p15:guide id="2" pos="539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EEEEE"/>
        </a:solidFill>
      </p:bgPr>
    </p:bg>
    <p:spTree>
      <p:nvGrpSpPr>
        <p:cNvPr id="169" name="Shape 169"/>
        <p:cNvGrpSpPr/>
        <p:nvPr/>
      </p:nvGrpSpPr>
      <p:grpSpPr>
        <a:xfrm>
          <a:off x="0" y="0"/>
          <a:ext cx="0" cy="0"/>
          <a:chOff x="0" y="0"/>
          <a:chExt cx="0" cy="0"/>
        </a:xfrm>
      </p:grpSpPr>
      <p:sp>
        <p:nvSpPr>
          <p:cNvPr id="170" name="Google Shape;170;p38"/>
          <p:cNvSpPr txBox="1"/>
          <p:nvPr>
            <p:ph type="title"/>
          </p:nvPr>
        </p:nvSpPr>
        <p:spPr>
          <a:xfrm>
            <a:off x="360000" y="360000"/>
            <a:ext cx="6847200" cy="2063700"/>
          </a:xfrm>
          <a:prstGeom prst="rect">
            <a:avLst/>
          </a:prstGeom>
          <a:noFill/>
          <a:ln>
            <a:noFill/>
          </a:ln>
        </p:spPr>
        <p:txBody>
          <a:bodyPr anchorCtr="0" anchor="t" bIns="91425" lIns="91425" spcFirstLastPara="1" rIns="91425" wrap="square" tIns="91425">
            <a:normAutofit/>
          </a:bodyPr>
          <a:lstStyle>
            <a:lvl1pPr lvl="0"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1pPr>
            <a:lvl2pPr lvl="1"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2pPr>
            <a:lvl3pPr lvl="2"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3pPr>
            <a:lvl4pPr lvl="3"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4pPr>
            <a:lvl5pPr lvl="4"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5pPr>
            <a:lvl6pPr lvl="5"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6pPr>
            <a:lvl7pPr lvl="6"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7pPr>
            <a:lvl8pPr lvl="7"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8pPr>
            <a:lvl9pPr lvl="8"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9pPr>
          </a:lstStyle>
          <a:p/>
        </p:txBody>
      </p:sp>
      <p:sp>
        <p:nvSpPr>
          <p:cNvPr id="171" name="Google Shape;171;p38"/>
          <p:cNvSpPr txBox="1"/>
          <p:nvPr>
            <p:ph idx="1" type="body"/>
          </p:nvPr>
        </p:nvSpPr>
        <p:spPr>
          <a:xfrm>
            <a:off x="360000" y="2423800"/>
            <a:ext cx="8472300" cy="24363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Work Sans"/>
              <a:buChar char="●"/>
              <a:defRPr b="0" i="0" sz="1800" u="none" cap="none" strike="noStrike">
                <a:solidFill>
                  <a:schemeClr val="dk1"/>
                </a:solidFill>
                <a:latin typeface="Work Sans"/>
                <a:ea typeface="Work Sans"/>
                <a:cs typeface="Work Sans"/>
                <a:sym typeface="Work Sans"/>
              </a:defRPr>
            </a:lvl1pPr>
            <a:lvl2pPr indent="-317500" lvl="1" marL="9144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2pPr>
            <a:lvl3pPr indent="-317500" lvl="2" marL="13716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3pPr>
            <a:lvl4pPr indent="-317500" lvl="3" marL="18288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4pPr>
            <a:lvl5pPr indent="-317500" lvl="4" marL="22860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5pPr>
            <a:lvl6pPr indent="-317500" lvl="5" marL="27432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6pPr>
            <a:lvl7pPr indent="-317500" lvl="6" marL="32004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7pPr>
            <a:lvl8pPr indent="-317500" lvl="7" marL="36576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8pPr>
            <a:lvl9pPr indent="-317500" lvl="8" marL="41148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9pPr>
          </a:lstStyle>
          <a:p/>
        </p:txBody>
      </p:sp>
      <p:sp>
        <p:nvSpPr>
          <p:cNvPr id="172" name="Google Shape;172;p38"/>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27">
          <p15:clr>
            <a:srgbClr val="E46962"/>
          </p15:clr>
        </p15:guide>
        <p15:guide id="2" pos="5533">
          <p15:clr>
            <a:srgbClr val="E46962"/>
          </p15:clr>
        </p15:guide>
        <p15:guide id="3" orient="horz" pos="227">
          <p15:clr>
            <a:srgbClr val="E46962"/>
          </p15:clr>
        </p15:guide>
        <p15:guide id="4" orient="horz" pos="3061">
          <p15:clr>
            <a:srgbClr val="E46962"/>
          </p15:clr>
        </p15:guide>
        <p15:guide id="5" orient="horz" pos="1527">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0.jpg"/><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46.png"/><Relationship Id="rId5" Type="http://schemas.openxmlformats.org/officeDocument/2006/relationships/image" Target="../media/image31.png"/><Relationship Id="rId6" Type="http://schemas.openxmlformats.org/officeDocument/2006/relationships/image" Target="../media/image60.png"/><Relationship Id="rId7" Type="http://schemas.openxmlformats.org/officeDocument/2006/relationships/image" Target="../media/image41.jpg"/><Relationship Id="rId8" Type="http://schemas.openxmlformats.org/officeDocument/2006/relationships/image" Target="../media/image5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1.xml"/><Relationship Id="rId3"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2.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3.xml"/><Relationship Id="rId3" Type="http://schemas.openxmlformats.org/officeDocument/2006/relationships/image" Target="../media/image48.png"/><Relationship Id="rId4" Type="http://schemas.openxmlformats.org/officeDocument/2006/relationships/image" Target="../media/image53.png"/><Relationship Id="rId5"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6.xml"/><Relationship Id="rId3"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61.png"/><Relationship Id="rId5" Type="http://schemas.openxmlformats.org/officeDocument/2006/relationships/image" Target="../media/image37.png"/><Relationship Id="rId6" Type="http://schemas.openxmlformats.org/officeDocument/2006/relationships/image" Target="../media/image56.png"/><Relationship Id="rId7" Type="http://schemas.openxmlformats.org/officeDocument/2006/relationships/image" Target="../media/image42.png"/><Relationship Id="rId8"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61.png"/><Relationship Id="rId9" Type="http://schemas.openxmlformats.org/officeDocument/2006/relationships/image" Target="../media/image52.png"/><Relationship Id="rId5" Type="http://schemas.openxmlformats.org/officeDocument/2006/relationships/image" Target="../media/image37.png"/><Relationship Id="rId6" Type="http://schemas.openxmlformats.org/officeDocument/2006/relationships/image" Target="../media/image56.png"/><Relationship Id="rId7" Type="http://schemas.openxmlformats.org/officeDocument/2006/relationships/image" Target="../media/image42.png"/><Relationship Id="rId8"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9.xml"/><Relationship Id="rId3" Type="http://schemas.openxmlformats.org/officeDocument/2006/relationships/image" Target="../media/image6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 Id="rId3" Type="http://schemas.openxmlformats.org/officeDocument/2006/relationships/image" Target="../media/image55.png"/><Relationship Id="rId4" Type="http://schemas.openxmlformats.org/officeDocument/2006/relationships/image" Target="../media/image59.png"/><Relationship Id="rId9" Type="http://schemas.openxmlformats.org/officeDocument/2006/relationships/image" Target="../media/image68.png"/><Relationship Id="rId5" Type="http://schemas.openxmlformats.org/officeDocument/2006/relationships/image" Target="../media/image64.png"/><Relationship Id="rId6" Type="http://schemas.openxmlformats.org/officeDocument/2006/relationships/image" Target="../media/image63.png"/><Relationship Id="rId7" Type="http://schemas.openxmlformats.org/officeDocument/2006/relationships/image" Target="../media/image58.png"/><Relationship Id="rId8" Type="http://schemas.openxmlformats.org/officeDocument/2006/relationships/image" Target="../media/image6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2.xml"/><Relationship Id="rId3" Type="http://schemas.openxmlformats.org/officeDocument/2006/relationships/image" Target="../media/image6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99"/>
          <p:cNvSpPr txBox="1"/>
          <p:nvPr>
            <p:ph type="ctrTitle"/>
          </p:nvPr>
        </p:nvSpPr>
        <p:spPr>
          <a:xfrm>
            <a:off x="594394" y="3481088"/>
            <a:ext cx="7973400" cy="1102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3000"/>
              <a:buFont typeface="Arial"/>
              <a:buNone/>
            </a:pPr>
            <a:r>
              <a:rPr lang="en-GB"/>
              <a:t>Data Science Accelerator </a:t>
            </a:r>
            <a:br>
              <a:rPr lang="en-GB"/>
            </a:br>
            <a:r>
              <a:rPr lang="en-GB"/>
              <a:t>Launch Session [Date]</a:t>
            </a:r>
            <a:endParaRPr/>
          </a:p>
          <a:p>
            <a:pPr indent="0" lvl="0" marL="0" rtl="0" algn="l">
              <a:lnSpc>
                <a:spcPct val="100000"/>
              </a:lnSpc>
              <a:spcBef>
                <a:spcPts val="0"/>
              </a:spcBef>
              <a:spcAft>
                <a:spcPts val="0"/>
              </a:spcAft>
              <a:buClr>
                <a:schemeClr val="dk2"/>
              </a:buClr>
              <a:buSzPts val="30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00"/>
          <p:cNvSpPr txBox="1"/>
          <p:nvPr>
            <p:ph idx="12" type="sldNum"/>
          </p:nvPr>
        </p:nvSpPr>
        <p:spPr>
          <a:xfrm>
            <a:off x="6298813" y="3580373"/>
            <a:ext cx="475500" cy="205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pic>
        <p:nvPicPr>
          <p:cNvPr descr="Change from AI Accelerator to Data Scientist" id="386" name="Google Shape;386;p100"/>
          <p:cNvPicPr preferRelativeResize="0"/>
          <p:nvPr/>
        </p:nvPicPr>
        <p:blipFill rotWithShape="1">
          <a:blip r:embed="rId3">
            <a:alphaModFix/>
          </a:blip>
          <a:srcRect b="0" l="0" r="0" t="0"/>
          <a:stretch/>
        </p:blipFill>
        <p:spPr>
          <a:xfrm>
            <a:off x="0" y="0"/>
            <a:ext cx="9144000" cy="47738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01"/>
          <p:cNvSpPr txBox="1"/>
          <p:nvPr>
            <p:ph type="title"/>
          </p:nvPr>
        </p:nvSpPr>
        <p:spPr>
          <a:xfrm>
            <a:off x="440099" y="345600"/>
            <a:ext cx="6573300" cy="5106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300"/>
              </a:spcBef>
              <a:spcAft>
                <a:spcPts val="0"/>
              </a:spcAft>
              <a:buSzPts val="1500"/>
              <a:buNone/>
            </a:pPr>
            <a:r>
              <a:rPr lang="en-GB" sz="2700">
                <a:solidFill>
                  <a:schemeClr val="dk1"/>
                </a:solidFill>
              </a:rPr>
              <a:t>Programme Overview</a:t>
            </a:r>
            <a:r>
              <a:rPr lang="en-GB"/>
              <a:t> </a:t>
            </a:r>
            <a:endParaRPr/>
          </a:p>
        </p:txBody>
      </p:sp>
      <p:sp>
        <p:nvSpPr>
          <p:cNvPr id="393" name="Google Shape;393;p101"/>
          <p:cNvSpPr/>
          <p:nvPr/>
        </p:nvSpPr>
        <p:spPr>
          <a:xfrm>
            <a:off x="2164963" y="2248112"/>
            <a:ext cx="594300" cy="36900"/>
          </a:xfrm>
          <a:prstGeom prst="roundRect">
            <a:avLst>
              <a:gd fmla="val 50000" name="adj"/>
            </a:avLst>
          </a:prstGeom>
          <a:solidFill>
            <a:srgbClr val="701C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394" name="Google Shape;394;p101"/>
          <p:cNvGrpSpPr/>
          <p:nvPr/>
        </p:nvGrpSpPr>
        <p:grpSpPr>
          <a:xfrm>
            <a:off x="592697" y="1957150"/>
            <a:ext cx="1755000" cy="1897977"/>
            <a:chOff x="571536" y="1957150"/>
            <a:chExt cx="1755000" cy="1897977"/>
          </a:xfrm>
        </p:grpSpPr>
        <p:sp>
          <p:nvSpPr>
            <p:cNvPr id="395" name="Google Shape;395;p101"/>
            <p:cNvSpPr/>
            <p:nvPr/>
          </p:nvSpPr>
          <p:spPr>
            <a:xfrm>
              <a:off x="1151886" y="1957150"/>
              <a:ext cx="594300" cy="594300"/>
            </a:xfrm>
            <a:prstGeom prst="ellipse">
              <a:avLst/>
            </a:prstGeom>
            <a:no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6" name="Google Shape;396;p101"/>
            <p:cNvSpPr txBox="1"/>
            <p:nvPr/>
          </p:nvSpPr>
          <p:spPr>
            <a:xfrm>
              <a:off x="1151890" y="2038149"/>
              <a:ext cx="594300" cy="321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rgbClr val="000000"/>
                </a:buClr>
                <a:buSzPts val="900"/>
                <a:buFont typeface="Arial"/>
                <a:buNone/>
              </a:pPr>
              <a:r>
                <a:rPr b="1" lang="en-GB" sz="900">
                  <a:solidFill>
                    <a:srgbClr val="701C7F"/>
                  </a:solidFill>
                </a:rPr>
                <a:t>Date</a:t>
              </a:r>
              <a:r>
                <a:rPr b="1" i="0" lang="en-GB" sz="900" u="none" cap="none" strike="noStrike">
                  <a:solidFill>
                    <a:srgbClr val="701C7F"/>
                  </a:solidFill>
                  <a:latin typeface="Arial"/>
                  <a:ea typeface="Arial"/>
                  <a:cs typeface="Arial"/>
                  <a:sym typeface="Arial"/>
                </a:rPr>
                <a:t> </a:t>
              </a:r>
              <a:endParaRPr b="1" i="0" sz="900" u="none" cap="none" strike="noStrike">
                <a:solidFill>
                  <a:srgbClr val="701C7F"/>
                </a:solidFill>
                <a:latin typeface="Arial"/>
                <a:ea typeface="Arial"/>
                <a:cs typeface="Arial"/>
                <a:sym typeface="Arial"/>
              </a:endParaRPr>
            </a:p>
          </p:txBody>
        </p:sp>
        <p:sp>
          <p:nvSpPr>
            <p:cNvPr id="397" name="Google Shape;397;p101"/>
            <p:cNvSpPr txBox="1"/>
            <p:nvPr/>
          </p:nvSpPr>
          <p:spPr>
            <a:xfrm>
              <a:off x="594488"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701C7F"/>
                  </a:solidFill>
                  <a:latin typeface="Arial"/>
                  <a:ea typeface="Arial"/>
                  <a:cs typeface="Arial"/>
                  <a:sym typeface="Arial"/>
                </a:rPr>
                <a:t>Programme Launch</a:t>
              </a:r>
              <a:endParaRPr b="1" i="0" sz="1100" u="none" cap="none" strike="noStrike">
                <a:solidFill>
                  <a:srgbClr val="701C7F"/>
                </a:solidFill>
                <a:latin typeface="Arial"/>
                <a:ea typeface="Arial"/>
                <a:cs typeface="Arial"/>
                <a:sym typeface="Arial"/>
              </a:endParaRPr>
            </a:p>
          </p:txBody>
        </p:sp>
        <p:sp>
          <p:nvSpPr>
            <p:cNvPr id="398" name="Google Shape;398;p101"/>
            <p:cNvSpPr txBox="1"/>
            <p:nvPr/>
          </p:nvSpPr>
          <p:spPr>
            <a:xfrm>
              <a:off x="571536" y="3117727"/>
              <a:ext cx="1755000" cy="73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0" i="0" lang="en-GB" sz="900" u="none" cap="none" strike="noStrike">
                  <a:solidFill>
                    <a:srgbClr val="701C7F"/>
                  </a:solidFill>
                  <a:latin typeface="Arial"/>
                  <a:ea typeface="Arial"/>
                  <a:cs typeface="Arial"/>
                  <a:sym typeface="Arial"/>
                </a:rPr>
                <a:t>25 Participants successfully start on the programme, weekly feedback and supplier reviews</a:t>
              </a:r>
              <a:endParaRPr b="1" i="0" sz="900" u="none" cap="none" strike="noStrike">
                <a:solidFill>
                  <a:srgbClr val="701C7F"/>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800"/>
                <a:buFont typeface="Arial"/>
                <a:buNone/>
              </a:pPr>
              <a:r>
                <a:t/>
              </a:r>
              <a:endParaRPr b="0" i="0" sz="800" u="none" cap="none" strike="noStrike">
                <a:solidFill>
                  <a:srgbClr val="701C7F"/>
                </a:solidFill>
                <a:latin typeface="Roboto"/>
                <a:ea typeface="Roboto"/>
                <a:cs typeface="Roboto"/>
                <a:sym typeface="Roboto"/>
              </a:endParaRPr>
            </a:p>
            <a:p>
              <a:pPr indent="0" lvl="0" marL="0" marR="0" rtl="0" algn="ctr">
                <a:lnSpc>
                  <a:spcPct val="115000"/>
                </a:lnSpc>
                <a:spcBef>
                  <a:spcPts val="1600"/>
                </a:spcBef>
                <a:spcAft>
                  <a:spcPts val="1600"/>
                </a:spcAft>
                <a:buClr>
                  <a:schemeClr val="dk1"/>
                </a:buClr>
                <a:buSzPts val="800"/>
                <a:buFont typeface="Arial"/>
                <a:buNone/>
              </a:pPr>
              <a:r>
                <a:rPr b="0" i="0" lang="en-GB" sz="800" u="none" cap="none" strike="noStrike">
                  <a:solidFill>
                    <a:srgbClr val="701C7F"/>
                  </a:solidFill>
                  <a:latin typeface="Roboto"/>
                  <a:ea typeface="Roboto"/>
                  <a:cs typeface="Roboto"/>
                  <a:sym typeface="Roboto"/>
                </a:rPr>
                <a:t> </a:t>
              </a:r>
              <a:endParaRPr b="0" i="0" sz="800" u="none" cap="none" strike="noStrike">
                <a:solidFill>
                  <a:srgbClr val="701C7F"/>
                </a:solidFill>
                <a:latin typeface="Roboto"/>
                <a:ea typeface="Roboto"/>
                <a:cs typeface="Roboto"/>
                <a:sym typeface="Roboto"/>
              </a:endParaRPr>
            </a:p>
          </p:txBody>
        </p:sp>
      </p:grpSp>
      <p:grpSp>
        <p:nvGrpSpPr>
          <p:cNvPr id="399" name="Google Shape;399;p101"/>
          <p:cNvGrpSpPr/>
          <p:nvPr/>
        </p:nvGrpSpPr>
        <p:grpSpPr>
          <a:xfrm>
            <a:off x="2699422" y="1957150"/>
            <a:ext cx="1709102" cy="1897977"/>
            <a:chOff x="2699423" y="1957150"/>
            <a:chExt cx="1709102" cy="1897977"/>
          </a:xfrm>
        </p:grpSpPr>
        <p:sp>
          <p:nvSpPr>
            <p:cNvPr id="400" name="Google Shape;400;p101"/>
            <p:cNvSpPr/>
            <p:nvPr/>
          </p:nvSpPr>
          <p:spPr>
            <a:xfrm>
              <a:off x="3256823" y="1957150"/>
              <a:ext cx="594300" cy="594300"/>
            </a:xfrm>
            <a:prstGeom prst="ellipse">
              <a:avLst/>
            </a:prstGeom>
            <a:no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01" name="Google Shape;401;p101"/>
            <p:cNvSpPr txBox="1"/>
            <p:nvPr/>
          </p:nvSpPr>
          <p:spPr>
            <a:xfrm>
              <a:off x="2699425"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701C7F"/>
                  </a:solidFill>
                  <a:latin typeface="Arial"/>
                  <a:ea typeface="Arial"/>
                  <a:cs typeface="Arial"/>
                  <a:sym typeface="Arial"/>
                </a:rPr>
                <a:t>Mid Programme Review</a:t>
              </a:r>
              <a:endParaRPr b="1" i="0" sz="1100" u="none" cap="none" strike="noStrike">
                <a:solidFill>
                  <a:srgbClr val="701C7F"/>
                </a:solidFill>
                <a:latin typeface="Arial"/>
                <a:ea typeface="Arial"/>
                <a:cs typeface="Arial"/>
                <a:sym typeface="Arial"/>
              </a:endParaRPr>
            </a:p>
          </p:txBody>
        </p:sp>
        <p:sp>
          <p:nvSpPr>
            <p:cNvPr id="402" name="Google Shape;402;p101"/>
            <p:cNvSpPr txBox="1"/>
            <p:nvPr/>
          </p:nvSpPr>
          <p:spPr>
            <a:xfrm>
              <a:off x="2699423" y="3117727"/>
              <a:ext cx="17091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900"/>
                <a:buFont typeface="Arial"/>
                <a:buNone/>
              </a:pPr>
              <a:r>
                <a:rPr b="0" i="0" lang="en-GB" sz="900" u="none" cap="none" strike="noStrike">
                  <a:solidFill>
                    <a:srgbClr val="701C7F"/>
                  </a:solidFill>
                  <a:latin typeface="Arial"/>
                  <a:ea typeface="Arial"/>
                  <a:cs typeface="Arial"/>
                  <a:sym typeface="Arial"/>
                </a:rPr>
                <a:t>Collate feedback from both participants and line managers. As part of the programmes continuous improvements mechanism</a:t>
              </a:r>
              <a:endParaRPr b="0" i="0" sz="900" u="none" cap="none" strike="noStrike">
                <a:solidFill>
                  <a:srgbClr val="701C7F"/>
                </a:solidFill>
                <a:latin typeface="Roboto"/>
                <a:ea typeface="Roboto"/>
                <a:cs typeface="Roboto"/>
                <a:sym typeface="Roboto"/>
              </a:endParaRPr>
            </a:p>
          </p:txBody>
        </p:sp>
        <p:sp>
          <p:nvSpPr>
            <p:cNvPr id="403" name="Google Shape;403;p101"/>
            <p:cNvSpPr txBox="1"/>
            <p:nvPr/>
          </p:nvSpPr>
          <p:spPr>
            <a:xfrm>
              <a:off x="3329826" y="2047000"/>
              <a:ext cx="436800" cy="28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rgbClr val="000000"/>
                </a:buClr>
                <a:buSzPts val="900"/>
                <a:buFont typeface="Arial"/>
                <a:buNone/>
              </a:pPr>
              <a:r>
                <a:rPr b="1" lang="en-GB" sz="900">
                  <a:solidFill>
                    <a:srgbClr val="701C7F"/>
                  </a:solidFill>
                </a:rPr>
                <a:t>Date</a:t>
              </a:r>
              <a:endParaRPr b="1" i="0" sz="900" u="none" cap="none" strike="noStrike">
                <a:solidFill>
                  <a:srgbClr val="701C7F"/>
                </a:solidFill>
                <a:latin typeface="Arial"/>
                <a:ea typeface="Arial"/>
                <a:cs typeface="Arial"/>
                <a:sym typeface="Arial"/>
              </a:endParaRPr>
            </a:p>
          </p:txBody>
        </p:sp>
      </p:grpSp>
      <p:grpSp>
        <p:nvGrpSpPr>
          <p:cNvPr id="404" name="Google Shape;404;p101"/>
          <p:cNvGrpSpPr/>
          <p:nvPr/>
        </p:nvGrpSpPr>
        <p:grpSpPr>
          <a:xfrm>
            <a:off x="4781409" y="1969400"/>
            <a:ext cx="1709105" cy="1885725"/>
            <a:chOff x="4781408" y="1969400"/>
            <a:chExt cx="1709105" cy="1885725"/>
          </a:xfrm>
        </p:grpSpPr>
        <p:sp>
          <p:nvSpPr>
            <p:cNvPr id="405" name="Google Shape;405;p101"/>
            <p:cNvSpPr/>
            <p:nvPr/>
          </p:nvSpPr>
          <p:spPr>
            <a:xfrm>
              <a:off x="5260199" y="1969400"/>
              <a:ext cx="685800" cy="6177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lang="en-GB" sz="900">
                  <a:solidFill>
                    <a:srgbClr val="858585"/>
                  </a:solidFill>
                </a:rPr>
                <a:t>Date </a:t>
              </a:r>
              <a:endParaRPr b="1" sz="900">
                <a:solidFill>
                  <a:srgbClr val="858585"/>
                </a:solidFill>
              </a:endParaRPr>
            </a:p>
            <a:p>
              <a:pPr indent="0" lvl="0" marL="0" marR="0" rtl="0" algn="l">
                <a:lnSpc>
                  <a:spcPct val="100000"/>
                </a:lnSpc>
                <a:spcBef>
                  <a:spcPts val="0"/>
                </a:spcBef>
                <a:spcAft>
                  <a:spcPts val="0"/>
                </a:spcAft>
                <a:buClr>
                  <a:srgbClr val="000000"/>
                </a:buClr>
                <a:buSzPts val="900"/>
                <a:buFont typeface="Arial"/>
                <a:buNone/>
              </a:pPr>
              <a:r>
                <a:t/>
              </a:r>
              <a:endParaRPr b="1" sz="800">
                <a:solidFill>
                  <a:srgbClr val="858585"/>
                </a:solidFill>
              </a:endParaRPr>
            </a:p>
            <a:p>
              <a:pPr indent="0" lvl="0" marL="0" marR="0" rtl="0" algn="l">
                <a:lnSpc>
                  <a:spcPct val="100000"/>
                </a:lnSpc>
                <a:spcBef>
                  <a:spcPts val="0"/>
                </a:spcBef>
                <a:spcAft>
                  <a:spcPts val="0"/>
                </a:spcAft>
                <a:buClr>
                  <a:srgbClr val="000000"/>
                </a:buClr>
                <a:buSzPts val="900"/>
                <a:buFont typeface="Arial"/>
                <a:buNone/>
              </a:pPr>
              <a:r>
                <a:rPr b="1" lang="en-GB" sz="800">
                  <a:solidFill>
                    <a:srgbClr val="858585"/>
                  </a:solidFill>
                </a:rPr>
                <a:t>(TBD)</a:t>
              </a:r>
              <a:endParaRPr b="1" sz="800">
                <a:solidFill>
                  <a:srgbClr val="858585"/>
                </a:solidFill>
              </a:endParaRPr>
            </a:p>
          </p:txBody>
        </p:sp>
        <p:sp>
          <p:nvSpPr>
            <p:cNvPr id="406" name="Google Shape;406;p101"/>
            <p:cNvSpPr txBox="1"/>
            <p:nvPr/>
          </p:nvSpPr>
          <p:spPr>
            <a:xfrm>
              <a:off x="4781413"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858585"/>
                  </a:solidFill>
                  <a:latin typeface="Arial"/>
                  <a:ea typeface="Arial"/>
                  <a:cs typeface="Arial"/>
                  <a:sym typeface="Arial"/>
                </a:rPr>
                <a:t>Graduation </a:t>
              </a:r>
              <a:endParaRPr b="1" i="0" sz="1100" u="none" cap="none" strike="noStrike">
                <a:solidFill>
                  <a:srgbClr val="858585"/>
                </a:solidFill>
                <a:latin typeface="Arial"/>
                <a:ea typeface="Arial"/>
                <a:cs typeface="Arial"/>
                <a:sym typeface="Arial"/>
              </a:endParaRPr>
            </a:p>
          </p:txBody>
        </p:sp>
        <p:sp>
          <p:nvSpPr>
            <p:cNvPr id="407" name="Google Shape;407;p101"/>
            <p:cNvSpPr txBox="1"/>
            <p:nvPr/>
          </p:nvSpPr>
          <p:spPr>
            <a:xfrm>
              <a:off x="4781408" y="3117725"/>
              <a:ext cx="1709100" cy="73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chemeClr val="dk1"/>
                </a:buClr>
                <a:buSzPts val="800"/>
                <a:buFont typeface="Arial"/>
                <a:buNone/>
              </a:pPr>
              <a:r>
                <a:rPr b="0" i="0" lang="en-GB" sz="900" u="none" cap="none" strike="noStrike">
                  <a:solidFill>
                    <a:srgbClr val="858585"/>
                  </a:solidFill>
                  <a:latin typeface="Arial"/>
                  <a:ea typeface="Arial"/>
                  <a:cs typeface="Arial"/>
                  <a:sym typeface="Arial"/>
                </a:rPr>
                <a:t>Cohort Graduation a chance for the participants to celebrate their success in front of their peers and line managers</a:t>
              </a:r>
              <a:endParaRPr b="0" i="0" sz="900" u="none" cap="none" strike="noStrike">
                <a:solidFill>
                  <a:srgbClr val="858585"/>
                </a:solidFill>
                <a:latin typeface="Arial"/>
                <a:ea typeface="Arial"/>
                <a:cs typeface="Arial"/>
                <a:sym typeface="Arial"/>
              </a:endParaRPr>
            </a:p>
          </p:txBody>
        </p:sp>
      </p:grpSp>
      <p:grpSp>
        <p:nvGrpSpPr>
          <p:cNvPr id="408" name="Google Shape;408;p101"/>
          <p:cNvGrpSpPr/>
          <p:nvPr/>
        </p:nvGrpSpPr>
        <p:grpSpPr>
          <a:xfrm>
            <a:off x="6863410" y="1969400"/>
            <a:ext cx="1709102" cy="1976227"/>
            <a:chOff x="6863386" y="1878900"/>
            <a:chExt cx="1709102" cy="1976227"/>
          </a:xfrm>
        </p:grpSpPr>
        <p:sp>
          <p:nvSpPr>
            <p:cNvPr id="409" name="Google Shape;409;p101"/>
            <p:cNvSpPr/>
            <p:nvPr/>
          </p:nvSpPr>
          <p:spPr>
            <a:xfrm>
              <a:off x="7420611" y="187890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0" name="Google Shape;410;p101"/>
            <p:cNvSpPr txBox="1"/>
            <p:nvPr/>
          </p:nvSpPr>
          <p:spPr>
            <a:xfrm>
              <a:off x="6863388"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858585"/>
                  </a:solidFill>
                  <a:latin typeface="Arial"/>
                  <a:ea typeface="Arial"/>
                  <a:cs typeface="Arial"/>
                  <a:sym typeface="Arial"/>
                </a:rPr>
                <a:t>Review </a:t>
              </a:r>
              <a:endParaRPr b="1" i="0" sz="1100" u="none" cap="none" strike="noStrike">
                <a:solidFill>
                  <a:srgbClr val="858585"/>
                </a:solidFill>
                <a:latin typeface="Arial"/>
                <a:ea typeface="Arial"/>
                <a:cs typeface="Arial"/>
                <a:sym typeface="Arial"/>
              </a:endParaRPr>
            </a:p>
          </p:txBody>
        </p:sp>
        <p:sp>
          <p:nvSpPr>
            <p:cNvPr id="411" name="Google Shape;411;p101"/>
            <p:cNvSpPr txBox="1"/>
            <p:nvPr/>
          </p:nvSpPr>
          <p:spPr>
            <a:xfrm>
              <a:off x="6863386" y="3117727"/>
              <a:ext cx="17091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800"/>
                <a:buFont typeface="Arial"/>
                <a:buNone/>
              </a:pPr>
              <a:r>
                <a:rPr b="0" i="0" lang="en-GB" sz="900" u="none" cap="none" strike="noStrike">
                  <a:solidFill>
                    <a:srgbClr val="858585"/>
                  </a:solidFill>
                  <a:latin typeface="Arial"/>
                  <a:ea typeface="Arial"/>
                  <a:cs typeface="Arial"/>
                  <a:sym typeface="Arial"/>
                </a:rPr>
                <a:t>Programme review and lessons learnt to inform the next cohort</a:t>
              </a:r>
              <a:endParaRPr b="0" i="0" sz="900" u="none" cap="none" strike="noStrike">
                <a:solidFill>
                  <a:srgbClr val="858585"/>
                </a:solidFill>
                <a:latin typeface="Arial"/>
                <a:ea typeface="Arial"/>
                <a:cs typeface="Arial"/>
                <a:sym typeface="Arial"/>
              </a:endParaRPr>
            </a:p>
          </p:txBody>
        </p:sp>
        <p:sp>
          <p:nvSpPr>
            <p:cNvPr id="412" name="Google Shape;412;p101"/>
            <p:cNvSpPr txBox="1"/>
            <p:nvPr/>
          </p:nvSpPr>
          <p:spPr>
            <a:xfrm>
              <a:off x="7460051" y="1965452"/>
              <a:ext cx="515400" cy="421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rgbClr val="000000"/>
                </a:buClr>
                <a:buSzPts val="900"/>
                <a:buFont typeface="Arial"/>
                <a:buNone/>
              </a:pPr>
              <a:r>
                <a:rPr b="1" lang="en-GB" sz="900">
                  <a:solidFill>
                    <a:srgbClr val="858585"/>
                  </a:solidFill>
                </a:rPr>
                <a:t>Date </a:t>
              </a:r>
              <a:endParaRPr b="1" i="0" sz="900" u="none" cap="none" strike="noStrike">
                <a:solidFill>
                  <a:srgbClr val="858585"/>
                </a:solidFill>
                <a:latin typeface="Arial"/>
                <a:ea typeface="Arial"/>
                <a:cs typeface="Arial"/>
                <a:sym typeface="Arial"/>
              </a:endParaRPr>
            </a:p>
          </p:txBody>
        </p:sp>
      </p:grpSp>
      <p:sp>
        <p:nvSpPr>
          <p:cNvPr id="413" name="Google Shape;413;p101"/>
          <p:cNvSpPr/>
          <p:nvPr/>
        </p:nvSpPr>
        <p:spPr>
          <a:xfrm>
            <a:off x="4337175" y="2248112"/>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4" name="Google Shape;414;p101"/>
          <p:cNvSpPr/>
          <p:nvPr/>
        </p:nvSpPr>
        <p:spPr>
          <a:xfrm>
            <a:off x="6419150" y="2248112"/>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Rocket with solid fill" id="415" name="Google Shape;415;p101"/>
          <p:cNvPicPr preferRelativeResize="0"/>
          <p:nvPr/>
        </p:nvPicPr>
        <p:blipFill rotWithShape="1">
          <a:blip r:embed="rId3">
            <a:alphaModFix/>
          </a:blip>
          <a:srcRect b="0" l="0" r="0" t="0"/>
          <a:stretch/>
        </p:blipFill>
        <p:spPr>
          <a:xfrm rot="-600724">
            <a:off x="1305110" y="1392483"/>
            <a:ext cx="522149" cy="534970"/>
          </a:xfrm>
          <a:prstGeom prst="rect">
            <a:avLst/>
          </a:prstGeom>
          <a:noFill/>
          <a:ln>
            <a:noFill/>
          </a:ln>
        </p:spPr>
      </p:pic>
      <p:pic>
        <p:nvPicPr>
          <p:cNvPr descr="Graduation cap with solid fill" id="416" name="Google Shape;416;p101"/>
          <p:cNvPicPr preferRelativeResize="0"/>
          <p:nvPr/>
        </p:nvPicPr>
        <p:blipFill rotWithShape="1">
          <a:blip r:embed="rId4">
            <a:alphaModFix/>
          </a:blip>
          <a:srcRect b="0" l="0" r="0" t="0"/>
          <a:stretch/>
        </p:blipFill>
        <p:spPr>
          <a:xfrm>
            <a:off x="5292926" y="1271300"/>
            <a:ext cx="685800" cy="685800"/>
          </a:xfrm>
          <a:prstGeom prst="rect">
            <a:avLst/>
          </a:prstGeom>
          <a:noFill/>
          <a:ln>
            <a:noFill/>
          </a:ln>
        </p:spPr>
      </p:pic>
      <p:pic>
        <p:nvPicPr>
          <p:cNvPr descr="Customer review with solid fill" id="417" name="Google Shape;417;p101"/>
          <p:cNvPicPr preferRelativeResize="0"/>
          <p:nvPr/>
        </p:nvPicPr>
        <p:blipFill rotWithShape="1">
          <a:blip r:embed="rId5">
            <a:alphaModFix/>
          </a:blip>
          <a:srcRect b="0" l="0" r="0" t="0"/>
          <a:stretch/>
        </p:blipFill>
        <p:spPr>
          <a:xfrm>
            <a:off x="3210980" y="1362826"/>
            <a:ext cx="685800" cy="594285"/>
          </a:xfrm>
          <a:prstGeom prst="rect">
            <a:avLst/>
          </a:prstGeom>
          <a:noFill/>
          <a:ln>
            <a:noFill/>
          </a:ln>
        </p:spPr>
      </p:pic>
      <p:pic>
        <p:nvPicPr>
          <p:cNvPr descr="Rating 3 Star with solid fill" id="418" name="Google Shape;418;p101"/>
          <p:cNvPicPr preferRelativeResize="0"/>
          <p:nvPr/>
        </p:nvPicPr>
        <p:blipFill rotWithShape="1">
          <a:blip r:embed="rId6">
            <a:alphaModFix/>
          </a:blip>
          <a:srcRect b="0" l="0" r="0" t="0"/>
          <a:stretch/>
        </p:blipFill>
        <p:spPr>
          <a:xfrm>
            <a:off x="7374863" y="1271312"/>
            <a:ext cx="685800" cy="68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p102"/>
          <p:cNvPicPr preferRelativeResize="0"/>
          <p:nvPr/>
        </p:nvPicPr>
        <p:blipFill rotWithShape="1">
          <a:blip r:embed="rId3">
            <a:alphaModFix/>
          </a:blip>
          <a:srcRect b="15605" l="0" r="0" t="0"/>
          <a:stretch/>
        </p:blipFill>
        <p:spPr>
          <a:xfrm>
            <a:off x="0" y="0"/>
            <a:ext cx="9144003" cy="5143501"/>
          </a:xfrm>
          <a:prstGeom prst="rect">
            <a:avLst/>
          </a:prstGeom>
          <a:noFill/>
          <a:ln>
            <a:noFill/>
          </a:ln>
        </p:spPr>
      </p:pic>
      <p:sp>
        <p:nvSpPr>
          <p:cNvPr id="424" name="Google Shape;424;p102"/>
          <p:cNvSpPr/>
          <p:nvPr/>
        </p:nvSpPr>
        <p:spPr>
          <a:xfrm>
            <a:off x="0" y="0"/>
            <a:ext cx="9144000" cy="5143500"/>
          </a:xfrm>
          <a:prstGeom prst="rect">
            <a:avLst/>
          </a:prstGeom>
          <a:solidFill>
            <a:srgbClr val="010101">
              <a:alpha val="51765"/>
            </a:srgbClr>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02"/>
          <p:cNvSpPr txBox="1"/>
          <p:nvPr>
            <p:ph type="ctrTitle"/>
          </p:nvPr>
        </p:nvSpPr>
        <p:spPr>
          <a:xfrm>
            <a:off x="360000" y="360000"/>
            <a:ext cx="4587900" cy="28785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400"/>
              <a:buNone/>
            </a:pPr>
            <a:r>
              <a:rPr lang="en-GB" sz="5700">
                <a:latin typeface="Work Sans SemiBold"/>
                <a:ea typeface="Work Sans SemiBold"/>
                <a:cs typeface="Work Sans SemiBold"/>
                <a:sym typeface="Work Sans SemiBold"/>
              </a:rPr>
              <a:t>Data Science Accelerator.</a:t>
            </a:r>
            <a:endParaRPr sz="5700">
              <a:latin typeface="Work Sans SemiBold"/>
              <a:ea typeface="Work Sans SemiBold"/>
              <a:cs typeface="Work Sans SemiBold"/>
              <a:sym typeface="Work Sans SemiBold"/>
            </a:endParaRPr>
          </a:p>
        </p:txBody>
      </p:sp>
      <p:pic>
        <p:nvPicPr>
          <p:cNvPr id="426" name="Google Shape;426;p102"/>
          <p:cNvPicPr preferRelativeResize="0"/>
          <p:nvPr/>
        </p:nvPicPr>
        <p:blipFill rotWithShape="1">
          <a:blip r:embed="rId4">
            <a:alphaModFix/>
          </a:blip>
          <a:srcRect b="0" l="0" r="0" t="0"/>
          <a:stretch/>
        </p:blipFill>
        <p:spPr>
          <a:xfrm>
            <a:off x="7382600" y="3458625"/>
            <a:ext cx="1401400" cy="140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103"/>
          <p:cNvPicPr preferRelativeResize="0"/>
          <p:nvPr/>
        </p:nvPicPr>
        <p:blipFill rotWithShape="1">
          <a:blip r:embed="rId4">
            <a:alphaModFix/>
          </a:blip>
          <a:srcRect b="13337" l="22042" r="40458" t="0"/>
          <a:stretch/>
        </p:blipFill>
        <p:spPr>
          <a:xfrm>
            <a:off x="5715000" y="-14406"/>
            <a:ext cx="3429002" cy="5157905"/>
          </a:xfrm>
          <a:prstGeom prst="rect">
            <a:avLst/>
          </a:prstGeom>
          <a:noFill/>
          <a:ln>
            <a:noFill/>
          </a:ln>
        </p:spPr>
      </p:pic>
      <p:cxnSp>
        <p:nvCxnSpPr>
          <p:cNvPr id="432" name="Google Shape;432;p103"/>
          <p:cNvCxnSpPr/>
          <p:nvPr/>
        </p:nvCxnSpPr>
        <p:spPr>
          <a:xfrm>
            <a:off x="349925" y="5178035"/>
            <a:ext cx="0" cy="374700"/>
          </a:xfrm>
          <a:prstGeom prst="straightConnector1">
            <a:avLst/>
          </a:prstGeom>
          <a:noFill/>
          <a:ln cap="flat" cmpd="sng" w="17850">
            <a:solidFill>
              <a:srgbClr val="6D9EEB"/>
            </a:solidFill>
            <a:prstDash val="dot"/>
            <a:round/>
            <a:headEnd len="sm" w="sm" type="none"/>
            <a:tailEnd len="sm" w="sm" type="none"/>
          </a:ln>
        </p:spPr>
      </p:cxnSp>
      <p:cxnSp>
        <p:nvCxnSpPr>
          <p:cNvPr id="433" name="Google Shape;433;p103"/>
          <p:cNvCxnSpPr/>
          <p:nvPr/>
        </p:nvCxnSpPr>
        <p:spPr>
          <a:xfrm>
            <a:off x="8777600" y="5175099"/>
            <a:ext cx="0" cy="374700"/>
          </a:xfrm>
          <a:prstGeom prst="straightConnector1">
            <a:avLst/>
          </a:prstGeom>
          <a:noFill/>
          <a:ln cap="flat" cmpd="sng" w="17850">
            <a:solidFill>
              <a:srgbClr val="6D9EEB"/>
            </a:solidFill>
            <a:prstDash val="dot"/>
            <a:round/>
            <a:headEnd len="sm" w="sm" type="none"/>
            <a:tailEnd len="sm" w="sm" type="none"/>
          </a:ln>
        </p:spPr>
      </p:cxnSp>
      <p:cxnSp>
        <p:nvCxnSpPr>
          <p:cNvPr id="434" name="Google Shape;434;p103"/>
          <p:cNvCxnSpPr/>
          <p:nvPr/>
        </p:nvCxnSpPr>
        <p:spPr>
          <a:xfrm rot="10800000">
            <a:off x="9198925"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435" name="Google Shape;435;p103"/>
          <p:cNvCxnSpPr/>
          <p:nvPr/>
        </p:nvCxnSpPr>
        <p:spPr>
          <a:xfrm rot="10800000">
            <a:off x="-774518"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436" name="Google Shape;436;p103"/>
          <p:cNvCxnSpPr/>
          <p:nvPr/>
        </p:nvCxnSpPr>
        <p:spPr>
          <a:xfrm rot="10800000">
            <a:off x="9198925" y="1187100"/>
            <a:ext cx="709500" cy="0"/>
          </a:xfrm>
          <a:prstGeom prst="straightConnector1">
            <a:avLst/>
          </a:prstGeom>
          <a:noFill/>
          <a:ln cap="flat" cmpd="sng" w="17850">
            <a:solidFill>
              <a:srgbClr val="6D9EEB"/>
            </a:solidFill>
            <a:prstDash val="dot"/>
            <a:round/>
            <a:headEnd len="sm" w="sm" type="none"/>
            <a:tailEnd len="sm" w="sm" type="none"/>
          </a:ln>
        </p:spPr>
      </p:cxnSp>
      <p:cxnSp>
        <p:nvCxnSpPr>
          <p:cNvPr id="437" name="Google Shape;437;p103"/>
          <p:cNvCxnSpPr/>
          <p:nvPr/>
        </p:nvCxnSpPr>
        <p:spPr>
          <a:xfrm rot="10800000">
            <a:off x="-774533" y="1187100"/>
            <a:ext cx="709500" cy="0"/>
          </a:xfrm>
          <a:prstGeom prst="straightConnector1">
            <a:avLst/>
          </a:prstGeom>
          <a:noFill/>
          <a:ln cap="flat" cmpd="sng" w="17850">
            <a:solidFill>
              <a:srgbClr val="6D9EEB"/>
            </a:solidFill>
            <a:prstDash val="dot"/>
            <a:round/>
            <a:headEnd len="sm" w="sm" type="none"/>
            <a:tailEnd len="sm" w="sm" type="none"/>
          </a:ln>
        </p:spPr>
      </p:cxnSp>
      <p:sp>
        <p:nvSpPr>
          <p:cNvPr id="438" name="Google Shape;438;p103"/>
          <p:cNvSpPr/>
          <p:nvPr/>
        </p:nvSpPr>
        <p:spPr>
          <a:xfrm>
            <a:off x="496125" y="389859"/>
            <a:ext cx="67398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Your Decoded Team</a:t>
            </a:r>
            <a:endParaRPr b="0" i="0" sz="2800" u="none" cap="none" strike="noStrike">
              <a:solidFill>
                <a:srgbClr val="000000"/>
              </a:solidFill>
              <a:latin typeface="Work Sans SemiBold"/>
              <a:ea typeface="Work Sans SemiBold"/>
              <a:cs typeface="Work Sans SemiBold"/>
              <a:sym typeface="Work Sans SemiBold"/>
            </a:endParaRPr>
          </a:p>
        </p:txBody>
      </p:sp>
      <p:sp>
        <p:nvSpPr>
          <p:cNvPr id="439" name="Google Shape;439;p103"/>
          <p:cNvSpPr txBox="1"/>
          <p:nvPr/>
        </p:nvSpPr>
        <p:spPr>
          <a:xfrm>
            <a:off x="2945899" y="2541547"/>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Sophie McMurray</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Portfolio Director</a:t>
            </a:r>
            <a:endParaRPr b="0" i="0" sz="800" u="none" cap="none" strike="noStrike">
              <a:solidFill>
                <a:srgbClr val="000000"/>
              </a:solidFill>
              <a:latin typeface="Work Sans SemiBold"/>
              <a:ea typeface="Work Sans SemiBold"/>
              <a:cs typeface="Work Sans SemiBold"/>
              <a:sym typeface="Work Sans SemiBold"/>
            </a:endParaRPr>
          </a:p>
        </p:txBody>
      </p:sp>
      <p:pic>
        <p:nvPicPr>
          <p:cNvPr id="440" name="Google Shape;440;p103"/>
          <p:cNvPicPr preferRelativeResize="0"/>
          <p:nvPr/>
        </p:nvPicPr>
        <p:blipFill rotWithShape="1">
          <a:blip r:embed="rId5">
            <a:alphaModFix/>
          </a:blip>
          <a:srcRect b="0" l="0" r="0" t="6690"/>
          <a:stretch/>
        </p:blipFill>
        <p:spPr>
          <a:xfrm>
            <a:off x="2991555" y="1292850"/>
            <a:ext cx="1143000" cy="1143000"/>
          </a:xfrm>
          <a:prstGeom prst="ellipse">
            <a:avLst/>
          </a:prstGeom>
          <a:noFill/>
          <a:ln>
            <a:noFill/>
          </a:ln>
        </p:spPr>
      </p:pic>
      <p:sp>
        <p:nvSpPr>
          <p:cNvPr id="441" name="Google Shape;441;p103"/>
          <p:cNvSpPr txBox="1"/>
          <p:nvPr/>
        </p:nvSpPr>
        <p:spPr>
          <a:xfrm>
            <a:off x="1255961" y="2524391"/>
            <a:ext cx="1142700" cy="3813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Karl Lacey</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Client Director</a:t>
            </a:r>
            <a:endParaRPr b="0" i="0" sz="800" u="none" cap="none" strike="noStrike">
              <a:solidFill>
                <a:srgbClr val="000000"/>
              </a:solidFill>
              <a:latin typeface="Work Sans"/>
              <a:ea typeface="Work Sans"/>
              <a:cs typeface="Work Sans"/>
              <a:sym typeface="Work Sans"/>
            </a:endParaRPr>
          </a:p>
        </p:txBody>
      </p:sp>
      <p:sp>
        <p:nvSpPr>
          <p:cNvPr id="442" name="Google Shape;442;p103"/>
          <p:cNvSpPr txBox="1"/>
          <p:nvPr/>
        </p:nvSpPr>
        <p:spPr>
          <a:xfrm>
            <a:off x="2900249" y="4306391"/>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James</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Data Instructor</a:t>
            </a:r>
            <a:endParaRPr b="0" i="0" sz="800" u="none" cap="none" strike="noStrike">
              <a:solidFill>
                <a:srgbClr val="000000"/>
              </a:solidFill>
              <a:latin typeface="Work Sans SemiBold"/>
              <a:ea typeface="Work Sans SemiBold"/>
              <a:cs typeface="Work Sans SemiBold"/>
              <a:sym typeface="Work Sans SemiBold"/>
            </a:endParaRPr>
          </a:p>
        </p:txBody>
      </p:sp>
      <p:pic>
        <p:nvPicPr>
          <p:cNvPr id="443" name="Google Shape;443;p103"/>
          <p:cNvPicPr preferRelativeResize="0"/>
          <p:nvPr/>
        </p:nvPicPr>
        <p:blipFill rotWithShape="1">
          <a:blip r:embed="rId6">
            <a:alphaModFix/>
          </a:blip>
          <a:srcRect b="0" l="0" r="0" t="0"/>
          <a:stretch/>
        </p:blipFill>
        <p:spPr>
          <a:xfrm>
            <a:off x="1255778" y="1292850"/>
            <a:ext cx="1143000" cy="1143000"/>
          </a:xfrm>
          <a:prstGeom prst="ellipse">
            <a:avLst/>
          </a:prstGeom>
          <a:noFill/>
          <a:ln>
            <a:noFill/>
          </a:ln>
        </p:spPr>
      </p:pic>
      <p:sp>
        <p:nvSpPr>
          <p:cNvPr id="444" name="Google Shape;444;p103"/>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5" name="Google Shape;445;p103"/>
          <p:cNvPicPr preferRelativeResize="0"/>
          <p:nvPr/>
        </p:nvPicPr>
        <p:blipFill rotWithShape="1">
          <a:blip r:embed="rId7">
            <a:alphaModFix/>
          </a:blip>
          <a:srcRect b="0" l="768" r="768" t="0"/>
          <a:stretch/>
        </p:blipFill>
        <p:spPr>
          <a:xfrm>
            <a:off x="2991555" y="3061250"/>
            <a:ext cx="1143000" cy="1143000"/>
          </a:xfrm>
          <a:prstGeom prst="ellipse">
            <a:avLst/>
          </a:prstGeom>
          <a:noFill/>
          <a:ln>
            <a:noFill/>
          </a:ln>
        </p:spPr>
      </p:pic>
      <p:sp>
        <p:nvSpPr>
          <p:cNvPr id="446" name="Google Shape;446;p103"/>
          <p:cNvSpPr txBox="1"/>
          <p:nvPr/>
        </p:nvSpPr>
        <p:spPr>
          <a:xfrm>
            <a:off x="1164476" y="4306391"/>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t/>
            </a:r>
            <a:endParaRPr b="0" i="0" sz="800" u="none" cap="none" strike="noStrike">
              <a:solidFill>
                <a:srgbClr val="000000"/>
              </a:solidFill>
              <a:latin typeface="Work Sans SemiBold"/>
              <a:ea typeface="Work Sans SemiBold"/>
              <a:cs typeface="Work Sans SemiBold"/>
              <a:sym typeface="Work Sans SemiBold"/>
            </a:endParaRPr>
          </a:p>
        </p:txBody>
      </p:sp>
      <p:sp>
        <p:nvSpPr>
          <p:cNvPr id="447" name="Google Shape;447;p103"/>
          <p:cNvSpPr txBox="1"/>
          <p:nvPr/>
        </p:nvSpPr>
        <p:spPr>
          <a:xfrm>
            <a:off x="1255976" y="4306391"/>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Boston</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Data Instructor</a:t>
            </a:r>
            <a:endParaRPr b="0" i="0" sz="800" u="none" cap="none" strike="noStrike">
              <a:solidFill>
                <a:srgbClr val="000000"/>
              </a:solidFill>
              <a:latin typeface="Work Sans SemiBold"/>
              <a:ea typeface="Work Sans SemiBold"/>
              <a:cs typeface="Work Sans SemiBold"/>
              <a:sym typeface="Work Sans SemiBold"/>
            </a:endParaRPr>
          </a:p>
        </p:txBody>
      </p:sp>
      <p:pic>
        <p:nvPicPr>
          <p:cNvPr id="448" name="Google Shape;448;p103" title="3734395679896765204.jpeg"/>
          <p:cNvPicPr preferRelativeResize="0"/>
          <p:nvPr/>
        </p:nvPicPr>
        <p:blipFill rotWithShape="1">
          <a:blip r:embed="rId8">
            <a:alphaModFix/>
          </a:blip>
          <a:srcRect b="0" l="0" r="0" t="0"/>
          <a:stretch/>
        </p:blipFill>
        <p:spPr>
          <a:xfrm>
            <a:off x="1347475" y="3034700"/>
            <a:ext cx="1142700" cy="1142700"/>
          </a:xfrm>
          <a:prstGeom prst="ellipse">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EA8E"/>
        </a:solidFill>
      </p:bgPr>
    </p:bg>
    <p:spTree>
      <p:nvGrpSpPr>
        <p:cNvPr id="452" name="Shape 452"/>
        <p:cNvGrpSpPr/>
        <p:nvPr/>
      </p:nvGrpSpPr>
      <p:grpSpPr>
        <a:xfrm>
          <a:off x="0" y="0"/>
          <a:ext cx="0" cy="0"/>
          <a:chOff x="0" y="0"/>
          <a:chExt cx="0" cy="0"/>
        </a:xfrm>
      </p:grpSpPr>
      <p:sp>
        <p:nvSpPr>
          <p:cNvPr id="453" name="Google Shape;453;p104"/>
          <p:cNvSpPr txBox="1"/>
          <p:nvPr/>
        </p:nvSpPr>
        <p:spPr>
          <a:xfrm>
            <a:off x="311700" y="1620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2"/>
                </a:solidFill>
                <a:latin typeface="Barlow Condensed SemiBold"/>
                <a:ea typeface="Barlow Condensed SemiBold"/>
                <a:cs typeface="Barlow Condensed SemiBold"/>
                <a:sym typeface="Barlow Condensed SemiBold"/>
              </a:rPr>
              <a:t>I</a:t>
            </a:r>
            <a:r>
              <a:rPr lang="en-GB" sz="2300">
                <a:solidFill>
                  <a:schemeClr val="dk2"/>
                </a:solidFill>
                <a:latin typeface="Barlow Condensed SemiBold"/>
                <a:ea typeface="Barlow Condensed SemiBold"/>
                <a:cs typeface="Barlow Condensed SemiBold"/>
                <a:sym typeface="Barlow Condensed SemiBold"/>
              </a:rPr>
              <a:t> C E   B R E A K E R</a:t>
            </a:r>
            <a:endParaRPr sz="2300">
              <a:solidFill>
                <a:schemeClr val="dk2"/>
              </a:solidFill>
              <a:latin typeface="Barlow Condensed SemiBold"/>
              <a:ea typeface="Barlow Condensed SemiBold"/>
              <a:cs typeface="Barlow Condensed SemiBold"/>
              <a:sym typeface="Barlow Condensed SemiBold"/>
            </a:endParaRPr>
          </a:p>
        </p:txBody>
      </p:sp>
      <p:sp>
        <p:nvSpPr>
          <p:cNvPr id="454" name="Google Shape;454;p104"/>
          <p:cNvSpPr txBox="1"/>
          <p:nvPr/>
        </p:nvSpPr>
        <p:spPr>
          <a:xfrm>
            <a:off x="311700" y="2253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3400">
                <a:solidFill>
                  <a:schemeClr val="dk1"/>
                </a:solidFill>
                <a:latin typeface="Work Sans SemiBold"/>
                <a:ea typeface="Work Sans SemiBold"/>
                <a:cs typeface="Work Sans SemiBold"/>
                <a:sym typeface="Work Sans SemiBold"/>
              </a:rPr>
              <a:t>menti.com</a:t>
            </a:r>
            <a:endParaRPr sz="3400">
              <a:solidFill>
                <a:schemeClr val="dk1"/>
              </a:solidFill>
              <a:latin typeface="Work Sans SemiBold"/>
              <a:ea typeface="Work Sans SemiBold"/>
              <a:cs typeface="Work Sans SemiBold"/>
              <a:sym typeface="Work Sans SemiBold"/>
            </a:endParaRPr>
          </a:p>
        </p:txBody>
      </p:sp>
      <p:sp>
        <p:nvSpPr>
          <p:cNvPr id="455" name="Google Shape;455;p104"/>
          <p:cNvSpPr txBox="1"/>
          <p:nvPr/>
        </p:nvSpPr>
        <p:spPr>
          <a:xfrm>
            <a:off x="260850" y="3123125"/>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1"/>
                </a:solidFill>
                <a:latin typeface="Work Sans SemiBold"/>
                <a:ea typeface="Work Sans SemiBold"/>
                <a:cs typeface="Work Sans SemiBold"/>
                <a:sym typeface="Work Sans SemiBold"/>
              </a:rPr>
              <a:t>ID: 2811 0684</a:t>
            </a:r>
            <a:endParaRPr sz="2300">
              <a:solidFill>
                <a:schemeClr val="dk1"/>
              </a:solidFill>
              <a:latin typeface="Work Sans SemiBold"/>
              <a:ea typeface="Work Sans SemiBold"/>
              <a:cs typeface="Work Sans SemiBold"/>
              <a:sym typeface="Work Sans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59" name="Shape 459"/>
        <p:cNvGrpSpPr/>
        <p:nvPr/>
      </p:nvGrpSpPr>
      <p:grpSpPr>
        <a:xfrm>
          <a:off x="0" y="0"/>
          <a:ext cx="0" cy="0"/>
          <a:chOff x="0" y="0"/>
          <a:chExt cx="0" cy="0"/>
        </a:xfrm>
      </p:grpSpPr>
      <p:sp>
        <p:nvSpPr>
          <p:cNvPr id="460" name="Google Shape;460;p105"/>
          <p:cNvSpPr txBox="1"/>
          <p:nvPr/>
        </p:nvSpPr>
        <p:spPr>
          <a:xfrm>
            <a:off x="508980" y="1271225"/>
            <a:ext cx="7750200" cy="444300"/>
          </a:xfrm>
          <a:prstGeom prst="rect">
            <a:avLst/>
          </a:prstGeom>
          <a:noFill/>
          <a:ln>
            <a:noFill/>
          </a:ln>
        </p:spPr>
        <p:txBody>
          <a:bodyPr anchorCtr="0" anchor="t" bIns="91425" lIns="91425" spcFirstLastPara="1" rIns="91425" wrap="square" tIns="91425">
            <a:noAutofit/>
          </a:bodyPr>
          <a:lstStyle/>
          <a:p>
            <a:pPr indent="0" lvl="0" marL="0" marR="0" rtl="0" algn="l">
              <a:lnSpc>
                <a:spcPct val="130000"/>
              </a:lnSpc>
              <a:spcBef>
                <a:spcPts val="0"/>
              </a:spcBef>
              <a:spcAft>
                <a:spcPts val="0"/>
              </a:spcAft>
              <a:buClr>
                <a:schemeClr val="dk1"/>
              </a:buClr>
              <a:buSzPts val="1100"/>
              <a:buFont typeface="Arial"/>
              <a:buNone/>
            </a:pPr>
            <a:r>
              <a:rPr b="0" i="0" lang="en-GB" sz="2800" u="none" cap="none" strike="noStrike">
                <a:solidFill>
                  <a:schemeClr val="dk1"/>
                </a:solidFill>
                <a:latin typeface="Work Sans SemiBold"/>
                <a:ea typeface="Work Sans SemiBold"/>
                <a:cs typeface="Work Sans SemiBold"/>
                <a:sym typeface="Work Sans SemiBold"/>
              </a:rPr>
              <a:t>Launch Objectives</a:t>
            </a:r>
            <a:endParaRPr b="0" i="0" sz="2800" u="none" cap="none" strike="noStrike">
              <a:solidFill>
                <a:schemeClr val="dk1"/>
              </a:solidFill>
              <a:latin typeface="Work Sans SemiBold"/>
              <a:ea typeface="Work Sans SemiBold"/>
              <a:cs typeface="Work Sans SemiBold"/>
              <a:sym typeface="Work Sans SemiBold"/>
            </a:endParaRPr>
          </a:p>
        </p:txBody>
      </p:sp>
      <p:graphicFrame>
        <p:nvGraphicFramePr>
          <p:cNvPr id="461" name="Google Shape;461;p105"/>
          <p:cNvGraphicFramePr/>
          <p:nvPr/>
        </p:nvGraphicFramePr>
        <p:xfrm>
          <a:off x="604100" y="2072650"/>
          <a:ext cx="3000000" cy="3000000"/>
        </p:xfrm>
        <a:graphic>
          <a:graphicData uri="http://schemas.openxmlformats.org/drawingml/2006/table">
            <a:tbl>
              <a:tblPr>
                <a:noFill/>
                <a:tableStyleId>{AF22F7DF-FDBB-4B37-ACE0-F89900764A93}</a:tableStyleId>
              </a:tblPr>
              <a:tblGrid>
                <a:gridCol w="2268975"/>
              </a:tblGrid>
              <a:tr h="18896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dk1"/>
                          </a:solidFill>
                          <a:latin typeface="Work Sans SemiBold"/>
                          <a:ea typeface="Work Sans SemiBold"/>
                          <a:cs typeface="Work Sans SemiBold"/>
                          <a:sym typeface="Work Sans SemiBold"/>
                        </a:rPr>
                        <a:t>#1</a:t>
                      </a:r>
                      <a:endParaRPr sz="1600" u="none" cap="none" strike="noStrike">
                        <a:solidFill>
                          <a:schemeClr val="dk1"/>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dk1"/>
                          </a:solidFill>
                          <a:latin typeface="Work Sans"/>
                          <a:ea typeface="Work Sans"/>
                          <a:cs typeface="Work Sans"/>
                          <a:sym typeface="Work Sans"/>
                        </a:rPr>
                        <a:t>Build connections with Decoded team and fellow participants</a:t>
                      </a:r>
                      <a:endParaRPr sz="1600" u="none" cap="none" strike="noStrike">
                        <a:solidFill>
                          <a:schemeClr val="dk1"/>
                        </a:solidFill>
                        <a:latin typeface="Work Sans"/>
                        <a:ea typeface="Work Sans"/>
                        <a:cs typeface="Work Sans"/>
                        <a:sym typeface="Work Sans"/>
                      </a:endParaRPr>
                    </a:p>
                  </a:txBody>
                  <a:tcPr marT="63500" marB="63500" marR="63500" marL="63500">
                    <a:lnL cap="flat" cmpd="sng" w="9525">
                      <a:solidFill>
                        <a:srgbClr val="B7B7B7">
                          <a:alpha val="0"/>
                        </a:srgbClr>
                      </a:solidFill>
                      <a:prstDash val="dot"/>
                      <a:round/>
                      <a:headEnd len="sm" w="sm" type="none"/>
                      <a:tailEnd len="sm" w="sm" type="none"/>
                    </a:lnL>
                    <a:lnR cap="flat" cmpd="sng" w="9525">
                      <a:solidFill>
                        <a:srgbClr val="B7B7B7">
                          <a:alpha val="0"/>
                        </a:srgbClr>
                      </a:solidFill>
                      <a:prstDash val="dot"/>
                      <a:round/>
                      <a:headEnd len="sm" w="sm" type="none"/>
                      <a:tailEnd len="sm" w="sm" type="none"/>
                    </a:lnR>
                    <a:lnT cap="flat" cmpd="sng" w="9525">
                      <a:solidFill>
                        <a:srgbClr val="B7B7B7">
                          <a:alpha val="0"/>
                        </a:srgbClr>
                      </a:solidFill>
                      <a:prstDash val="dot"/>
                      <a:round/>
                      <a:headEnd len="sm" w="sm" type="none"/>
                      <a:tailEnd len="sm" w="sm" type="none"/>
                    </a:lnT>
                    <a:lnB cap="flat" cmpd="sng" w="9525">
                      <a:solidFill>
                        <a:srgbClr val="B7B7B7">
                          <a:alpha val="0"/>
                        </a:srgbClr>
                      </a:solidFill>
                      <a:prstDash val="dot"/>
                      <a:round/>
                      <a:headEnd len="sm" w="sm" type="none"/>
                      <a:tailEnd len="sm" w="sm" type="none"/>
                    </a:lnB>
                  </a:tcPr>
                </a:tc>
              </a:tr>
            </a:tbl>
          </a:graphicData>
        </a:graphic>
      </p:graphicFrame>
      <p:graphicFrame>
        <p:nvGraphicFramePr>
          <p:cNvPr id="462" name="Google Shape;462;p105"/>
          <p:cNvGraphicFramePr/>
          <p:nvPr/>
        </p:nvGraphicFramePr>
        <p:xfrm>
          <a:off x="3317913" y="2072650"/>
          <a:ext cx="3000000" cy="3000000"/>
        </p:xfrm>
        <a:graphic>
          <a:graphicData uri="http://schemas.openxmlformats.org/drawingml/2006/table">
            <a:tbl>
              <a:tblPr>
                <a:noFill/>
                <a:tableStyleId>{AF22F7DF-FDBB-4B37-ACE0-F89900764A93}</a:tableStyleId>
              </a:tblPr>
              <a:tblGrid>
                <a:gridCol w="2268975"/>
              </a:tblGrid>
              <a:tr h="18896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dk1"/>
                          </a:solidFill>
                          <a:latin typeface="Work Sans SemiBold"/>
                          <a:ea typeface="Work Sans SemiBold"/>
                          <a:cs typeface="Work Sans SemiBold"/>
                          <a:sym typeface="Work Sans SemiBold"/>
                        </a:rPr>
                        <a:t>#2</a:t>
                      </a:r>
                      <a:endParaRPr sz="1600" u="none" cap="none" strike="noStrike">
                        <a:solidFill>
                          <a:schemeClr val="dk1"/>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dk1"/>
                          </a:solidFill>
                          <a:latin typeface="Work Sans"/>
                          <a:ea typeface="Work Sans"/>
                          <a:cs typeface="Work Sans"/>
                          <a:sym typeface="Work Sans"/>
                        </a:rPr>
                        <a:t>Understand the key components and structure of the programme</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txBody>
                  <a:tcPr marT="63500" marB="63500" marR="63500" marL="63500">
                    <a:lnL cap="flat" cmpd="sng" w="9525">
                      <a:solidFill>
                        <a:srgbClr val="B7B7B7">
                          <a:alpha val="0"/>
                        </a:srgbClr>
                      </a:solidFill>
                      <a:prstDash val="dot"/>
                      <a:round/>
                      <a:headEnd len="sm" w="sm" type="none"/>
                      <a:tailEnd len="sm" w="sm" type="none"/>
                    </a:lnL>
                    <a:lnR cap="flat" cmpd="sng" w="9525">
                      <a:solidFill>
                        <a:srgbClr val="B7B7B7">
                          <a:alpha val="0"/>
                        </a:srgbClr>
                      </a:solidFill>
                      <a:prstDash val="dot"/>
                      <a:round/>
                      <a:headEnd len="sm" w="sm" type="none"/>
                      <a:tailEnd len="sm" w="sm" type="none"/>
                    </a:lnR>
                    <a:lnT cap="flat" cmpd="sng" w="9525">
                      <a:solidFill>
                        <a:srgbClr val="B7B7B7">
                          <a:alpha val="0"/>
                        </a:srgbClr>
                      </a:solidFill>
                      <a:prstDash val="dot"/>
                      <a:round/>
                      <a:headEnd len="sm" w="sm" type="none"/>
                      <a:tailEnd len="sm" w="sm" type="none"/>
                    </a:lnT>
                    <a:lnB cap="flat" cmpd="sng" w="9525">
                      <a:solidFill>
                        <a:srgbClr val="B7B7B7">
                          <a:alpha val="0"/>
                        </a:srgbClr>
                      </a:solidFill>
                      <a:prstDash val="dot"/>
                      <a:round/>
                      <a:headEnd len="sm" w="sm" type="none"/>
                      <a:tailEnd len="sm" w="sm" type="none"/>
                    </a:lnB>
                  </a:tcPr>
                </a:tc>
              </a:tr>
            </a:tbl>
          </a:graphicData>
        </a:graphic>
      </p:graphicFrame>
      <p:cxnSp>
        <p:nvCxnSpPr>
          <p:cNvPr id="463" name="Google Shape;463;p105"/>
          <p:cNvCxnSpPr/>
          <p:nvPr/>
        </p:nvCxnSpPr>
        <p:spPr>
          <a:xfrm>
            <a:off x="3041550" y="2213300"/>
            <a:ext cx="0" cy="1705200"/>
          </a:xfrm>
          <a:prstGeom prst="straightConnector1">
            <a:avLst/>
          </a:prstGeom>
          <a:noFill/>
          <a:ln cap="flat" cmpd="sng" w="9525">
            <a:solidFill>
              <a:schemeClr val="dk2"/>
            </a:solidFill>
            <a:prstDash val="dot"/>
            <a:round/>
            <a:headEnd len="sm" w="sm" type="none"/>
            <a:tailEnd len="sm" w="sm" type="none"/>
          </a:ln>
        </p:spPr>
      </p:cxnSp>
      <p:graphicFrame>
        <p:nvGraphicFramePr>
          <p:cNvPr id="464" name="Google Shape;464;p105"/>
          <p:cNvGraphicFramePr/>
          <p:nvPr/>
        </p:nvGraphicFramePr>
        <p:xfrm>
          <a:off x="5990148" y="2121025"/>
          <a:ext cx="3000000" cy="3000000"/>
        </p:xfrm>
        <a:graphic>
          <a:graphicData uri="http://schemas.openxmlformats.org/drawingml/2006/table">
            <a:tbl>
              <a:tblPr>
                <a:noFill/>
                <a:tableStyleId>{AF22F7DF-FDBB-4B37-ACE0-F89900764A93}</a:tableStyleId>
              </a:tblPr>
              <a:tblGrid>
                <a:gridCol w="2268975"/>
              </a:tblGrid>
              <a:tr h="18896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dk1"/>
                          </a:solidFill>
                          <a:latin typeface="Work Sans SemiBold"/>
                          <a:ea typeface="Work Sans SemiBold"/>
                          <a:cs typeface="Work Sans SemiBold"/>
                          <a:sym typeface="Work Sans SemiBold"/>
                        </a:rPr>
                        <a:t>#3</a:t>
                      </a:r>
                      <a:endParaRPr sz="1600" u="none" cap="none" strike="noStrike">
                        <a:solidFill>
                          <a:schemeClr val="dk1"/>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dk1"/>
                          </a:solidFill>
                          <a:latin typeface="Work Sans"/>
                          <a:ea typeface="Work Sans"/>
                          <a:cs typeface="Work Sans"/>
                          <a:sym typeface="Work Sans"/>
                        </a:rPr>
                        <a:t>Understand the learning platforms and approach</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txBody>
                  <a:tcPr marT="63500" marB="63500" marR="63500" marL="63500">
                    <a:lnL cap="flat" cmpd="sng" w="9525">
                      <a:solidFill>
                        <a:srgbClr val="B7B7B7">
                          <a:alpha val="0"/>
                        </a:srgbClr>
                      </a:solidFill>
                      <a:prstDash val="dot"/>
                      <a:round/>
                      <a:headEnd len="sm" w="sm" type="none"/>
                      <a:tailEnd len="sm" w="sm" type="none"/>
                    </a:lnL>
                    <a:lnR cap="flat" cmpd="sng" w="9525">
                      <a:solidFill>
                        <a:srgbClr val="B7B7B7">
                          <a:alpha val="0"/>
                        </a:srgbClr>
                      </a:solidFill>
                      <a:prstDash val="dot"/>
                      <a:round/>
                      <a:headEnd len="sm" w="sm" type="none"/>
                      <a:tailEnd len="sm" w="sm" type="none"/>
                    </a:lnR>
                    <a:lnT cap="flat" cmpd="sng" w="9525">
                      <a:solidFill>
                        <a:srgbClr val="B7B7B7">
                          <a:alpha val="0"/>
                        </a:srgbClr>
                      </a:solidFill>
                      <a:prstDash val="dot"/>
                      <a:round/>
                      <a:headEnd len="sm" w="sm" type="none"/>
                      <a:tailEnd len="sm" w="sm" type="none"/>
                    </a:lnT>
                    <a:lnB cap="flat" cmpd="sng" w="9525">
                      <a:solidFill>
                        <a:srgbClr val="B7B7B7">
                          <a:alpha val="0"/>
                        </a:srgbClr>
                      </a:solidFill>
                      <a:prstDash val="dot"/>
                      <a:round/>
                      <a:headEnd len="sm" w="sm" type="none"/>
                      <a:tailEnd len="sm" w="sm" type="none"/>
                    </a:lnB>
                  </a:tcPr>
                </a:tc>
              </a:tr>
            </a:tbl>
          </a:graphicData>
        </a:graphic>
      </p:graphicFrame>
      <p:cxnSp>
        <p:nvCxnSpPr>
          <p:cNvPr id="465" name="Google Shape;465;p105"/>
          <p:cNvCxnSpPr/>
          <p:nvPr/>
        </p:nvCxnSpPr>
        <p:spPr>
          <a:xfrm>
            <a:off x="5713784" y="2261675"/>
            <a:ext cx="0" cy="1705200"/>
          </a:xfrm>
          <a:prstGeom prst="straightConnector1">
            <a:avLst/>
          </a:prstGeom>
          <a:noFill/>
          <a:ln cap="flat" cmpd="sng" w="9525">
            <a:solidFill>
              <a:schemeClr val="dk2"/>
            </a:solidFill>
            <a:prstDash val="dot"/>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06"/>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6200"/>
              <a:buNone/>
            </a:pPr>
            <a:r>
              <a:rPr b="1" lang="en-GB">
                <a:latin typeface="Work Sans"/>
                <a:ea typeface="Work Sans"/>
                <a:cs typeface="Work Sans"/>
                <a:sym typeface="Work Sans"/>
              </a:rPr>
              <a:t>#1</a:t>
            </a:r>
            <a:endParaRPr b="1">
              <a:latin typeface="Work Sans"/>
              <a:ea typeface="Work Sans"/>
              <a:cs typeface="Work Sans"/>
              <a:sym typeface="Work Sans"/>
            </a:endParaRPr>
          </a:p>
          <a:p>
            <a:pPr indent="0" lvl="0" marL="0" rtl="0" algn="l">
              <a:lnSpc>
                <a:spcPct val="90000"/>
              </a:lnSpc>
              <a:spcBef>
                <a:spcPts val="0"/>
              </a:spcBef>
              <a:spcAft>
                <a:spcPts val="0"/>
              </a:spcAft>
              <a:buSzPts val="6200"/>
              <a:buNone/>
            </a:pPr>
            <a:r>
              <a:rPr lang="en-GB"/>
              <a:t>Programme structure.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cxnSp>
        <p:nvCxnSpPr>
          <p:cNvPr id="475" name="Google Shape;475;p107"/>
          <p:cNvCxnSpPr/>
          <p:nvPr/>
        </p:nvCxnSpPr>
        <p:spPr>
          <a:xfrm>
            <a:off x="349925" y="5178035"/>
            <a:ext cx="0" cy="374700"/>
          </a:xfrm>
          <a:prstGeom prst="straightConnector1">
            <a:avLst/>
          </a:prstGeom>
          <a:noFill/>
          <a:ln cap="flat" cmpd="sng" w="28575">
            <a:solidFill>
              <a:srgbClr val="6D9EEB"/>
            </a:solidFill>
            <a:prstDash val="dot"/>
            <a:round/>
            <a:headEnd len="sm" w="sm" type="none"/>
            <a:tailEnd len="sm" w="sm" type="none"/>
          </a:ln>
        </p:spPr>
      </p:cxnSp>
      <p:cxnSp>
        <p:nvCxnSpPr>
          <p:cNvPr id="476" name="Google Shape;476;p107"/>
          <p:cNvCxnSpPr/>
          <p:nvPr/>
        </p:nvCxnSpPr>
        <p:spPr>
          <a:xfrm>
            <a:off x="8777600" y="5175099"/>
            <a:ext cx="0" cy="374700"/>
          </a:xfrm>
          <a:prstGeom prst="straightConnector1">
            <a:avLst/>
          </a:prstGeom>
          <a:noFill/>
          <a:ln cap="flat" cmpd="sng" w="28575">
            <a:solidFill>
              <a:srgbClr val="6D9EEB"/>
            </a:solidFill>
            <a:prstDash val="dot"/>
            <a:round/>
            <a:headEnd len="sm" w="sm" type="none"/>
            <a:tailEnd len="sm" w="sm" type="none"/>
          </a:ln>
        </p:spPr>
      </p:cxnSp>
      <p:cxnSp>
        <p:nvCxnSpPr>
          <p:cNvPr id="477" name="Google Shape;477;p107"/>
          <p:cNvCxnSpPr/>
          <p:nvPr/>
        </p:nvCxnSpPr>
        <p:spPr>
          <a:xfrm rot="10800000">
            <a:off x="9198925"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78" name="Google Shape;478;p107"/>
          <p:cNvCxnSpPr/>
          <p:nvPr/>
        </p:nvCxnSpPr>
        <p:spPr>
          <a:xfrm rot="10800000">
            <a:off x="-774518"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79" name="Google Shape;479;p107"/>
          <p:cNvCxnSpPr/>
          <p:nvPr/>
        </p:nvCxnSpPr>
        <p:spPr>
          <a:xfrm rot="10800000">
            <a:off x="9144000" y="1226850"/>
            <a:ext cx="709500" cy="0"/>
          </a:xfrm>
          <a:prstGeom prst="straightConnector1">
            <a:avLst/>
          </a:prstGeom>
          <a:noFill/>
          <a:ln cap="flat" cmpd="sng" w="28575">
            <a:solidFill>
              <a:srgbClr val="6D9EEB"/>
            </a:solidFill>
            <a:prstDash val="dot"/>
            <a:round/>
            <a:headEnd len="sm" w="sm" type="none"/>
            <a:tailEnd len="sm" w="sm" type="none"/>
          </a:ln>
        </p:spPr>
      </p:cxnSp>
      <p:cxnSp>
        <p:nvCxnSpPr>
          <p:cNvPr id="480" name="Google Shape;480;p107"/>
          <p:cNvCxnSpPr/>
          <p:nvPr/>
        </p:nvCxnSpPr>
        <p:spPr>
          <a:xfrm rot="10800000">
            <a:off x="-774533" y="1187100"/>
            <a:ext cx="709500" cy="0"/>
          </a:xfrm>
          <a:prstGeom prst="straightConnector1">
            <a:avLst/>
          </a:prstGeom>
          <a:noFill/>
          <a:ln cap="flat" cmpd="sng" w="28575">
            <a:solidFill>
              <a:srgbClr val="6D9EEB"/>
            </a:solidFill>
            <a:prstDash val="dot"/>
            <a:round/>
            <a:headEnd len="sm" w="sm" type="none"/>
            <a:tailEnd len="sm" w="sm" type="none"/>
          </a:ln>
        </p:spPr>
      </p:cxnSp>
      <p:sp>
        <p:nvSpPr>
          <p:cNvPr id="481" name="Google Shape;481;p107"/>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Deep Dive</a:t>
            </a:r>
            <a:endParaRPr b="0" i="0" sz="2800" u="none" cap="none" strike="noStrike">
              <a:solidFill>
                <a:srgbClr val="000000"/>
              </a:solidFill>
              <a:latin typeface="Arial"/>
              <a:ea typeface="Arial"/>
              <a:cs typeface="Arial"/>
              <a:sym typeface="Arial"/>
            </a:endParaRPr>
          </a:p>
        </p:txBody>
      </p:sp>
      <p:graphicFrame>
        <p:nvGraphicFramePr>
          <p:cNvPr id="482" name="Google Shape;482;p107"/>
          <p:cNvGraphicFramePr/>
          <p:nvPr/>
        </p:nvGraphicFramePr>
        <p:xfrm>
          <a:off x="273508" y="1361822"/>
          <a:ext cx="3000000" cy="3000000"/>
        </p:xfrm>
        <a:graphic>
          <a:graphicData uri="http://schemas.openxmlformats.org/drawingml/2006/table">
            <a:tbl>
              <a:tblPr>
                <a:noFill/>
                <a:tableStyleId>{2889FD33-5C97-4F32-B54F-FAAC664B6725}</a:tableStyleId>
              </a:tblPr>
              <a:tblGrid>
                <a:gridCol w="651550"/>
                <a:gridCol w="1325200"/>
                <a:gridCol w="1325200"/>
                <a:gridCol w="1325200"/>
                <a:gridCol w="1325200"/>
                <a:gridCol w="1325200"/>
              </a:tblGrid>
              <a:tr h="602475">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Week</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1</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2</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3</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4</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5</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r>
              <a:tr h="602425">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u="none" cap="none" strike="noStrike">
                          <a:solidFill>
                            <a:schemeClr val="dk1"/>
                          </a:solidFill>
                          <a:latin typeface="Work Sans SemiBold"/>
                          <a:ea typeface="Work Sans SemiBold"/>
                          <a:cs typeface="Work Sans SemiBold"/>
                          <a:sym typeface="Work Sans SemiBold"/>
                        </a:rPr>
                        <a:t>Live date</a:t>
                      </a:r>
                      <a:endParaRPr sz="1000" u="none" cap="none" strike="noStrike">
                        <a:solidFill>
                          <a:schemeClr val="dk1"/>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chemeClr val="lt1"/>
                    </a:solidFill>
                  </a:tcPr>
                </a:tc>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r>
              <a:tr h="439825">
                <a:tc>
                  <a:txBody>
                    <a:bodyPr/>
                    <a:lstStyle/>
                    <a:p>
                      <a:pPr indent="0" lvl="0" marL="0" marR="0" rtl="0" algn="l">
                        <a:lnSpc>
                          <a:spcPct val="100000"/>
                        </a:lnSpc>
                        <a:spcBef>
                          <a:spcPts val="0"/>
                        </a:spcBef>
                        <a:spcAft>
                          <a:spcPts val="0"/>
                        </a:spcAft>
                        <a:buClr>
                          <a:srgbClr val="000000"/>
                        </a:buClr>
                        <a:buSzPts val="1000"/>
                        <a:buFont typeface="Arial"/>
                        <a:buNone/>
                      </a:pPr>
                      <a:r>
                        <a:rPr lang="en-GB" sz="1000" u="none" cap="none" strike="noStrike">
                          <a:latin typeface="Work Sans SemiBold"/>
                          <a:ea typeface="Work Sans SemiBold"/>
                          <a:cs typeface="Work Sans SemiBold"/>
                          <a:sym typeface="Work Sans SemiBold"/>
                        </a:rPr>
                        <a:t>Theme</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Foundations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Python Data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Exploratory Data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Statistical Data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a:solidFill>
                            <a:schemeClr val="dk1"/>
                          </a:solidFill>
                          <a:latin typeface="Work Sans"/>
                          <a:ea typeface="Work Sans"/>
                          <a:cs typeface="Work Sans"/>
                          <a:sym typeface="Work Sans"/>
                        </a:rPr>
                        <a:t>Capstone Intro</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r h="1627750">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latin typeface="Work Sans SemiBold"/>
                          <a:ea typeface="Work Sans SemiBold"/>
                          <a:cs typeface="Work Sans SemiBold"/>
                          <a:sym typeface="Work Sans SemiBold"/>
                        </a:rPr>
                        <a:t>Topics</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chemeClr val="dk1"/>
                        </a:buClr>
                        <a:buSzPts val="800"/>
                        <a:buFont typeface="Arial"/>
                        <a:buNone/>
                      </a:pPr>
                      <a:r>
                        <a:rPr lang="en-GB" sz="1000" u="none" cap="none" strike="noStrike">
                          <a:solidFill>
                            <a:schemeClr val="dk1"/>
                          </a:solidFill>
                          <a:latin typeface="Work Sans"/>
                          <a:ea typeface="Work Sans"/>
                          <a:cs typeface="Work Sans"/>
                          <a:sym typeface="Work Sans"/>
                        </a:rPr>
                        <a:t>Launc</a:t>
                      </a:r>
                      <a:r>
                        <a:rPr lang="en-GB" sz="1000">
                          <a:solidFill>
                            <a:schemeClr val="dk1"/>
                          </a:solidFill>
                          <a:latin typeface="Work Sans"/>
                          <a:ea typeface="Work Sans"/>
                          <a:cs typeface="Work Sans"/>
                          <a:sym typeface="Work Sans"/>
                        </a:rPr>
                        <a:t>h</a:t>
                      </a:r>
                      <a:endParaRPr sz="1000">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Tech Demos</a:t>
                      </a:r>
                      <a:endParaRPr sz="1000">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rPr lang="en-GB" sz="1000" u="none" cap="none" strike="noStrike">
                          <a:solidFill>
                            <a:schemeClr val="dk1"/>
                          </a:solidFill>
                          <a:latin typeface="Work Sans"/>
                          <a:ea typeface="Work Sans"/>
                          <a:cs typeface="Work Sans"/>
                          <a:sym typeface="Work Sans"/>
                        </a:rPr>
                        <a:t>Foundations</a:t>
                      </a:r>
                      <a:endParaRPr sz="1000" u="none" cap="none" strike="noStrike">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Intro Python</a:t>
                      </a:r>
                      <a:endParaRPr sz="1000">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Data </a:t>
                      </a:r>
                      <a:r>
                        <a:rPr lang="en-GB" sz="1000">
                          <a:solidFill>
                            <a:schemeClr val="dk1"/>
                          </a:solidFill>
                          <a:latin typeface="Work Sans"/>
                          <a:ea typeface="Work Sans"/>
                          <a:cs typeface="Work Sans"/>
                          <a:sym typeface="Work Sans"/>
                        </a:rPr>
                        <a:t>Manipulation with Pandas </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rtl="0" algn="l">
                        <a:spcBef>
                          <a:spcPts val="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Data Cleaning</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Data Visualisation</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Basic preprocessing for Data Science</a:t>
                      </a:r>
                      <a:endParaRPr sz="1000">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Introduction to Statistics</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Hypotheses &amp; Inference </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Feature Selection</a:t>
                      </a:r>
                      <a:endParaRPr sz="1000">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Capstone ideas</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Initial steps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Introduction to version control and dependency management</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cxnSp>
        <p:nvCxnSpPr>
          <p:cNvPr id="487" name="Google Shape;487;p108"/>
          <p:cNvCxnSpPr/>
          <p:nvPr/>
        </p:nvCxnSpPr>
        <p:spPr>
          <a:xfrm>
            <a:off x="349925" y="5178035"/>
            <a:ext cx="0" cy="374700"/>
          </a:xfrm>
          <a:prstGeom prst="straightConnector1">
            <a:avLst/>
          </a:prstGeom>
          <a:noFill/>
          <a:ln cap="flat" cmpd="sng" w="28575">
            <a:solidFill>
              <a:srgbClr val="6D9EEB"/>
            </a:solidFill>
            <a:prstDash val="dot"/>
            <a:round/>
            <a:headEnd len="sm" w="sm" type="none"/>
            <a:tailEnd len="sm" w="sm" type="none"/>
          </a:ln>
        </p:spPr>
      </p:cxnSp>
      <p:cxnSp>
        <p:nvCxnSpPr>
          <p:cNvPr id="488" name="Google Shape;488;p108"/>
          <p:cNvCxnSpPr/>
          <p:nvPr/>
        </p:nvCxnSpPr>
        <p:spPr>
          <a:xfrm>
            <a:off x="8777600" y="5175099"/>
            <a:ext cx="0" cy="374700"/>
          </a:xfrm>
          <a:prstGeom prst="straightConnector1">
            <a:avLst/>
          </a:prstGeom>
          <a:noFill/>
          <a:ln cap="flat" cmpd="sng" w="28575">
            <a:solidFill>
              <a:srgbClr val="6D9EEB"/>
            </a:solidFill>
            <a:prstDash val="dot"/>
            <a:round/>
            <a:headEnd len="sm" w="sm" type="none"/>
            <a:tailEnd len="sm" w="sm" type="none"/>
          </a:ln>
        </p:spPr>
      </p:cxnSp>
      <p:cxnSp>
        <p:nvCxnSpPr>
          <p:cNvPr id="489" name="Google Shape;489;p108"/>
          <p:cNvCxnSpPr/>
          <p:nvPr/>
        </p:nvCxnSpPr>
        <p:spPr>
          <a:xfrm rot="10800000">
            <a:off x="9198925"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90" name="Google Shape;490;p108"/>
          <p:cNvCxnSpPr/>
          <p:nvPr/>
        </p:nvCxnSpPr>
        <p:spPr>
          <a:xfrm rot="10800000">
            <a:off x="-774518"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91" name="Google Shape;491;p108"/>
          <p:cNvCxnSpPr/>
          <p:nvPr/>
        </p:nvCxnSpPr>
        <p:spPr>
          <a:xfrm rot="10800000">
            <a:off x="9198925" y="1187100"/>
            <a:ext cx="709500" cy="0"/>
          </a:xfrm>
          <a:prstGeom prst="straightConnector1">
            <a:avLst/>
          </a:prstGeom>
          <a:noFill/>
          <a:ln cap="flat" cmpd="sng" w="28575">
            <a:solidFill>
              <a:srgbClr val="6D9EEB"/>
            </a:solidFill>
            <a:prstDash val="dot"/>
            <a:round/>
            <a:headEnd len="sm" w="sm" type="none"/>
            <a:tailEnd len="sm" w="sm" type="none"/>
          </a:ln>
        </p:spPr>
      </p:cxnSp>
      <p:cxnSp>
        <p:nvCxnSpPr>
          <p:cNvPr id="492" name="Google Shape;492;p108"/>
          <p:cNvCxnSpPr/>
          <p:nvPr/>
        </p:nvCxnSpPr>
        <p:spPr>
          <a:xfrm rot="10800000">
            <a:off x="-774533" y="1187100"/>
            <a:ext cx="709500" cy="0"/>
          </a:xfrm>
          <a:prstGeom prst="straightConnector1">
            <a:avLst/>
          </a:prstGeom>
          <a:noFill/>
          <a:ln cap="flat" cmpd="sng" w="28575">
            <a:solidFill>
              <a:srgbClr val="6D9EEB"/>
            </a:solidFill>
            <a:prstDash val="dot"/>
            <a:round/>
            <a:headEnd len="sm" w="sm" type="none"/>
            <a:tailEnd len="sm" w="sm" type="none"/>
          </a:ln>
        </p:spPr>
      </p:cxnSp>
      <p:sp>
        <p:nvSpPr>
          <p:cNvPr id="493" name="Google Shape;493;p108"/>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Deep Dive</a:t>
            </a:r>
            <a:endParaRPr b="0" i="0" sz="2800" u="none" cap="none" strike="noStrike">
              <a:solidFill>
                <a:srgbClr val="000000"/>
              </a:solidFill>
              <a:latin typeface="Arial"/>
              <a:ea typeface="Arial"/>
              <a:cs typeface="Arial"/>
              <a:sym typeface="Arial"/>
            </a:endParaRPr>
          </a:p>
        </p:txBody>
      </p:sp>
      <p:graphicFrame>
        <p:nvGraphicFramePr>
          <p:cNvPr id="494" name="Google Shape;494;p108"/>
          <p:cNvGraphicFramePr/>
          <p:nvPr/>
        </p:nvGraphicFramePr>
        <p:xfrm>
          <a:off x="567633" y="1425422"/>
          <a:ext cx="3000000" cy="3000000"/>
        </p:xfrm>
        <a:graphic>
          <a:graphicData uri="http://schemas.openxmlformats.org/drawingml/2006/table">
            <a:tbl>
              <a:tblPr>
                <a:noFill/>
                <a:tableStyleId>{2889FD33-5C97-4F32-B54F-FAAC664B6725}</a:tableStyleId>
              </a:tblPr>
              <a:tblGrid>
                <a:gridCol w="817500"/>
                <a:gridCol w="1478500"/>
                <a:gridCol w="1478500"/>
                <a:gridCol w="1478500"/>
                <a:gridCol w="1478500"/>
                <a:gridCol w="1478500"/>
              </a:tblGrid>
              <a:tr h="605400">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Week</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6</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7</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8</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9</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a:solidFill>
                            <a:schemeClr val="dk1"/>
                          </a:solidFill>
                          <a:latin typeface="Work Sans SemiBold"/>
                          <a:ea typeface="Work Sans SemiBold"/>
                          <a:cs typeface="Work Sans SemiBold"/>
                          <a:sym typeface="Work Sans SemiBold"/>
                        </a:rPr>
                        <a:t>TBC</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r>
              <a:tr h="605350">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u="none" cap="none" strike="noStrike">
                          <a:solidFill>
                            <a:schemeClr val="dk1"/>
                          </a:solidFill>
                          <a:latin typeface="Work Sans SemiBold"/>
                          <a:ea typeface="Work Sans SemiBold"/>
                          <a:cs typeface="Work Sans SemiBold"/>
                          <a:sym typeface="Work Sans SemiBold"/>
                        </a:rPr>
                        <a:t>Live date</a:t>
                      </a:r>
                      <a:endParaRPr sz="1000" u="none" cap="none" strike="noStrike">
                        <a:solidFill>
                          <a:schemeClr val="dk1"/>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chemeClr val="lt1"/>
                    </a:solidFill>
                  </a:tcPr>
                </a:tc>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rgbClr val="000000"/>
                          </a:solidFill>
                          <a:latin typeface="Work Sans SemiBold"/>
                          <a:ea typeface="Work Sans SemiBold"/>
                          <a:cs typeface="Work Sans SemiBold"/>
                          <a:sym typeface="Work Sans SemiBold"/>
                        </a:rPr>
                        <a:t>[date]</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rgbClr val="000000"/>
                          </a:solidFill>
                          <a:latin typeface="Work Sans SemiBold"/>
                          <a:ea typeface="Work Sans SemiBold"/>
                          <a:cs typeface="Work Sans SemiBold"/>
                          <a:sym typeface="Work Sans SemiBold"/>
                        </a:rPr>
                        <a:t>TBC</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r>
              <a:tr h="302250">
                <a:tc>
                  <a:txBody>
                    <a:bodyPr/>
                    <a:lstStyle/>
                    <a:p>
                      <a:pPr indent="0" lvl="0" marL="0" marR="0" rtl="0" algn="l">
                        <a:lnSpc>
                          <a:spcPct val="100000"/>
                        </a:lnSpc>
                        <a:spcBef>
                          <a:spcPts val="0"/>
                        </a:spcBef>
                        <a:spcAft>
                          <a:spcPts val="0"/>
                        </a:spcAft>
                        <a:buClr>
                          <a:srgbClr val="000000"/>
                        </a:buClr>
                        <a:buSzPts val="1000"/>
                        <a:buFont typeface="Arial"/>
                        <a:buNone/>
                      </a:pPr>
                      <a:r>
                        <a:rPr lang="en-GB" sz="1000" u="none" cap="none" strike="noStrike">
                          <a:latin typeface="Work Sans SemiBold"/>
                          <a:ea typeface="Work Sans SemiBold"/>
                          <a:cs typeface="Work Sans SemiBold"/>
                          <a:sym typeface="Work Sans SemiBold"/>
                        </a:rPr>
                        <a:t>Theme</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Machine Learning</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a:solidFill>
                            <a:schemeClr val="dk1"/>
                          </a:solidFill>
                          <a:latin typeface="Work Sans"/>
                          <a:ea typeface="Work Sans"/>
                          <a:cs typeface="Work Sans"/>
                          <a:sym typeface="Work Sans"/>
                        </a:rPr>
                        <a:t> </a:t>
                      </a:r>
                      <a:r>
                        <a:rPr b="1" lang="en-GB" sz="1000" u="none" cap="none" strike="noStrike">
                          <a:solidFill>
                            <a:schemeClr val="dk1"/>
                          </a:solidFill>
                          <a:latin typeface="Work Sans"/>
                          <a:ea typeface="Work Sans"/>
                          <a:cs typeface="Work Sans"/>
                          <a:sym typeface="Work Sans"/>
                        </a:rPr>
                        <a:t>Classification</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Time Series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Capstone Project</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Graduation</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r h="1635650">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latin typeface="Work Sans SemiBold"/>
                          <a:ea typeface="Work Sans SemiBold"/>
                          <a:cs typeface="Work Sans SemiBold"/>
                          <a:sym typeface="Work Sans SemiBold"/>
                        </a:rPr>
                        <a:t>Topics</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chemeClr val="dk1"/>
                        </a:buClr>
                        <a:buSzPts val="800"/>
                        <a:buFont typeface="Arial"/>
                        <a:buNone/>
                      </a:pPr>
                      <a:r>
                        <a:rPr lang="en-GB" sz="1000" u="none" cap="none" strike="noStrike">
                          <a:solidFill>
                            <a:schemeClr val="dk1"/>
                          </a:solidFill>
                          <a:latin typeface="Work Sans"/>
                          <a:ea typeface="Work Sans"/>
                          <a:cs typeface="Work Sans"/>
                          <a:sym typeface="Work Sans"/>
                        </a:rPr>
                        <a:t>ML Foundations</a:t>
                      </a:r>
                      <a:endParaRPr sz="1000" u="none" cap="none" strike="noStrike">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Intro. to Regression</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Intro. to Classification›</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Time Series with Pandas</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Time Series Analysis</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A chance to begin working work your ML project</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Celebrate achievements</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Present projects</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descr="preencoded.png" id="500" name="Google Shape;500;p109"/>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501" name="Google Shape;501;p109"/>
          <p:cNvSpPr/>
          <p:nvPr/>
        </p:nvSpPr>
        <p:spPr>
          <a:xfrm>
            <a:off x="393799" y="309414"/>
            <a:ext cx="4927200" cy="703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22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A day in the life </a:t>
            </a:r>
            <a:endParaRPr b="0" i="0" sz="2800" u="none" cap="none" strike="noStrike">
              <a:solidFill>
                <a:srgbClr val="000000"/>
              </a:solidFill>
              <a:latin typeface="Work Sans SemiBold"/>
              <a:ea typeface="Work Sans SemiBold"/>
              <a:cs typeface="Work Sans SemiBold"/>
              <a:sym typeface="Work Sans SemiBold"/>
            </a:endParaRPr>
          </a:p>
        </p:txBody>
      </p:sp>
      <p:sp>
        <p:nvSpPr>
          <p:cNvPr id="502" name="Google Shape;502;p109"/>
          <p:cNvSpPr/>
          <p:nvPr/>
        </p:nvSpPr>
        <p:spPr>
          <a:xfrm>
            <a:off x="555427" y="1181397"/>
            <a:ext cx="14400" cy="3650700"/>
          </a:xfrm>
          <a:prstGeom prst="roundRect">
            <a:avLst>
              <a:gd fmla="val 118127" name="adj"/>
            </a:avLst>
          </a:prstGeom>
          <a:solidFill>
            <a:srgbClr val="000000">
              <a:alpha val="5882"/>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03" name="Google Shape;503;p109"/>
          <p:cNvSpPr/>
          <p:nvPr/>
        </p:nvSpPr>
        <p:spPr>
          <a:xfrm>
            <a:off x="674861" y="1427411"/>
            <a:ext cx="393900" cy="14400"/>
          </a:xfrm>
          <a:prstGeom prst="roundRect">
            <a:avLst>
              <a:gd fmla="val 118127" name="adj"/>
            </a:avLst>
          </a:prstGeom>
          <a:solidFill>
            <a:srgbClr val="E4DE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04" name="Google Shape;504;p109"/>
          <p:cNvSpPr/>
          <p:nvPr/>
        </p:nvSpPr>
        <p:spPr>
          <a:xfrm>
            <a:off x="435977" y="1307969"/>
            <a:ext cx="501900" cy="2532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Work Sans"/>
                <a:ea typeface="Work Sans"/>
                <a:cs typeface="Work Sans"/>
                <a:sym typeface="Work Sans"/>
              </a:rPr>
              <a:t>0915</a:t>
            </a:r>
            <a:endParaRPr b="1" i="0" sz="1100" u="none" cap="none" strike="noStrike">
              <a:solidFill>
                <a:srgbClr val="000000"/>
              </a:solidFill>
              <a:latin typeface="Work Sans"/>
              <a:ea typeface="Work Sans"/>
              <a:cs typeface="Work Sans"/>
              <a:sym typeface="Work Sans"/>
            </a:endParaRPr>
          </a:p>
        </p:txBody>
      </p:sp>
      <p:sp>
        <p:nvSpPr>
          <p:cNvPr id="505" name="Google Shape;505;p109"/>
          <p:cNvSpPr/>
          <p:nvPr/>
        </p:nvSpPr>
        <p:spPr>
          <a:xfrm>
            <a:off x="1181383" y="1293906"/>
            <a:ext cx="29247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Prepare for the start of the day</a:t>
            </a:r>
            <a:endParaRPr b="0" i="0" sz="1100" u="none" cap="none" strike="noStrike">
              <a:solidFill>
                <a:srgbClr val="000000"/>
              </a:solidFill>
              <a:latin typeface="Work Sans SemiBold"/>
              <a:ea typeface="Work Sans SemiBold"/>
              <a:cs typeface="Work Sans SemiBold"/>
              <a:sym typeface="Work Sans SemiBold"/>
            </a:endParaRPr>
          </a:p>
        </p:txBody>
      </p:sp>
      <p:sp>
        <p:nvSpPr>
          <p:cNvPr id="506" name="Google Shape;506;p109"/>
          <p:cNvSpPr/>
          <p:nvPr/>
        </p:nvSpPr>
        <p:spPr>
          <a:xfrm>
            <a:off x="1181397" y="1537171"/>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Connect to teams, open your remote desktop, and review the pre-released agenda. </a:t>
            </a:r>
            <a:endParaRPr b="0" i="0" sz="900" u="none" cap="none" strike="noStrike">
              <a:solidFill>
                <a:srgbClr val="000000"/>
              </a:solidFill>
              <a:latin typeface="Arial"/>
              <a:ea typeface="Arial"/>
              <a:cs typeface="Arial"/>
              <a:sym typeface="Arial"/>
            </a:endParaRPr>
          </a:p>
        </p:txBody>
      </p:sp>
      <p:sp>
        <p:nvSpPr>
          <p:cNvPr id="507" name="Google Shape;507;p109"/>
          <p:cNvSpPr/>
          <p:nvPr/>
        </p:nvSpPr>
        <p:spPr>
          <a:xfrm>
            <a:off x="674861" y="2368228"/>
            <a:ext cx="393900" cy="14400"/>
          </a:xfrm>
          <a:prstGeom prst="roundRect">
            <a:avLst>
              <a:gd fmla="val 118127" name="adj"/>
            </a:avLst>
          </a:prstGeom>
          <a:solidFill>
            <a:srgbClr val="B2B2B2"/>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08" name="Google Shape;508;p109"/>
          <p:cNvSpPr/>
          <p:nvPr/>
        </p:nvSpPr>
        <p:spPr>
          <a:xfrm>
            <a:off x="435977" y="2248786"/>
            <a:ext cx="501900" cy="2532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Arial"/>
                <a:ea typeface="Arial"/>
                <a:cs typeface="Arial"/>
                <a:sym typeface="Arial"/>
              </a:rPr>
              <a:t>0930</a:t>
            </a:r>
            <a:endParaRPr b="1" i="0" sz="1100" u="none" cap="none" strike="noStrike">
              <a:solidFill>
                <a:srgbClr val="000000"/>
              </a:solidFill>
              <a:latin typeface="Arial"/>
              <a:ea typeface="Arial"/>
              <a:cs typeface="Arial"/>
              <a:sym typeface="Arial"/>
            </a:endParaRPr>
          </a:p>
        </p:txBody>
      </p:sp>
      <p:sp>
        <p:nvSpPr>
          <p:cNvPr id="509" name="Google Shape;509;p109"/>
          <p:cNvSpPr/>
          <p:nvPr/>
        </p:nvSpPr>
        <p:spPr>
          <a:xfrm>
            <a:off x="512713" y="2290986"/>
            <a:ext cx="999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t/>
            </a:r>
            <a:endParaRPr b="1" i="0" sz="1500" u="none" cap="none" strike="noStrike">
              <a:solidFill>
                <a:srgbClr val="000000"/>
              </a:solidFill>
              <a:latin typeface="Work Sans"/>
              <a:ea typeface="Work Sans"/>
              <a:cs typeface="Work Sans"/>
              <a:sym typeface="Work Sans"/>
            </a:endParaRPr>
          </a:p>
        </p:txBody>
      </p:sp>
      <p:sp>
        <p:nvSpPr>
          <p:cNvPr id="510" name="Google Shape;510;p109"/>
          <p:cNvSpPr/>
          <p:nvPr/>
        </p:nvSpPr>
        <p:spPr>
          <a:xfrm>
            <a:off x="1181393" y="2234734"/>
            <a:ext cx="33441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Live delivery starts promptly at 09:30</a:t>
            </a:r>
            <a:endParaRPr b="0" i="0" sz="1100" u="none" cap="none" strike="noStrike">
              <a:solidFill>
                <a:srgbClr val="000000"/>
              </a:solidFill>
              <a:latin typeface="Work Sans SemiBold"/>
              <a:ea typeface="Work Sans SemiBold"/>
              <a:cs typeface="Work Sans SemiBold"/>
              <a:sym typeface="Work Sans SemiBold"/>
            </a:endParaRPr>
          </a:p>
        </p:txBody>
      </p:sp>
      <p:sp>
        <p:nvSpPr>
          <p:cNvPr id="511" name="Google Shape;511;p109"/>
          <p:cNvSpPr/>
          <p:nvPr/>
        </p:nvSpPr>
        <p:spPr>
          <a:xfrm>
            <a:off x="1181397" y="2477988"/>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We cycle between about 30 min delivery, about 20 exercises, with 10 minute breaks per subtopic. </a:t>
            </a:r>
            <a:endParaRPr b="0" i="0" sz="900" u="none" cap="none" strike="noStrike">
              <a:solidFill>
                <a:srgbClr val="000000"/>
              </a:solidFill>
              <a:latin typeface="Arial"/>
              <a:ea typeface="Arial"/>
              <a:cs typeface="Arial"/>
              <a:sym typeface="Arial"/>
            </a:endParaRPr>
          </a:p>
        </p:txBody>
      </p:sp>
      <p:sp>
        <p:nvSpPr>
          <p:cNvPr id="512" name="Google Shape;512;p109"/>
          <p:cNvSpPr/>
          <p:nvPr/>
        </p:nvSpPr>
        <p:spPr>
          <a:xfrm>
            <a:off x="674861" y="3309044"/>
            <a:ext cx="393900" cy="14400"/>
          </a:xfrm>
          <a:prstGeom prst="roundRect">
            <a:avLst>
              <a:gd fmla="val 118127" name="adj"/>
            </a:avLst>
          </a:prstGeom>
          <a:solidFill>
            <a:srgbClr val="A6C97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13" name="Google Shape;513;p109"/>
          <p:cNvSpPr/>
          <p:nvPr/>
        </p:nvSpPr>
        <p:spPr>
          <a:xfrm>
            <a:off x="435977" y="3189604"/>
            <a:ext cx="501900" cy="2532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Work Sans"/>
                <a:ea typeface="Work Sans"/>
                <a:cs typeface="Work Sans"/>
                <a:sym typeface="Work Sans"/>
              </a:rPr>
              <a:t>1230</a:t>
            </a:r>
            <a:endParaRPr b="1" i="0" sz="1100" u="none" cap="none" strike="noStrike">
              <a:solidFill>
                <a:srgbClr val="000000"/>
              </a:solidFill>
              <a:latin typeface="Work Sans"/>
              <a:ea typeface="Work Sans"/>
              <a:cs typeface="Work Sans"/>
              <a:sym typeface="Work Sans"/>
            </a:endParaRPr>
          </a:p>
        </p:txBody>
      </p:sp>
      <p:sp>
        <p:nvSpPr>
          <p:cNvPr id="514" name="Google Shape;514;p109"/>
          <p:cNvSpPr/>
          <p:nvPr/>
        </p:nvSpPr>
        <p:spPr>
          <a:xfrm>
            <a:off x="1181384" y="3175547"/>
            <a:ext cx="26478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An hour for lunch at 12:30 - 13:30 </a:t>
            </a:r>
            <a:endParaRPr b="0" i="0" sz="1100" u="none" cap="none" strike="noStrike">
              <a:solidFill>
                <a:srgbClr val="000000"/>
              </a:solidFill>
              <a:latin typeface="Work Sans SemiBold"/>
              <a:ea typeface="Work Sans SemiBold"/>
              <a:cs typeface="Work Sans SemiBold"/>
              <a:sym typeface="Work Sans SemiBold"/>
            </a:endParaRPr>
          </a:p>
        </p:txBody>
      </p:sp>
      <p:sp>
        <p:nvSpPr>
          <p:cNvPr id="515" name="Google Shape;515;p109"/>
          <p:cNvSpPr/>
          <p:nvPr/>
        </p:nvSpPr>
        <p:spPr>
          <a:xfrm>
            <a:off x="1181397" y="3443515"/>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We take lunch at 12:30 (alterable on request), and return in an hour.</a:t>
            </a:r>
            <a:endParaRPr b="0" i="0" sz="900" u="none" cap="none" strike="noStrike">
              <a:solidFill>
                <a:srgbClr val="000000"/>
              </a:solidFill>
              <a:latin typeface="Arial"/>
              <a:ea typeface="Arial"/>
              <a:cs typeface="Arial"/>
              <a:sym typeface="Arial"/>
            </a:endParaRPr>
          </a:p>
        </p:txBody>
      </p:sp>
      <p:sp>
        <p:nvSpPr>
          <p:cNvPr id="516" name="Google Shape;516;p109"/>
          <p:cNvSpPr/>
          <p:nvPr/>
        </p:nvSpPr>
        <p:spPr>
          <a:xfrm>
            <a:off x="674861" y="4249861"/>
            <a:ext cx="393900" cy="14400"/>
          </a:xfrm>
          <a:prstGeom prst="roundRect">
            <a:avLst>
              <a:gd fmla="val 118127" name="adj"/>
            </a:avLst>
          </a:prstGeom>
          <a:solidFill>
            <a:srgbClr val="65A9C7"/>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17" name="Google Shape;517;p109"/>
          <p:cNvSpPr/>
          <p:nvPr/>
        </p:nvSpPr>
        <p:spPr>
          <a:xfrm>
            <a:off x="435977" y="4130421"/>
            <a:ext cx="501900" cy="253200"/>
          </a:xfrm>
          <a:prstGeom prst="roundRect">
            <a:avLst>
              <a:gd fmla="val 6667" name="adj"/>
            </a:avLst>
          </a:prstGeom>
          <a:solidFill>
            <a:srgbClr val="7FC3E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Work Sans"/>
                <a:ea typeface="Work Sans"/>
                <a:cs typeface="Work Sans"/>
                <a:sym typeface="Work Sans"/>
              </a:rPr>
              <a:t>1630</a:t>
            </a:r>
            <a:endParaRPr b="1" i="0" sz="1100" u="none" cap="none" strike="noStrike">
              <a:solidFill>
                <a:srgbClr val="000000"/>
              </a:solidFill>
              <a:latin typeface="Work Sans"/>
              <a:ea typeface="Work Sans"/>
              <a:cs typeface="Work Sans"/>
              <a:sym typeface="Work Sans"/>
            </a:endParaRPr>
          </a:p>
        </p:txBody>
      </p:sp>
      <p:sp>
        <p:nvSpPr>
          <p:cNvPr id="518" name="Google Shape;518;p109"/>
          <p:cNvSpPr/>
          <p:nvPr/>
        </p:nvSpPr>
        <p:spPr>
          <a:xfrm>
            <a:off x="509141" y="4172620"/>
            <a:ext cx="1068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t/>
            </a:r>
            <a:endParaRPr b="0" i="0" sz="1300" u="none" cap="none" strike="noStrike">
              <a:solidFill>
                <a:srgbClr val="000000"/>
              </a:solidFill>
              <a:latin typeface="Arial"/>
              <a:ea typeface="Arial"/>
              <a:cs typeface="Arial"/>
              <a:sym typeface="Arial"/>
            </a:endParaRPr>
          </a:p>
        </p:txBody>
      </p:sp>
      <p:sp>
        <p:nvSpPr>
          <p:cNvPr id="519" name="Google Shape;519;p109"/>
          <p:cNvSpPr/>
          <p:nvPr/>
        </p:nvSpPr>
        <p:spPr>
          <a:xfrm>
            <a:off x="1181384" y="4116359"/>
            <a:ext cx="28041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Live delivery ends by 16:00 - 16:30</a:t>
            </a:r>
            <a:endParaRPr b="0" i="0" sz="1100" u="none" cap="none" strike="noStrike">
              <a:solidFill>
                <a:srgbClr val="000000"/>
              </a:solidFill>
              <a:latin typeface="Work Sans SemiBold"/>
              <a:ea typeface="Work Sans SemiBold"/>
              <a:cs typeface="Work Sans SemiBold"/>
              <a:sym typeface="Work Sans SemiBold"/>
            </a:endParaRPr>
          </a:p>
        </p:txBody>
      </p:sp>
      <p:sp>
        <p:nvSpPr>
          <p:cNvPr id="520" name="Google Shape;520;p109"/>
          <p:cNvSpPr/>
          <p:nvPr/>
        </p:nvSpPr>
        <p:spPr>
          <a:xfrm>
            <a:off x="1181397" y="4359623"/>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lang="en-GB" sz="900">
                <a:latin typeface="Work Sans"/>
                <a:ea typeface="Work Sans"/>
                <a:cs typeface="Work Sans"/>
                <a:sym typeface="Work Sans"/>
              </a:rPr>
              <a:t>During this time period we will conclude the session and allow time for the feedback form to be filled</a:t>
            </a:r>
            <a:endParaRPr b="0" i="0" sz="900" u="none" cap="none" strike="noStrike">
              <a:solidFill>
                <a:srgbClr val="000000"/>
              </a:solidFill>
              <a:latin typeface="Arial"/>
              <a:ea typeface="Arial"/>
              <a:cs typeface="Arial"/>
              <a:sym typeface="Arial"/>
            </a:endParaRPr>
          </a:p>
        </p:txBody>
      </p:sp>
      <p:sp>
        <p:nvSpPr>
          <p:cNvPr id="521" name="Google Shape;521;p109"/>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descr="preencoded.png" id="527" name="Google Shape;527;p110"/>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528" name="Google Shape;528;p110"/>
          <p:cNvSpPr/>
          <p:nvPr/>
        </p:nvSpPr>
        <p:spPr>
          <a:xfrm>
            <a:off x="393799" y="309414"/>
            <a:ext cx="4927200" cy="703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22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Milestones &amp; Assessments</a:t>
            </a:r>
            <a:endParaRPr b="0" i="0" sz="2800" u="none" cap="none" strike="noStrike">
              <a:solidFill>
                <a:srgbClr val="000000"/>
              </a:solidFill>
              <a:latin typeface="Work Sans SemiBold"/>
              <a:ea typeface="Work Sans SemiBold"/>
              <a:cs typeface="Work Sans SemiBold"/>
              <a:sym typeface="Work Sans SemiBold"/>
            </a:endParaRPr>
          </a:p>
        </p:txBody>
      </p:sp>
      <p:sp>
        <p:nvSpPr>
          <p:cNvPr id="529" name="Google Shape;529;p110"/>
          <p:cNvSpPr/>
          <p:nvPr/>
        </p:nvSpPr>
        <p:spPr>
          <a:xfrm>
            <a:off x="555427" y="1181397"/>
            <a:ext cx="14400" cy="3650700"/>
          </a:xfrm>
          <a:prstGeom prst="roundRect">
            <a:avLst>
              <a:gd fmla="val 118127" name="adj"/>
            </a:avLst>
          </a:prstGeom>
          <a:solidFill>
            <a:srgbClr val="000000">
              <a:alpha val="6275"/>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0" name="Google Shape;530;p110"/>
          <p:cNvSpPr/>
          <p:nvPr/>
        </p:nvSpPr>
        <p:spPr>
          <a:xfrm>
            <a:off x="674861" y="1710973"/>
            <a:ext cx="393900" cy="14400"/>
          </a:xfrm>
          <a:prstGeom prst="roundRect">
            <a:avLst>
              <a:gd fmla="val 118127" name="adj"/>
            </a:avLst>
          </a:prstGeom>
          <a:solidFill>
            <a:srgbClr val="E4DE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1" name="Google Shape;531;p110"/>
          <p:cNvSpPr/>
          <p:nvPr/>
        </p:nvSpPr>
        <p:spPr>
          <a:xfrm>
            <a:off x="435992" y="1591538"/>
            <a:ext cx="253200" cy="2532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2" name="Google Shape;532;p110"/>
          <p:cNvSpPr/>
          <p:nvPr/>
        </p:nvSpPr>
        <p:spPr>
          <a:xfrm>
            <a:off x="527447" y="1633731"/>
            <a:ext cx="702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1</a:t>
            </a:r>
            <a:endParaRPr b="0" i="0" sz="1300" u="none" cap="none" strike="noStrike">
              <a:solidFill>
                <a:srgbClr val="000000"/>
              </a:solidFill>
              <a:latin typeface="Arial"/>
              <a:ea typeface="Arial"/>
              <a:cs typeface="Arial"/>
              <a:sym typeface="Arial"/>
            </a:endParaRPr>
          </a:p>
        </p:txBody>
      </p:sp>
      <p:sp>
        <p:nvSpPr>
          <p:cNvPr id="533" name="Google Shape;533;p110"/>
          <p:cNvSpPr/>
          <p:nvPr/>
        </p:nvSpPr>
        <p:spPr>
          <a:xfrm>
            <a:off x="674861" y="2651790"/>
            <a:ext cx="393900" cy="14400"/>
          </a:xfrm>
          <a:prstGeom prst="roundRect">
            <a:avLst>
              <a:gd fmla="val 118127" name="adj"/>
            </a:avLst>
          </a:prstGeom>
          <a:solidFill>
            <a:srgbClr val="B2B2B2"/>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4" name="Google Shape;534;p110"/>
          <p:cNvSpPr/>
          <p:nvPr/>
        </p:nvSpPr>
        <p:spPr>
          <a:xfrm>
            <a:off x="435992" y="2532355"/>
            <a:ext cx="253200" cy="2532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5" name="Google Shape;535;p110"/>
          <p:cNvSpPr/>
          <p:nvPr/>
        </p:nvSpPr>
        <p:spPr>
          <a:xfrm>
            <a:off x="512713" y="2574548"/>
            <a:ext cx="999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2</a:t>
            </a:r>
            <a:endParaRPr b="0" i="0" sz="1300" u="none" cap="none" strike="noStrike">
              <a:solidFill>
                <a:srgbClr val="000000"/>
              </a:solidFill>
              <a:latin typeface="Arial"/>
              <a:ea typeface="Arial"/>
              <a:cs typeface="Arial"/>
              <a:sym typeface="Arial"/>
            </a:endParaRPr>
          </a:p>
        </p:txBody>
      </p:sp>
      <p:sp>
        <p:nvSpPr>
          <p:cNvPr id="536" name="Google Shape;536;p110"/>
          <p:cNvSpPr/>
          <p:nvPr/>
        </p:nvSpPr>
        <p:spPr>
          <a:xfrm>
            <a:off x="1132155" y="1544258"/>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Individual Projects</a:t>
            </a:r>
            <a:endParaRPr b="0" i="0" sz="1100" u="none" cap="none" strike="noStrike">
              <a:solidFill>
                <a:srgbClr val="000000"/>
              </a:solidFill>
              <a:latin typeface="Work Sans SemiBold"/>
              <a:ea typeface="Work Sans SemiBold"/>
              <a:cs typeface="Work Sans SemiBold"/>
              <a:sym typeface="Work Sans SemiBold"/>
            </a:endParaRPr>
          </a:p>
        </p:txBody>
      </p:sp>
      <p:sp>
        <p:nvSpPr>
          <p:cNvPr id="537" name="Google Shape;537;p110"/>
          <p:cNvSpPr/>
          <p:nvPr/>
        </p:nvSpPr>
        <p:spPr>
          <a:xfrm>
            <a:off x="1132155" y="1787517"/>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Demonstrate practical skills and problem-solving abilities through independent projects.</a:t>
            </a:r>
            <a:endParaRPr b="0" i="0" sz="900" u="none" cap="none" strike="noStrike">
              <a:solidFill>
                <a:srgbClr val="000000"/>
              </a:solidFill>
              <a:latin typeface="Arial"/>
              <a:ea typeface="Arial"/>
              <a:cs typeface="Arial"/>
              <a:sym typeface="Arial"/>
            </a:endParaRPr>
          </a:p>
        </p:txBody>
      </p:sp>
      <p:sp>
        <p:nvSpPr>
          <p:cNvPr id="538" name="Google Shape;538;p110"/>
          <p:cNvSpPr/>
          <p:nvPr/>
        </p:nvSpPr>
        <p:spPr>
          <a:xfrm>
            <a:off x="674861" y="3592606"/>
            <a:ext cx="393900" cy="14400"/>
          </a:xfrm>
          <a:prstGeom prst="roundRect">
            <a:avLst>
              <a:gd fmla="val 118127" name="adj"/>
            </a:avLst>
          </a:prstGeom>
          <a:solidFill>
            <a:srgbClr val="A6C97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9" name="Google Shape;539;p110"/>
          <p:cNvSpPr/>
          <p:nvPr/>
        </p:nvSpPr>
        <p:spPr>
          <a:xfrm>
            <a:off x="435992" y="3473172"/>
            <a:ext cx="253200" cy="2532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40" name="Google Shape;540;p110"/>
          <p:cNvSpPr/>
          <p:nvPr/>
        </p:nvSpPr>
        <p:spPr>
          <a:xfrm>
            <a:off x="512862" y="3515365"/>
            <a:ext cx="993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3</a:t>
            </a:r>
            <a:endParaRPr b="0" i="0" sz="1300" u="none" cap="none" strike="noStrike">
              <a:solidFill>
                <a:srgbClr val="000000"/>
              </a:solidFill>
              <a:latin typeface="Arial"/>
              <a:ea typeface="Arial"/>
              <a:cs typeface="Arial"/>
              <a:sym typeface="Arial"/>
            </a:endParaRPr>
          </a:p>
        </p:txBody>
      </p:sp>
      <p:sp>
        <p:nvSpPr>
          <p:cNvPr id="541" name="Google Shape;541;p110"/>
          <p:cNvSpPr/>
          <p:nvPr/>
        </p:nvSpPr>
        <p:spPr>
          <a:xfrm>
            <a:off x="1132155" y="2485075"/>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Group Challenges</a:t>
            </a:r>
            <a:endParaRPr b="0" i="0" sz="1100" u="none" cap="none" strike="noStrike">
              <a:solidFill>
                <a:srgbClr val="000000"/>
              </a:solidFill>
              <a:latin typeface="Work Sans SemiBold"/>
              <a:ea typeface="Work Sans SemiBold"/>
              <a:cs typeface="Work Sans SemiBold"/>
              <a:sym typeface="Work Sans SemiBold"/>
            </a:endParaRPr>
          </a:p>
        </p:txBody>
      </p:sp>
      <p:sp>
        <p:nvSpPr>
          <p:cNvPr id="542" name="Google Shape;542;p110"/>
          <p:cNvSpPr/>
          <p:nvPr/>
        </p:nvSpPr>
        <p:spPr>
          <a:xfrm>
            <a:off x="1132155" y="2728334"/>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Collaborative efforts that showcase teamwork, communication, and shared problem-solving.</a:t>
            </a:r>
            <a:endParaRPr b="0" i="0" sz="900" u="none" cap="none" strike="noStrike">
              <a:solidFill>
                <a:srgbClr val="000000"/>
              </a:solidFill>
              <a:latin typeface="Arial"/>
              <a:ea typeface="Arial"/>
              <a:cs typeface="Arial"/>
              <a:sym typeface="Arial"/>
            </a:endParaRPr>
          </a:p>
        </p:txBody>
      </p:sp>
      <p:sp>
        <p:nvSpPr>
          <p:cNvPr id="543" name="Google Shape;543;p110"/>
          <p:cNvSpPr/>
          <p:nvPr/>
        </p:nvSpPr>
        <p:spPr>
          <a:xfrm>
            <a:off x="1132155" y="3425892"/>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Final Presentation</a:t>
            </a:r>
            <a:endParaRPr b="0" i="0" sz="1100" u="none" cap="none" strike="noStrike">
              <a:solidFill>
                <a:srgbClr val="000000"/>
              </a:solidFill>
              <a:latin typeface="Work Sans SemiBold"/>
              <a:ea typeface="Work Sans SemiBold"/>
              <a:cs typeface="Work Sans SemiBold"/>
              <a:sym typeface="Work Sans SemiBold"/>
            </a:endParaRPr>
          </a:p>
        </p:txBody>
      </p:sp>
      <p:sp>
        <p:nvSpPr>
          <p:cNvPr id="544" name="Google Shape;544;p110"/>
          <p:cNvSpPr/>
          <p:nvPr/>
        </p:nvSpPr>
        <p:spPr>
          <a:xfrm>
            <a:off x="1132155" y="3669152"/>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Presentation of individual projects, showcasing the results and insights gained. Within</a:t>
            </a:r>
            <a:endParaRPr b="0" i="0" sz="900" u="none" cap="none" strike="noStrike">
              <a:solidFill>
                <a:srgbClr val="000000"/>
              </a:solidFill>
              <a:latin typeface="Arial"/>
              <a:ea typeface="Arial"/>
              <a:cs typeface="Arial"/>
              <a:sym typeface="Arial"/>
            </a:endParaRPr>
          </a:p>
        </p:txBody>
      </p:sp>
      <p:sp>
        <p:nvSpPr>
          <p:cNvPr id="545" name="Google Shape;545;p110"/>
          <p:cNvSpPr/>
          <p:nvPr/>
        </p:nvSpPr>
        <p:spPr>
          <a:xfrm>
            <a:off x="5715000" y="0"/>
            <a:ext cx="3429000" cy="5143500"/>
          </a:xfrm>
          <a:prstGeom prst="rect">
            <a:avLst/>
          </a:prstGeom>
          <a:solidFill>
            <a:srgbClr val="010101">
              <a:alpha val="14902"/>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descr="preencoded.png" id="551" name="Google Shape;551;p111"/>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552" name="Google Shape;552;p111"/>
          <p:cNvSpPr/>
          <p:nvPr/>
        </p:nvSpPr>
        <p:spPr>
          <a:xfrm>
            <a:off x="412998" y="324520"/>
            <a:ext cx="4889100" cy="7377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23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Tools &amp; Course Materials</a:t>
            </a:r>
            <a:endParaRPr b="0" i="0" sz="2800" u="none" cap="none" strike="noStrike">
              <a:solidFill>
                <a:srgbClr val="000000"/>
              </a:solidFill>
              <a:latin typeface="Work Sans SemiBold"/>
              <a:ea typeface="Work Sans SemiBold"/>
              <a:cs typeface="Work Sans SemiBold"/>
              <a:sym typeface="Work Sans SemiBold"/>
            </a:endParaRPr>
          </a:p>
        </p:txBody>
      </p:sp>
      <p:sp>
        <p:nvSpPr>
          <p:cNvPr id="553" name="Google Shape;553;p111"/>
          <p:cNvSpPr/>
          <p:nvPr/>
        </p:nvSpPr>
        <p:spPr>
          <a:xfrm>
            <a:off x="489844" y="1543640"/>
            <a:ext cx="1699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Hardware</a:t>
            </a:r>
            <a:r>
              <a:rPr b="0" i="0" lang="en-GB" sz="1200" u="none" cap="none" strike="noStrike">
                <a:solidFill>
                  <a:schemeClr val="dk1"/>
                </a:solidFill>
                <a:latin typeface="Arial"/>
                <a:ea typeface="Arial"/>
                <a:cs typeface="Arial"/>
                <a:sym typeface="Arial"/>
              </a:rPr>
              <a:t> </a:t>
            </a:r>
            <a:r>
              <a:rPr b="1" i="0" lang="en-GB" sz="1200" u="none" cap="none" strike="noStrike">
                <a:solidFill>
                  <a:srgbClr val="000000"/>
                </a:solidFill>
                <a:latin typeface="Work Sans SemiBold"/>
                <a:ea typeface="Work Sans SemiBold"/>
                <a:cs typeface="Work Sans SemiBold"/>
                <a:sym typeface="Work Sans SemiBold"/>
              </a:rPr>
              <a:t>&amp; Software</a:t>
            </a:r>
            <a:endParaRPr b="0" i="0" sz="1200" u="none" cap="none" strike="noStrike">
              <a:solidFill>
                <a:srgbClr val="000000"/>
              </a:solidFill>
              <a:latin typeface="Arial"/>
              <a:ea typeface="Arial"/>
              <a:cs typeface="Arial"/>
              <a:sym typeface="Arial"/>
            </a:endParaRPr>
          </a:p>
        </p:txBody>
      </p:sp>
      <p:sp>
        <p:nvSpPr>
          <p:cNvPr id="554" name="Google Shape;554;p111"/>
          <p:cNvSpPr/>
          <p:nvPr/>
        </p:nvSpPr>
        <p:spPr>
          <a:xfrm>
            <a:off x="476250" y="1751108"/>
            <a:ext cx="4762500" cy="7377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Throughout the duration of the programme you will have </a:t>
            </a:r>
            <a:r>
              <a:rPr b="0" i="0" lang="en-GB" sz="900" u="none" cap="none" strike="noStrike">
                <a:solidFill>
                  <a:schemeClr val="dk1"/>
                </a:solidFill>
                <a:latin typeface="Work Sans"/>
                <a:ea typeface="Work Sans"/>
                <a:cs typeface="Work Sans"/>
                <a:sym typeface="Work Sans"/>
              </a:rPr>
              <a:t>access to a development environment via a browser URL that will be provided for you. All essential course materials and software will be available to you in this environment</a:t>
            </a:r>
            <a:r>
              <a:rPr b="0" i="0" lang="en-GB" sz="900" u="none" cap="none" strike="noStrike">
                <a:solidFill>
                  <a:srgbClr val="000000"/>
                </a:solidFill>
                <a:latin typeface="Work Sans"/>
                <a:ea typeface="Work Sans"/>
                <a:cs typeface="Work Sans"/>
                <a:sym typeface="Work Sans"/>
              </a:rPr>
              <a:t>. </a:t>
            </a:r>
            <a:endParaRPr b="0" i="0" sz="900" u="none" cap="none" strike="noStrike">
              <a:solidFill>
                <a:srgbClr val="000000"/>
              </a:solidFill>
              <a:latin typeface="Work Sans"/>
              <a:ea typeface="Work Sans"/>
              <a:cs typeface="Work Sans"/>
              <a:sym typeface="Work Sans"/>
            </a:endParaRPr>
          </a:p>
        </p:txBody>
      </p:sp>
      <p:pic>
        <p:nvPicPr>
          <p:cNvPr id="555" name="Google Shape;555;p111"/>
          <p:cNvPicPr preferRelativeResize="0"/>
          <p:nvPr/>
        </p:nvPicPr>
        <p:blipFill rotWithShape="1">
          <a:blip r:embed="rId4">
            <a:alphaModFix/>
          </a:blip>
          <a:srcRect b="0" l="0" r="0" t="0"/>
          <a:stretch/>
        </p:blipFill>
        <p:spPr>
          <a:xfrm>
            <a:off x="476243" y="1205389"/>
            <a:ext cx="358734" cy="358734"/>
          </a:xfrm>
          <a:prstGeom prst="rect">
            <a:avLst/>
          </a:prstGeom>
          <a:noFill/>
          <a:ln>
            <a:noFill/>
          </a:ln>
        </p:spPr>
      </p:pic>
      <p:sp>
        <p:nvSpPr>
          <p:cNvPr id="556" name="Google Shape;556;p111"/>
          <p:cNvSpPr txBox="1"/>
          <p:nvPr/>
        </p:nvSpPr>
        <p:spPr>
          <a:xfrm>
            <a:off x="413000" y="3171704"/>
            <a:ext cx="5130300" cy="702900"/>
          </a:xfrm>
          <a:prstGeom prst="rect">
            <a:avLst/>
          </a:prstGeom>
          <a:noFill/>
          <a:ln>
            <a:noFill/>
          </a:ln>
        </p:spPr>
        <p:txBody>
          <a:bodyPr anchorCtr="0" anchor="t" bIns="57150" lIns="57150" spcFirstLastPara="1" rIns="57150" wrap="square" tIns="57150">
            <a:sp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All </a:t>
            </a:r>
            <a:r>
              <a:rPr b="0" i="0" lang="en-GB" sz="900" u="none" cap="none" strike="noStrike">
                <a:solidFill>
                  <a:srgbClr val="000000"/>
                </a:solidFill>
                <a:latin typeface="Work Sans"/>
                <a:ea typeface="Work Sans"/>
                <a:cs typeface="Work Sans"/>
                <a:sym typeface="Work Sans"/>
              </a:rPr>
              <a:t>live</a:t>
            </a:r>
            <a:r>
              <a:rPr b="0" i="0" lang="en-GB" sz="900" u="none" cap="none" strike="noStrike">
                <a:solidFill>
                  <a:schemeClr val="dk1"/>
                </a:solidFill>
                <a:latin typeface="Work Sans"/>
                <a:ea typeface="Work Sans"/>
                <a:cs typeface="Work Sans"/>
                <a:sym typeface="Work Sans"/>
              </a:rPr>
              <a:t> sessions will be hosted on Microsoft Teams, your cohort has a dedicated channel which we will use for continuous communication and file sharing. When necessary, you can access session recordings through the Teams channel.</a:t>
            </a:r>
            <a:endParaRPr b="0" i="0" sz="900" u="none" cap="none" strike="noStrike">
              <a:solidFill>
                <a:srgbClr val="000000"/>
              </a:solidFill>
              <a:latin typeface="Arial"/>
              <a:ea typeface="Arial"/>
              <a:cs typeface="Arial"/>
              <a:sym typeface="Arial"/>
            </a:endParaRPr>
          </a:p>
        </p:txBody>
      </p:sp>
      <p:pic>
        <p:nvPicPr>
          <p:cNvPr id="557" name="Google Shape;557;p111"/>
          <p:cNvPicPr preferRelativeResize="0"/>
          <p:nvPr/>
        </p:nvPicPr>
        <p:blipFill rotWithShape="1">
          <a:blip r:embed="rId5">
            <a:alphaModFix/>
          </a:blip>
          <a:srcRect b="0" l="0" r="0" t="0"/>
          <a:stretch/>
        </p:blipFill>
        <p:spPr>
          <a:xfrm>
            <a:off x="412993" y="2648415"/>
            <a:ext cx="294969" cy="294969"/>
          </a:xfrm>
          <a:prstGeom prst="rect">
            <a:avLst/>
          </a:prstGeom>
          <a:noFill/>
          <a:ln>
            <a:noFill/>
          </a:ln>
        </p:spPr>
      </p:pic>
      <p:sp>
        <p:nvSpPr>
          <p:cNvPr id="558" name="Google Shape;558;p111"/>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11"/>
          <p:cNvSpPr/>
          <p:nvPr/>
        </p:nvSpPr>
        <p:spPr>
          <a:xfrm>
            <a:off x="426594" y="2987392"/>
            <a:ext cx="2998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Live Sessions on Teams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12"/>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6200"/>
              <a:buNone/>
            </a:pPr>
            <a:r>
              <a:rPr b="1" lang="en-GB">
                <a:latin typeface="Work Sans"/>
                <a:ea typeface="Work Sans"/>
                <a:cs typeface="Work Sans"/>
                <a:sym typeface="Work Sans"/>
              </a:rPr>
              <a:t>#2</a:t>
            </a:r>
            <a:endParaRPr b="1">
              <a:latin typeface="Work Sans"/>
              <a:ea typeface="Work Sans"/>
              <a:cs typeface="Work Sans"/>
              <a:sym typeface="Work Sans"/>
            </a:endParaRPr>
          </a:p>
          <a:p>
            <a:pPr indent="0" lvl="0" marL="0" rtl="0" algn="l">
              <a:lnSpc>
                <a:spcPct val="90000"/>
              </a:lnSpc>
              <a:spcBef>
                <a:spcPts val="0"/>
              </a:spcBef>
              <a:spcAft>
                <a:spcPts val="0"/>
              </a:spcAft>
              <a:buSzPts val="6200"/>
              <a:buNone/>
            </a:pPr>
            <a:r>
              <a:rPr lang="en-GB"/>
              <a:t>Programme goals.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pic>
        <p:nvPicPr>
          <p:cNvPr descr="preencoded.png" id="570" name="Google Shape;570;p113"/>
          <p:cNvPicPr preferRelativeResize="0"/>
          <p:nvPr/>
        </p:nvPicPr>
        <p:blipFill rotWithShape="1">
          <a:blip r:embed="rId3">
            <a:alphaModFix/>
          </a:blip>
          <a:srcRect b="0" l="0" r="0" t="0"/>
          <a:stretch/>
        </p:blipFill>
        <p:spPr>
          <a:xfrm>
            <a:off x="5715000" y="0"/>
            <a:ext cx="3429000" cy="5145360"/>
          </a:xfrm>
          <a:prstGeom prst="rect">
            <a:avLst/>
          </a:prstGeom>
          <a:noFill/>
          <a:ln>
            <a:noFill/>
          </a:ln>
        </p:spPr>
      </p:pic>
      <p:sp>
        <p:nvSpPr>
          <p:cNvPr id="571" name="Google Shape;571;p113"/>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Goals</a:t>
            </a:r>
            <a:endParaRPr b="0" i="0" sz="2800" u="none" cap="none" strike="noStrike">
              <a:solidFill>
                <a:srgbClr val="000000"/>
              </a:solidFill>
              <a:latin typeface="Arial"/>
              <a:ea typeface="Arial"/>
              <a:cs typeface="Arial"/>
              <a:sym typeface="Arial"/>
            </a:endParaRPr>
          </a:p>
        </p:txBody>
      </p:sp>
      <p:sp>
        <p:nvSpPr>
          <p:cNvPr id="572" name="Google Shape;572;p113"/>
          <p:cNvSpPr/>
          <p:nvPr/>
        </p:nvSpPr>
        <p:spPr>
          <a:xfrm rot="10800000">
            <a:off x="5713816" y="0"/>
            <a:ext cx="3434700" cy="5143500"/>
          </a:xfrm>
          <a:prstGeom prst="rect">
            <a:avLst/>
          </a:prstGeom>
          <a:solidFill>
            <a:srgbClr val="000000">
              <a:alpha val="16471"/>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73" name="Google Shape;573;p113"/>
          <p:cNvSpPr txBox="1"/>
          <p:nvPr/>
        </p:nvSpPr>
        <p:spPr>
          <a:xfrm>
            <a:off x="496125" y="1057172"/>
            <a:ext cx="1875000" cy="254100"/>
          </a:xfrm>
          <a:prstGeom prst="rect">
            <a:avLst/>
          </a:prstGeom>
          <a:noFill/>
          <a:ln>
            <a:noFill/>
          </a:ln>
        </p:spPr>
        <p:txBody>
          <a:bodyPr anchorCtr="0" anchor="t" bIns="57150" lIns="57150" spcFirstLastPara="1" rIns="57150" wrap="square" tIns="57150">
            <a:sp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74" name="Google Shape;574;p113"/>
          <p:cNvSpPr/>
          <p:nvPr/>
        </p:nvSpPr>
        <p:spPr>
          <a:xfrm>
            <a:off x="496125" y="1057175"/>
            <a:ext cx="4690800" cy="3781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60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The programme is designed to upskill Data Analysts into Data Scientists with the following capabilities and competencies:</a:t>
            </a:r>
            <a:endParaRPr b="0" i="0" sz="1100" u="none" cap="none" strike="noStrike">
              <a:solidFill>
                <a:srgbClr val="000000"/>
              </a:solidFill>
              <a:latin typeface="Work Sans"/>
              <a:ea typeface="Work Sans"/>
              <a:cs typeface="Work Sans"/>
              <a:sym typeface="Work Sans"/>
            </a:endParaRPr>
          </a:p>
          <a:p>
            <a:pPr indent="-298450" lvl="0" marL="457200" marR="0" rtl="0" algn="l">
              <a:lnSpc>
                <a:spcPct val="162857"/>
              </a:lnSpc>
              <a:spcBef>
                <a:spcPts val="600"/>
              </a:spcBef>
              <a:spcAft>
                <a:spcPts val="0"/>
              </a:spcAft>
              <a:buClr>
                <a:srgbClr val="000000"/>
              </a:buClr>
              <a:buSzPts val="1100"/>
              <a:buFont typeface="Work Sans"/>
              <a:buChar char="●"/>
            </a:pPr>
            <a:r>
              <a:rPr b="0" i="0" lang="en-GB" sz="1100" u="none" cap="none" strike="noStrike">
                <a:solidFill>
                  <a:srgbClr val="000000"/>
                </a:solidFill>
                <a:latin typeface="Work Sans"/>
                <a:ea typeface="Work Sans"/>
                <a:cs typeface="Work Sans"/>
                <a:sym typeface="Work Sans"/>
              </a:rPr>
              <a:t>Translate business questions into predictive modelling problems aligned to real-world objectives.</a:t>
            </a:r>
            <a:endParaRPr b="0" i="0" sz="1100" u="none" cap="none" strike="noStrike">
              <a:solidFill>
                <a:srgbClr val="000000"/>
              </a:solidFill>
              <a:latin typeface="Work Sans"/>
              <a:ea typeface="Work Sans"/>
              <a:cs typeface="Work Sans"/>
              <a:sym typeface="Work Sans"/>
            </a:endParaRPr>
          </a:p>
          <a:p>
            <a:pPr indent="-298450" lvl="0" marL="457200" marR="0" rtl="0" algn="l">
              <a:lnSpc>
                <a:spcPct val="162857"/>
              </a:lnSpc>
              <a:spcBef>
                <a:spcPts val="0"/>
              </a:spcBef>
              <a:spcAft>
                <a:spcPts val="0"/>
              </a:spcAft>
              <a:buClr>
                <a:srgbClr val="000000"/>
              </a:buClr>
              <a:buSzPts val="1100"/>
              <a:buFont typeface="Work Sans"/>
              <a:buChar char="●"/>
            </a:pPr>
            <a:r>
              <a:rPr b="0" i="0" lang="en-GB" sz="1100" u="none" cap="none" strike="noStrike">
                <a:solidFill>
                  <a:srgbClr val="000000"/>
                </a:solidFill>
                <a:latin typeface="Work Sans"/>
                <a:ea typeface="Work Sans"/>
                <a:cs typeface="Work Sans"/>
                <a:sym typeface="Work Sans"/>
              </a:rPr>
              <a:t>Apply Python-based data science workflows, using libraries for data preparation, modelling and experimentation.</a:t>
            </a:r>
            <a:endParaRPr b="0" i="0" sz="1100" u="none" cap="none" strike="noStrike">
              <a:solidFill>
                <a:srgbClr val="000000"/>
              </a:solidFill>
              <a:latin typeface="Work Sans"/>
              <a:ea typeface="Work Sans"/>
              <a:cs typeface="Work Sans"/>
              <a:sym typeface="Work Sans"/>
            </a:endParaRPr>
          </a:p>
          <a:p>
            <a:pPr indent="-298450" lvl="0" marL="457200" marR="0" rtl="0" algn="l">
              <a:lnSpc>
                <a:spcPct val="162857"/>
              </a:lnSpc>
              <a:spcBef>
                <a:spcPts val="0"/>
              </a:spcBef>
              <a:spcAft>
                <a:spcPts val="0"/>
              </a:spcAft>
              <a:buClr>
                <a:srgbClr val="000000"/>
              </a:buClr>
              <a:buSzPts val="1100"/>
              <a:buFont typeface="Work Sans"/>
              <a:buChar char="●"/>
            </a:pPr>
            <a:r>
              <a:rPr b="0" i="0" lang="en-GB" sz="1100" u="none" cap="none" strike="noStrike">
                <a:solidFill>
                  <a:schemeClr val="dk1"/>
                </a:solidFill>
                <a:latin typeface="Work Sans"/>
                <a:ea typeface="Work Sans"/>
                <a:cs typeface="Work Sans"/>
                <a:sym typeface="Work Sans"/>
              </a:rPr>
              <a:t>Design, train and validate machine learning models. </a:t>
            </a:r>
            <a:endParaRPr b="0" i="0" sz="1100" u="none" cap="none" strike="noStrike">
              <a:solidFill>
                <a:schemeClr val="dk1"/>
              </a:solidFill>
              <a:latin typeface="Work Sans"/>
              <a:ea typeface="Work Sans"/>
              <a:cs typeface="Work Sans"/>
              <a:sym typeface="Work Sans"/>
            </a:endParaRPr>
          </a:p>
          <a:p>
            <a:pPr indent="-298450" lvl="0" marL="457200" marR="0" rtl="0" algn="l">
              <a:lnSpc>
                <a:spcPct val="162857"/>
              </a:lnSpc>
              <a:spcBef>
                <a:spcPts val="0"/>
              </a:spcBef>
              <a:spcAft>
                <a:spcPts val="0"/>
              </a:spcAft>
              <a:buClr>
                <a:schemeClr val="dk1"/>
              </a:buClr>
              <a:buSzPts val="1100"/>
              <a:buFont typeface="Work Sans"/>
              <a:buChar char="●"/>
            </a:pPr>
            <a:r>
              <a:rPr b="0" i="0" lang="en-GB" sz="1100" u="none" cap="none" strike="noStrike">
                <a:solidFill>
                  <a:schemeClr val="dk1"/>
                </a:solidFill>
                <a:latin typeface="Work Sans"/>
                <a:ea typeface="Work Sans"/>
                <a:cs typeface="Work Sans"/>
                <a:sym typeface="Work Sans"/>
              </a:rPr>
              <a:t>Evaluate model performance and limitations, recognising issues such as overfitting and bias.</a:t>
            </a:r>
            <a:endParaRPr b="0" i="0" sz="1100" u="none" cap="none" strike="noStrike">
              <a:solidFill>
                <a:schemeClr val="dk1"/>
              </a:solidFill>
              <a:latin typeface="Work Sans"/>
              <a:ea typeface="Work Sans"/>
              <a:cs typeface="Work Sans"/>
              <a:sym typeface="Work Sans"/>
            </a:endParaRPr>
          </a:p>
          <a:p>
            <a:pPr indent="-298450" lvl="0" marL="457200" marR="0" rtl="0" algn="l">
              <a:lnSpc>
                <a:spcPct val="162857"/>
              </a:lnSpc>
              <a:spcBef>
                <a:spcPts val="0"/>
              </a:spcBef>
              <a:spcAft>
                <a:spcPts val="0"/>
              </a:spcAft>
              <a:buClr>
                <a:srgbClr val="000000"/>
              </a:buClr>
              <a:buSzPts val="1100"/>
              <a:buFont typeface="Work Sans"/>
              <a:buChar char="●"/>
            </a:pPr>
            <a:r>
              <a:rPr b="0" i="0" lang="en-GB" sz="1100" u="none" cap="none" strike="noStrike">
                <a:solidFill>
                  <a:srgbClr val="000000"/>
                </a:solidFill>
                <a:latin typeface="Work Sans"/>
                <a:ea typeface="Work Sans"/>
                <a:cs typeface="Work Sans"/>
                <a:sym typeface="Work Sans"/>
              </a:rPr>
              <a:t>Interpret and communicate results, including probabilities, confidence, and trade-offs, to both technical and non-technical stakeholders.</a:t>
            </a:r>
            <a:endParaRPr b="0" i="0" sz="1100" u="none" cap="none" strike="noStrike">
              <a:solidFill>
                <a:srgbClr val="000000"/>
              </a:solidFill>
              <a:latin typeface="Work Sans"/>
              <a:ea typeface="Work Sans"/>
              <a:cs typeface="Work Sans"/>
              <a:sym typeface="Work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114"/>
          <p:cNvSpPr/>
          <p:nvPr/>
        </p:nvSpPr>
        <p:spPr>
          <a:xfrm>
            <a:off x="496119" y="1963564"/>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0" i="0" lang="en-GB" sz="1400" u="none" cap="none" strike="noStrike">
                <a:solidFill>
                  <a:srgbClr val="000000"/>
                </a:solidFill>
                <a:latin typeface="Work Sans SemiBold"/>
                <a:ea typeface="Work Sans SemiBold"/>
                <a:cs typeface="Work Sans SemiBold"/>
                <a:sym typeface="Work Sans SemiBold"/>
              </a:rPr>
              <a:t>Data Analyst</a:t>
            </a:r>
            <a:endParaRPr b="0" i="0" sz="1400" u="none" cap="none" strike="noStrike">
              <a:solidFill>
                <a:srgbClr val="000000"/>
              </a:solidFill>
              <a:latin typeface="Work Sans SemiBold"/>
              <a:ea typeface="Work Sans SemiBold"/>
              <a:cs typeface="Work Sans SemiBold"/>
              <a:sym typeface="Work Sans SemiBold"/>
            </a:endParaRPr>
          </a:p>
        </p:txBody>
      </p:sp>
      <p:sp>
        <p:nvSpPr>
          <p:cNvPr id="581" name="Google Shape;581;p114"/>
          <p:cNvSpPr/>
          <p:nvPr/>
        </p:nvSpPr>
        <p:spPr>
          <a:xfrm>
            <a:off x="496125" y="2326794"/>
            <a:ext cx="3903000" cy="2773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60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Data Analysts primarily work closely with stakeholders to translate business questions into analytical tasks, clean and explore data, and apply descriptive and diagnostic techniques to uncover trends, patterns, and anomalies.</a:t>
            </a:r>
            <a:endParaRPr b="0" i="0" sz="1100" u="none" cap="none" strike="noStrike">
              <a:solidFill>
                <a:srgbClr val="000000"/>
              </a:solidFill>
              <a:latin typeface="Work Sans"/>
              <a:ea typeface="Work Sans"/>
              <a:cs typeface="Work Sans"/>
              <a:sym typeface="Work Sans"/>
            </a:endParaRPr>
          </a:p>
          <a:p>
            <a:pPr indent="0" lvl="0" marL="0" marR="0" rtl="0" algn="l">
              <a:lnSpc>
                <a:spcPct val="162857"/>
              </a:lnSpc>
              <a:spcBef>
                <a:spcPts val="600"/>
              </a:spcBef>
              <a:spcAft>
                <a:spcPts val="60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Data Analysts commonly use tools such as Excel spreadsheets and business intelligence platforms like Power BI or Tableau to create dashboards and reports.</a:t>
            </a:r>
            <a:endParaRPr b="0" i="0" sz="1100" u="none" cap="none" strike="noStrike">
              <a:solidFill>
                <a:srgbClr val="000000"/>
              </a:solidFill>
              <a:latin typeface="Work Sans"/>
              <a:ea typeface="Work Sans"/>
              <a:cs typeface="Work Sans"/>
              <a:sym typeface="Work Sans"/>
            </a:endParaRPr>
          </a:p>
        </p:txBody>
      </p:sp>
      <p:sp>
        <p:nvSpPr>
          <p:cNvPr id="582" name="Google Shape;582;p114"/>
          <p:cNvSpPr/>
          <p:nvPr/>
        </p:nvSpPr>
        <p:spPr>
          <a:xfrm>
            <a:off x="4749701" y="1963564"/>
            <a:ext cx="23469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1400"/>
              <a:buFont typeface="Work Sans SemiBold"/>
              <a:buNone/>
            </a:pPr>
            <a:r>
              <a:rPr b="0" i="0" lang="en-GB" sz="1400" u="none" cap="none" strike="noStrike">
                <a:solidFill>
                  <a:schemeClr val="dk1"/>
                </a:solidFill>
                <a:latin typeface="Work Sans SemiBold"/>
                <a:ea typeface="Work Sans SemiBold"/>
                <a:cs typeface="Work Sans SemiBold"/>
                <a:sym typeface="Work Sans SemiBold"/>
              </a:rPr>
              <a:t>Data Scientist</a:t>
            </a:r>
            <a:endParaRPr b="0" i="0" sz="1400" u="none" cap="none" strike="noStrike">
              <a:solidFill>
                <a:srgbClr val="000000"/>
              </a:solidFill>
              <a:latin typeface="Work Sans SemiBold"/>
              <a:ea typeface="Work Sans SemiBold"/>
              <a:cs typeface="Work Sans SemiBold"/>
              <a:sym typeface="Work Sans SemiBold"/>
            </a:endParaRPr>
          </a:p>
        </p:txBody>
      </p:sp>
      <p:sp>
        <p:nvSpPr>
          <p:cNvPr id="583" name="Google Shape;583;p114"/>
          <p:cNvSpPr/>
          <p:nvPr/>
        </p:nvSpPr>
        <p:spPr>
          <a:xfrm>
            <a:off x="4749700" y="2326800"/>
            <a:ext cx="3903000" cy="5452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600"/>
              </a:spcBef>
              <a:spcAft>
                <a:spcPts val="0"/>
              </a:spcAft>
              <a:buClr>
                <a:srgbClr val="000000"/>
              </a:buClr>
              <a:buSzPts val="1100"/>
              <a:buFont typeface="Arial"/>
              <a:buNone/>
            </a:pPr>
            <a:r>
              <a:rPr b="0" i="0" lang="en-GB" sz="1100" u="none" cap="none" strike="noStrike">
                <a:solidFill>
                  <a:schemeClr val="dk1"/>
                </a:solidFill>
                <a:latin typeface="Work Sans"/>
                <a:ea typeface="Work Sans"/>
                <a:cs typeface="Work Sans"/>
                <a:sym typeface="Work Sans"/>
              </a:rPr>
              <a:t>Data Scientists extend their focus to predictive and prescriptive analytics. They design and build statistical and machine learning models to predict outcomes, quantify uncertainty, and evaluate different scenarios to support decision-making.</a:t>
            </a:r>
            <a:endParaRPr b="0" i="0" sz="1100" u="none" cap="none" strike="noStrike">
              <a:solidFill>
                <a:schemeClr val="dk1"/>
              </a:solidFill>
              <a:latin typeface="Work Sans"/>
              <a:ea typeface="Work Sans"/>
              <a:cs typeface="Work Sans"/>
              <a:sym typeface="Work Sans"/>
            </a:endParaRPr>
          </a:p>
          <a:p>
            <a:pPr indent="0" lvl="0" marL="0" marR="0" rtl="0" algn="l">
              <a:lnSpc>
                <a:spcPct val="162857"/>
              </a:lnSpc>
              <a:spcBef>
                <a:spcPts val="600"/>
              </a:spcBef>
              <a:spcAft>
                <a:spcPts val="600"/>
              </a:spcAft>
              <a:buClr>
                <a:srgbClr val="000000"/>
              </a:buClr>
              <a:buSzPts val="1100"/>
              <a:buFont typeface="Arial"/>
              <a:buNone/>
            </a:pPr>
            <a:r>
              <a:rPr b="0" i="0" lang="en-GB" sz="1100" u="none" cap="none" strike="noStrike">
                <a:solidFill>
                  <a:schemeClr val="dk1"/>
                </a:solidFill>
                <a:latin typeface="Work Sans"/>
                <a:ea typeface="Work Sans"/>
                <a:cs typeface="Work Sans"/>
                <a:sym typeface="Work Sans"/>
              </a:rPr>
              <a:t>Data Scientists typically work with Python using libraries such as pandas, NumPy and machine learning frameworks, alongside notebooks and version control platforms like GitHub.</a:t>
            </a:r>
            <a:endParaRPr b="0" i="0" sz="1100" u="none" cap="none" strike="noStrike">
              <a:solidFill>
                <a:schemeClr val="dk1"/>
              </a:solidFill>
              <a:latin typeface="Work Sans"/>
              <a:ea typeface="Work Sans"/>
              <a:cs typeface="Work Sans"/>
              <a:sym typeface="Work Sans"/>
            </a:endParaRPr>
          </a:p>
        </p:txBody>
      </p:sp>
      <p:pic>
        <p:nvPicPr>
          <p:cNvPr descr="preencoded.png" id="584" name="Google Shape;584;p114"/>
          <p:cNvPicPr preferRelativeResize="0"/>
          <p:nvPr/>
        </p:nvPicPr>
        <p:blipFill rotWithShape="1">
          <a:blip r:embed="rId3">
            <a:alphaModFix/>
          </a:blip>
          <a:srcRect b="0" l="0" r="0" t="0"/>
          <a:stretch/>
        </p:blipFill>
        <p:spPr>
          <a:xfrm>
            <a:off x="0" y="0"/>
            <a:ext cx="9144000" cy="1772022"/>
          </a:xfrm>
          <a:prstGeom prst="rect">
            <a:avLst/>
          </a:prstGeom>
          <a:noFill/>
          <a:ln>
            <a:noFill/>
          </a:ln>
        </p:spPr>
      </p:pic>
      <p:sp>
        <p:nvSpPr>
          <p:cNvPr id="585" name="Google Shape;585;p114"/>
          <p:cNvSpPr/>
          <p:nvPr/>
        </p:nvSpPr>
        <p:spPr>
          <a:xfrm>
            <a:off x="0" y="0"/>
            <a:ext cx="9144000" cy="17721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115"/>
          <p:cNvSpPr/>
          <p:nvPr/>
        </p:nvSpPr>
        <p:spPr>
          <a:xfrm>
            <a:off x="2196852" y="360100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Course materials</a:t>
            </a:r>
            <a:endParaRPr b="0" i="0" sz="1200" u="none" cap="none" strike="noStrike">
              <a:solidFill>
                <a:schemeClr val="dk1"/>
              </a:solidFill>
              <a:latin typeface="Arial"/>
              <a:ea typeface="Arial"/>
              <a:cs typeface="Arial"/>
              <a:sym typeface="Arial"/>
            </a:endParaRPr>
          </a:p>
          <a:p>
            <a:pPr indent="0" lvl="0" marL="0" marR="0" rtl="0" algn="l">
              <a:lnSpc>
                <a:spcPct val="124324"/>
              </a:lnSpc>
              <a:spcBef>
                <a:spcPts val="0"/>
              </a:spcBef>
              <a:spcAft>
                <a:spcPts val="0"/>
              </a:spcAft>
              <a:buClr>
                <a:srgbClr val="000000"/>
              </a:buClr>
              <a:buSzPts val="1200"/>
              <a:buFont typeface="Work Sans SemiBold"/>
              <a:buNone/>
            </a:pPr>
            <a:r>
              <a:t/>
            </a:r>
            <a:endParaRPr b="0" i="0" sz="1200" u="none" cap="none" strike="noStrike">
              <a:solidFill>
                <a:srgbClr val="000000"/>
              </a:solidFill>
              <a:latin typeface="Arial"/>
              <a:ea typeface="Arial"/>
              <a:cs typeface="Arial"/>
              <a:sym typeface="Arial"/>
            </a:endParaRPr>
          </a:p>
        </p:txBody>
      </p:sp>
      <p:cxnSp>
        <p:nvCxnSpPr>
          <p:cNvPr id="591" name="Google Shape;591;p115"/>
          <p:cNvCxnSpPr/>
          <p:nvPr/>
        </p:nvCxnSpPr>
        <p:spPr>
          <a:xfrm>
            <a:off x="349925" y="5178035"/>
            <a:ext cx="0" cy="374700"/>
          </a:xfrm>
          <a:prstGeom prst="straightConnector1">
            <a:avLst/>
          </a:prstGeom>
          <a:noFill/>
          <a:ln cap="flat" cmpd="sng" w="28575">
            <a:solidFill>
              <a:srgbClr val="6D9EEB"/>
            </a:solidFill>
            <a:prstDash val="dot"/>
            <a:round/>
            <a:headEnd len="sm" w="sm" type="none"/>
            <a:tailEnd len="sm" w="sm" type="none"/>
          </a:ln>
        </p:spPr>
      </p:cxnSp>
      <p:cxnSp>
        <p:nvCxnSpPr>
          <p:cNvPr id="592" name="Google Shape;592;p115"/>
          <p:cNvCxnSpPr/>
          <p:nvPr/>
        </p:nvCxnSpPr>
        <p:spPr>
          <a:xfrm>
            <a:off x="8777600" y="5175099"/>
            <a:ext cx="0" cy="374700"/>
          </a:xfrm>
          <a:prstGeom prst="straightConnector1">
            <a:avLst/>
          </a:prstGeom>
          <a:noFill/>
          <a:ln cap="flat" cmpd="sng" w="28575">
            <a:solidFill>
              <a:srgbClr val="6D9EEB"/>
            </a:solidFill>
            <a:prstDash val="dot"/>
            <a:round/>
            <a:headEnd len="sm" w="sm" type="none"/>
            <a:tailEnd len="sm" w="sm" type="none"/>
          </a:ln>
        </p:spPr>
      </p:cxnSp>
      <p:cxnSp>
        <p:nvCxnSpPr>
          <p:cNvPr id="593" name="Google Shape;593;p115"/>
          <p:cNvCxnSpPr/>
          <p:nvPr/>
        </p:nvCxnSpPr>
        <p:spPr>
          <a:xfrm rot="10800000">
            <a:off x="9198925"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594" name="Google Shape;594;p115"/>
          <p:cNvCxnSpPr/>
          <p:nvPr/>
        </p:nvCxnSpPr>
        <p:spPr>
          <a:xfrm rot="10800000">
            <a:off x="-774518"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595" name="Google Shape;595;p115"/>
          <p:cNvCxnSpPr/>
          <p:nvPr/>
        </p:nvCxnSpPr>
        <p:spPr>
          <a:xfrm rot="10800000">
            <a:off x="9198925" y="1187100"/>
            <a:ext cx="709500" cy="0"/>
          </a:xfrm>
          <a:prstGeom prst="straightConnector1">
            <a:avLst/>
          </a:prstGeom>
          <a:noFill/>
          <a:ln cap="flat" cmpd="sng" w="28575">
            <a:solidFill>
              <a:srgbClr val="6D9EEB"/>
            </a:solidFill>
            <a:prstDash val="dot"/>
            <a:round/>
            <a:headEnd len="sm" w="sm" type="none"/>
            <a:tailEnd len="sm" w="sm" type="none"/>
          </a:ln>
        </p:spPr>
      </p:cxnSp>
      <p:cxnSp>
        <p:nvCxnSpPr>
          <p:cNvPr id="596" name="Google Shape;596;p115"/>
          <p:cNvCxnSpPr/>
          <p:nvPr/>
        </p:nvCxnSpPr>
        <p:spPr>
          <a:xfrm rot="10800000">
            <a:off x="-774533" y="1187100"/>
            <a:ext cx="709500" cy="0"/>
          </a:xfrm>
          <a:prstGeom prst="straightConnector1">
            <a:avLst/>
          </a:prstGeom>
          <a:noFill/>
          <a:ln cap="flat" cmpd="sng" w="28575">
            <a:solidFill>
              <a:srgbClr val="6D9EEB"/>
            </a:solidFill>
            <a:prstDash val="dot"/>
            <a:round/>
            <a:headEnd len="sm" w="sm" type="none"/>
            <a:tailEnd len="sm" w="sm" type="none"/>
          </a:ln>
        </p:spPr>
      </p:cxnSp>
      <p:sp>
        <p:nvSpPr>
          <p:cNvPr id="597" name="Google Shape;597;p115"/>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Approach</a:t>
            </a:r>
            <a:endParaRPr b="0" i="0" sz="2800" u="none" cap="none" strike="noStrike">
              <a:solidFill>
                <a:srgbClr val="000000"/>
              </a:solidFill>
              <a:latin typeface="Arial"/>
              <a:ea typeface="Arial"/>
              <a:cs typeface="Arial"/>
              <a:sym typeface="Arial"/>
            </a:endParaRPr>
          </a:p>
        </p:txBody>
      </p:sp>
      <p:sp>
        <p:nvSpPr>
          <p:cNvPr id="598" name="Google Shape;598;p115"/>
          <p:cNvSpPr/>
          <p:nvPr/>
        </p:nvSpPr>
        <p:spPr>
          <a:xfrm>
            <a:off x="508248"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lang="en-GB" sz="1200">
                <a:latin typeface="Work Sans SemiBold"/>
                <a:ea typeface="Work Sans SemiBold"/>
                <a:cs typeface="Work Sans SemiBold"/>
                <a:sym typeface="Work Sans SemiBold"/>
              </a:rPr>
              <a:t>L</a:t>
            </a:r>
            <a:r>
              <a:rPr b="1" i="0" lang="en-GB" sz="1200" u="none" cap="none" strike="noStrike">
                <a:solidFill>
                  <a:srgbClr val="000000"/>
                </a:solidFill>
                <a:latin typeface="Work Sans SemiBold"/>
                <a:ea typeface="Work Sans SemiBold"/>
                <a:cs typeface="Work Sans SemiBold"/>
                <a:sym typeface="Work Sans SemiBold"/>
              </a:rPr>
              <a:t>earning Centred</a:t>
            </a:r>
            <a:endParaRPr b="0" i="0" sz="1200" u="none" cap="none" strike="noStrike">
              <a:solidFill>
                <a:srgbClr val="000000"/>
              </a:solidFill>
              <a:latin typeface="Arial"/>
              <a:ea typeface="Arial"/>
              <a:cs typeface="Arial"/>
              <a:sym typeface="Arial"/>
            </a:endParaRPr>
          </a:p>
        </p:txBody>
      </p:sp>
      <p:sp>
        <p:nvSpPr>
          <p:cNvPr id="599" name="Google Shape;599;p115"/>
          <p:cNvSpPr/>
          <p:nvPr/>
        </p:nvSpPr>
        <p:spPr>
          <a:xfrm>
            <a:off x="508248" y="1907084"/>
            <a:ext cx="1511700" cy="943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lang="en-GB" sz="900">
                <a:latin typeface="Work Sans"/>
                <a:ea typeface="Work Sans"/>
                <a:cs typeface="Work Sans"/>
                <a:sym typeface="Work Sans"/>
              </a:rPr>
              <a:t>you will complete a feedback form at the end of each workshop. Allowing us to improve based on your feedback.</a:t>
            </a:r>
            <a:endParaRPr b="0" i="0" sz="900" u="none" cap="none" strike="noStrike">
              <a:solidFill>
                <a:srgbClr val="000000"/>
              </a:solidFill>
              <a:latin typeface="Work Sans"/>
              <a:ea typeface="Work Sans"/>
              <a:cs typeface="Work Sans"/>
              <a:sym typeface="Work Sans"/>
            </a:endParaRPr>
          </a:p>
        </p:txBody>
      </p:sp>
      <p:sp>
        <p:nvSpPr>
          <p:cNvPr id="600" name="Google Shape;600;p115"/>
          <p:cNvSpPr/>
          <p:nvPr/>
        </p:nvSpPr>
        <p:spPr>
          <a:xfrm>
            <a:off x="2196852"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Live virtual</a:t>
            </a:r>
            <a:endParaRPr b="0" i="0" sz="1200" u="none" cap="none" strike="noStrike">
              <a:solidFill>
                <a:srgbClr val="000000"/>
              </a:solidFill>
              <a:latin typeface="Arial"/>
              <a:ea typeface="Arial"/>
              <a:cs typeface="Arial"/>
              <a:sym typeface="Arial"/>
            </a:endParaRPr>
          </a:p>
        </p:txBody>
      </p:sp>
      <p:sp>
        <p:nvSpPr>
          <p:cNvPr id="601" name="Google Shape;601;p115"/>
          <p:cNvSpPr/>
          <p:nvPr/>
        </p:nvSpPr>
        <p:spPr>
          <a:xfrm>
            <a:off x="2196859" y="1907076"/>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Live sessions occur one full day a week, please do your best to attend. Attendance will be tracked and monitored. </a:t>
            </a:r>
            <a:endParaRPr b="0" i="0" sz="900" u="none" cap="none" strike="noStrike">
              <a:solidFill>
                <a:schemeClr val="dk1"/>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chemeClr val="dk1"/>
              </a:solidFill>
              <a:latin typeface="Work Sans"/>
              <a:ea typeface="Work Sans"/>
              <a:cs typeface="Work Sans"/>
              <a:sym typeface="Work Sans"/>
            </a:endParaRPr>
          </a:p>
        </p:txBody>
      </p:sp>
      <p:sp>
        <p:nvSpPr>
          <p:cNvPr id="602" name="Google Shape;602;p115"/>
          <p:cNvSpPr/>
          <p:nvPr/>
        </p:nvSpPr>
        <p:spPr>
          <a:xfrm>
            <a:off x="3885531" y="1652000"/>
            <a:ext cx="1603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Active Learning</a:t>
            </a:r>
            <a:endParaRPr b="0" i="0" sz="1200" u="none" cap="none" strike="noStrike">
              <a:solidFill>
                <a:srgbClr val="000000"/>
              </a:solidFill>
              <a:latin typeface="Arial"/>
              <a:ea typeface="Arial"/>
              <a:cs typeface="Arial"/>
              <a:sym typeface="Arial"/>
            </a:endParaRPr>
          </a:p>
        </p:txBody>
      </p:sp>
      <p:sp>
        <p:nvSpPr>
          <p:cNvPr id="603" name="Google Shape;603;p115"/>
          <p:cNvSpPr/>
          <p:nvPr/>
        </p:nvSpPr>
        <p:spPr>
          <a:xfrm>
            <a:off x="3885531" y="1907076"/>
            <a:ext cx="1511700" cy="10356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lang="en-GB" sz="900">
                <a:latin typeface="Work Sans"/>
                <a:ea typeface="Work Sans"/>
                <a:cs typeface="Work Sans"/>
                <a:sym typeface="Work Sans"/>
              </a:rPr>
              <a:t>We have formatted the session in a way that will allow for you to practice the concepts as soon as you learn them. </a:t>
            </a:r>
            <a:endParaRPr b="0" i="0" sz="900" u="none" cap="none" strike="noStrike">
              <a:solidFill>
                <a:srgbClr val="000000"/>
              </a:solidFill>
              <a:latin typeface="Work Sans"/>
              <a:ea typeface="Work Sans"/>
              <a:cs typeface="Work Sans"/>
              <a:sym typeface="Work Sans"/>
            </a:endParaRPr>
          </a:p>
        </p:txBody>
      </p:sp>
      <p:sp>
        <p:nvSpPr>
          <p:cNvPr id="604" name="Google Shape;604;p115"/>
          <p:cNvSpPr/>
          <p:nvPr/>
        </p:nvSpPr>
        <p:spPr>
          <a:xfrm>
            <a:off x="508248" y="361793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Tutor support</a:t>
            </a:r>
            <a:endParaRPr b="0" i="0" sz="1200" u="none" cap="none" strike="noStrike">
              <a:solidFill>
                <a:srgbClr val="000000"/>
              </a:solidFill>
              <a:latin typeface="Arial"/>
              <a:ea typeface="Arial"/>
              <a:cs typeface="Arial"/>
              <a:sym typeface="Arial"/>
            </a:endParaRPr>
          </a:p>
        </p:txBody>
      </p:sp>
      <p:sp>
        <p:nvSpPr>
          <p:cNvPr id="605" name="Google Shape;605;p115"/>
          <p:cNvSpPr/>
          <p:nvPr/>
        </p:nvSpPr>
        <p:spPr>
          <a:xfrm>
            <a:off x="508250" y="3873033"/>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Support throughout the programme from</a:t>
            </a:r>
            <a:r>
              <a:rPr lang="en-GB" sz="900">
                <a:latin typeface="Work Sans"/>
                <a:ea typeface="Work Sans"/>
                <a:cs typeface="Work Sans"/>
                <a:sym typeface="Work Sans"/>
              </a:rPr>
              <a:t> DWP</a:t>
            </a:r>
            <a:r>
              <a:rPr b="0" i="0" lang="en-GB" sz="900" u="none" cap="none" strike="noStrike">
                <a:solidFill>
                  <a:srgbClr val="000000"/>
                </a:solidFill>
                <a:latin typeface="Work Sans"/>
                <a:ea typeface="Work Sans"/>
                <a:cs typeface="Work Sans"/>
                <a:sym typeface="Work Sans"/>
              </a:rPr>
              <a:t> and Decoded via Teams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06" name="Google Shape;606;p115"/>
          <p:cNvSpPr/>
          <p:nvPr/>
        </p:nvSpPr>
        <p:spPr>
          <a:xfrm>
            <a:off x="2196859" y="3856088"/>
            <a:ext cx="1511700" cy="1540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Stay up to date with the recordings, assignments and resources available on our labs, </a:t>
            </a:r>
            <a:r>
              <a:rPr lang="en-GB" sz="900">
                <a:solidFill>
                  <a:schemeClr val="dk1"/>
                </a:solidFill>
                <a:latin typeface="Work Sans"/>
                <a:ea typeface="Work Sans"/>
                <a:cs typeface="Work Sans"/>
                <a:sym typeface="Work Sans"/>
              </a:rPr>
              <a:t>Canvas</a:t>
            </a:r>
            <a:r>
              <a:rPr b="0" i="0" lang="en-GB" sz="900" u="none" cap="none" strike="noStrike">
                <a:solidFill>
                  <a:schemeClr val="dk1"/>
                </a:solidFill>
                <a:latin typeface="Work Sans"/>
                <a:ea typeface="Work Sans"/>
                <a:cs typeface="Work Sans"/>
                <a:sym typeface="Work Sans"/>
              </a:rPr>
              <a:t> and Teams </a:t>
            </a:r>
            <a:endParaRPr b="0" i="0" sz="900" u="none" cap="none" strike="noStrike">
              <a:solidFill>
                <a:srgbClr val="000000"/>
              </a:solidFill>
              <a:latin typeface="Arial"/>
              <a:ea typeface="Arial"/>
              <a:cs typeface="Arial"/>
              <a:sym typeface="Arial"/>
            </a:endParaRPr>
          </a:p>
        </p:txBody>
      </p:sp>
      <p:sp>
        <p:nvSpPr>
          <p:cNvPr id="607" name="Google Shape;607;p115"/>
          <p:cNvSpPr/>
          <p:nvPr/>
        </p:nvSpPr>
        <p:spPr>
          <a:xfrm>
            <a:off x="3885530" y="3856099"/>
            <a:ext cx="1511700" cy="7551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Arial"/>
              <a:ea typeface="Arial"/>
              <a:cs typeface="Arial"/>
              <a:sym typeface="Arial"/>
            </a:endParaRPr>
          </a:p>
        </p:txBody>
      </p:sp>
      <p:pic>
        <p:nvPicPr>
          <p:cNvPr id="608" name="Google Shape;608;p115"/>
          <p:cNvPicPr preferRelativeResize="0"/>
          <p:nvPr/>
        </p:nvPicPr>
        <p:blipFill rotWithShape="1">
          <a:blip r:embed="rId3">
            <a:alphaModFix/>
          </a:blip>
          <a:srcRect b="0" l="0" r="0" t="0"/>
          <a:stretch/>
        </p:blipFill>
        <p:spPr>
          <a:xfrm>
            <a:off x="508187" y="1269299"/>
            <a:ext cx="294969" cy="294948"/>
          </a:xfrm>
          <a:prstGeom prst="rect">
            <a:avLst/>
          </a:prstGeom>
          <a:noFill/>
          <a:ln>
            <a:noFill/>
          </a:ln>
        </p:spPr>
      </p:pic>
      <p:pic>
        <p:nvPicPr>
          <p:cNvPr descr="preencoded.png" id="609" name="Google Shape;609;p115"/>
          <p:cNvPicPr preferRelativeResize="0"/>
          <p:nvPr/>
        </p:nvPicPr>
        <p:blipFill rotWithShape="1">
          <a:blip r:embed="rId4">
            <a:alphaModFix/>
          </a:blip>
          <a:srcRect b="0" l="0" r="0" t="0"/>
          <a:stretch/>
        </p:blipFill>
        <p:spPr>
          <a:xfrm>
            <a:off x="3885533" y="1268902"/>
            <a:ext cx="354360" cy="354360"/>
          </a:xfrm>
          <a:prstGeom prst="rect">
            <a:avLst/>
          </a:prstGeom>
          <a:noFill/>
          <a:ln>
            <a:noFill/>
          </a:ln>
        </p:spPr>
      </p:pic>
      <p:pic>
        <p:nvPicPr>
          <p:cNvPr id="610" name="Google Shape;610;p115"/>
          <p:cNvPicPr preferRelativeResize="0"/>
          <p:nvPr/>
        </p:nvPicPr>
        <p:blipFill rotWithShape="1">
          <a:blip r:embed="rId5">
            <a:alphaModFix/>
          </a:blip>
          <a:srcRect b="0" l="0" r="0" t="0"/>
          <a:stretch/>
        </p:blipFill>
        <p:spPr>
          <a:xfrm>
            <a:off x="2114656" y="1187086"/>
            <a:ext cx="459375" cy="459375"/>
          </a:xfrm>
          <a:prstGeom prst="rect">
            <a:avLst/>
          </a:prstGeom>
          <a:noFill/>
          <a:ln>
            <a:noFill/>
          </a:ln>
        </p:spPr>
      </p:pic>
      <p:pic>
        <p:nvPicPr>
          <p:cNvPr id="611" name="Google Shape;611;p115"/>
          <p:cNvPicPr preferRelativeResize="0"/>
          <p:nvPr/>
        </p:nvPicPr>
        <p:blipFill rotWithShape="1">
          <a:blip r:embed="rId6">
            <a:alphaModFix/>
          </a:blip>
          <a:srcRect b="0" l="0" r="0" t="0"/>
          <a:stretch/>
        </p:blipFill>
        <p:spPr>
          <a:xfrm>
            <a:off x="508187" y="3251941"/>
            <a:ext cx="294969" cy="294969"/>
          </a:xfrm>
          <a:prstGeom prst="rect">
            <a:avLst/>
          </a:prstGeom>
          <a:noFill/>
          <a:ln>
            <a:noFill/>
          </a:ln>
        </p:spPr>
      </p:pic>
      <p:pic>
        <p:nvPicPr>
          <p:cNvPr id="612" name="Google Shape;612;p115"/>
          <p:cNvPicPr preferRelativeResize="0"/>
          <p:nvPr/>
        </p:nvPicPr>
        <p:blipFill rotWithShape="1">
          <a:blip r:embed="rId7">
            <a:alphaModFix/>
          </a:blip>
          <a:srcRect b="0" l="0" r="0" t="0"/>
          <a:stretch/>
        </p:blipFill>
        <p:spPr>
          <a:xfrm>
            <a:off x="2196859" y="3251941"/>
            <a:ext cx="294969" cy="294969"/>
          </a:xfrm>
          <a:prstGeom prst="rect">
            <a:avLst/>
          </a:prstGeom>
          <a:noFill/>
          <a:ln>
            <a:noFill/>
          </a:ln>
        </p:spPr>
      </p:pic>
      <p:pic>
        <p:nvPicPr>
          <p:cNvPr id="613" name="Google Shape;613;p115"/>
          <p:cNvPicPr preferRelativeResize="0"/>
          <p:nvPr/>
        </p:nvPicPr>
        <p:blipFill rotWithShape="1">
          <a:blip r:embed="rId8">
            <a:alphaModFix/>
          </a:blip>
          <a:srcRect b="8205" l="6684" r="54944" t="16793"/>
          <a:stretch/>
        </p:blipFill>
        <p:spPr>
          <a:xfrm>
            <a:off x="5683047" y="0"/>
            <a:ext cx="3508578" cy="5143500"/>
          </a:xfrm>
          <a:prstGeom prst="rect">
            <a:avLst/>
          </a:prstGeom>
          <a:noFill/>
          <a:ln>
            <a:noFill/>
          </a:ln>
        </p:spPr>
      </p:pic>
      <p:sp>
        <p:nvSpPr>
          <p:cNvPr id="614" name="Google Shape;614;p115"/>
          <p:cNvSpPr/>
          <p:nvPr/>
        </p:nvSpPr>
        <p:spPr>
          <a:xfrm rot="10800000">
            <a:off x="5690325" y="0"/>
            <a:ext cx="3501300" cy="5143500"/>
          </a:xfrm>
          <a:prstGeom prst="rect">
            <a:avLst/>
          </a:prstGeom>
          <a:solidFill>
            <a:srgbClr val="000000">
              <a:alpha val="4706"/>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16"/>
          <p:cNvSpPr/>
          <p:nvPr/>
        </p:nvSpPr>
        <p:spPr>
          <a:xfrm>
            <a:off x="2196852" y="360100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Course materials</a:t>
            </a:r>
            <a:endParaRPr b="0" i="0" sz="1200" u="none" cap="none" strike="noStrike">
              <a:solidFill>
                <a:schemeClr val="dk1"/>
              </a:solidFill>
              <a:latin typeface="Arial"/>
              <a:ea typeface="Arial"/>
              <a:cs typeface="Arial"/>
              <a:sym typeface="Arial"/>
            </a:endParaRPr>
          </a:p>
          <a:p>
            <a:pPr indent="0" lvl="0" marL="0" marR="0" rtl="0" algn="l">
              <a:lnSpc>
                <a:spcPct val="124324"/>
              </a:lnSpc>
              <a:spcBef>
                <a:spcPts val="0"/>
              </a:spcBef>
              <a:spcAft>
                <a:spcPts val="0"/>
              </a:spcAft>
              <a:buClr>
                <a:srgbClr val="000000"/>
              </a:buClr>
              <a:buSzPts val="1200"/>
              <a:buFont typeface="Work Sans SemiBold"/>
              <a:buNone/>
            </a:pPr>
            <a:r>
              <a:t/>
            </a:r>
            <a:endParaRPr b="0" i="0" sz="1200" u="none" cap="none" strike="noStrike">
              <a:solidFill>
                <a:srgbClr val="000000"/>
              </a:solidFill>
              <a:latin typeface="Arial"/>
              <a:ea typeface="Arial"/>
              <a:cs typeface="Arial"/>
              <a:sym typeface="Arial"/>
            </a:endParaRPr>
          </a:p>
        </p:txBody>
      </p:sp>
      <p:cxnSp>
        <p:nvCxnSpPr>
          <p:cNvPr id="620" name="Google Shape;620;p116"/>
          <p:cNvCxnSpPr/>
          <p:nvPr/>
        </p:nvCxnSpPr>
        <p:spPr>
          <a:xfrm>
            <a:off x="349925" y="5178035"/>
            <a:ext cx="0" cy="374700"/>
          </a:xfrm>
          <a:prstGeom prst="straightConnector1">
            <a:avLst/>
          </a:prstGeom>
          <a:noFill/>
          <a:ln cap="flat" cmpd="sng" w="17850">
            <a:solidFill>
              <a:srgbClr val="6D9EEB"/>
            </a:solidFill>
            <a:prstDash val="dot"/>
            <a:round/>
            <a:headEnd len="sm" w="sm" type="none"/>
            <a:tailEnd len="sm" w="sm" type="none"/>
          </a:ln>
        </p:spPr>
      </p:cxnSp>
      <p:cxnSp>
        <p:nvCxnSpPr>
          <p:cNvPr id="621" name="Google Shape;621;p116"/>
          <p:cNvCxnSpPr/>
          <p:nvPr/>
        </p:nvCxnSpPr>
        <p:spPr>
          <a:xfrm>
            <a:off x="8777600" y="5175099"/>
            <a:ext cx="0" cy="374700"/>
          </a:xfrm>
          <a:prstGeom prst="straightConnector1">
            <a:avLst/>
          </a:prstGeom>
          <a:noFill/>
          <a:ln cap="flat" cmpd="sng" w="17850">
            <a:solidFill>
              <a:srgbClr val="6D9EEB"/>
            </a:solidFill>
            <a:prstDash val="dot"/>
            <a:round/>
            <a:headEnd len="sm" w="sm" type="none"/>
            <a:tailEnd len="sm" w="sm" type="none"/>
          </a:ln>
        </p:spPr>
      </p:cxnSp>
      <p:cxnSp>
        <p:nvCxnSpPr>
          <p:cNvPr id="622" name="Google Shape;622;p116"/>
          <p:cNvCxnSpPr/>
          <p:nvPr/>
        </p:nvCxnSpPr>
        <p:spPr>
          <a:xfrm rot="10800000">
            <a:off x="9198925"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23" name="Google Shape;623;p116"/>
          <p:cNvCxnSpPr/>
          <p:nvPr/>
        </p:nvCxnSpPr>
        <p:spPr>
          <a:xfrm rot="10800000">
            <a:off x="-774518"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24" name="Google Shape;624;p116"/>
          <p:cNvCxnSpPr/>
          <p:nvPr/>
        </p:nvCxnSpPr>
        <p:spPr>
          <a:xfrm rot="10800000">
            <a:off x="9198925" y="1187100"/>
            <a:ext cx="709500" cy="0"/>
          </a:xfrm>
          <a:prstGeom prst="straightConnector1">
            <a:avLst/>
          </a:prstGeom>
          <a:noFill/>
          <a:ln cap="flat" cmpd="sng" w="17850">
            <a:solidFill>
              <a:srgbClr val="6D9EEB"/>
            </a:solidFill>
            <a:prstDash val="dot"/>
            <a:round/>
            <a:headEnd len="sm" w="sm" type="none"/>
            <a:tailEnd len="sm" w="sm" type="none"/>
          </a:ln>
        </p:spPr>
      </p:cxnSp>
      <p:cxnSp>
        <p:nvCxnSpPr>
          <p:cNvPr id="625" name="Google Shape;625;p116"/>
          <p:cNvCxnSpPr/>
          <p:nvPr/>
        </p:nvCxnSpPr>
        <p:spPr>
          <a:xfrm rot="10800000">
            <a:off x="-774533" y="1187100"/>
            <a:ext cx="709500" cy="0"/>
          </a:xfrm>
          <a:prstGeom prst="straightConnector1">
            <a:avLst/>
          </a:prstGeom>
          <a:noFill/>
          <a:ln cap="flat" cmpd="sng" w="17850">
            <a:solidFill>
              <a:srgbClr val="6D9EEB"/>
            </a:solidFill>
            <a:prstDash val="dot"/>
            <a:round/>
            <a:headEnd len="sm" w="sm" type="none"/>
            <a:tailEnd len="sm" w="sm" type="none"/>
          </a:ln>
        </p:spPr>
      </p:cxnSp>
      <p:sp>
        <p:nvSpPr>
          <p:cNvPr id="626" name="Google Shape;626;p116"/>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Expectations</a:t>
            </a:r>
            <a:endParaRPr b="0" i="0" sz="2800" u="none" cap="none" strike="noStrike">
              <a:solidFill>
                <a:srgbClr val="000000"/>
              </a:solidFill>
              <a:latin typeface="Work Sans SemiBold"/>
              <a:ea typeface="Work Sans SemiBold"/>
              <a:cs typeface="Work Sans SemiBold"/>
              <a:sym typeface="Work Sans SemiBold"/>
            </a:endParaRPr>
          </a:p>
        </p:txBody>
      </p:sp>
      <p:sp>
        <p:nvSpPr>
          <p:cNvPr id="627" name="Google Shape;627;p116"/>
          <p:cNvSpPr/>
          <p:nvPr/>
        </p:nvSpPr>
        <p:spPr>
          <a:xfrm>
            <a:off x="508248"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Attendance</a:t>
            </a:r>
            <a:endParaRPr b="0" i="0" sz="1200" u="none" cap="none" strike="noStrike">
              <a:solidFill>
                <a:srgbClr val="000000"/>
              </a:solidFill>
              <a:latin typeface="Arial"/>
              <a:ea typeface="Arial"/>
              <a:cs typeface="Arial"/>
              <a:sym typeface="Arial"/>
            </a:endParaRPr>
          </a:p>
        </p:txBody>
      </p:sp>
      <p:sp>
        <p:nvSpPr>
          <p:cNvPr id="628" name="Google Shape;628;p116"/>
          <p:cNvSpPr/>
          <p:nvPr/>
        </p:nvSpPr>
        <p:spPr>
          <a:xfrm>
            <a:off x="508248" y="1907084"/>
            <a:ext cx="1511700" cy="943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Live sessions occur one to two full days a week, please do your best to attend. Attendance will be tracked and monitored. </a:t>
            </a:r>
            <a:endParaRPr b="0" i="0" sz="900" u="none" cap="none" strike="noStrike">
              <a:solidFill>
                <a:srgbClr val="000000"/>
              </a:solidFill>
              <a:latin typeface="Work Sans"/>
              <a:ea typeface="Work Sans"/>
              <a:cs typeface="Work Sans"/>
              <a:sym typeface="Work Sans"/>
            </a:endParaRPr>
          </a:p>
        </p:txBody>
      </p:sp>
      <p:sp>
        <p:nvSpPr>
          <p:cNvPr id="629" name="Google Shape;629;p116"/>
          <p:cNvSpPr/>
          <p:nvPr/>
        </p:nvSpPr>
        <p:spPr>
          <a:xfrm>
            <a:off x="2196852"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Cameras on</a:t>
            </a:r>
            <a:endParaRPr b="0" i="0" sz="1200" u="none" cap="none" strike="noStrike">
              <a:solidFill>
                <a:srgbClr val="000000"/>
              </a:solidFill>
              <a:latin typeface="Arial"/>
              <a:ea typeface="Arial"/>
              <a:cs typeface="Arial"/>
              <a:sym typeface="Arial"/>
            </a:endParaRPr>
          </a:p>
        </p:txBody>
      </p:sp>
      <p:sp>
        <p:nvSpPr>
          <p:cNvPr id="630" name="Google Shape;630;p116"/>
          <p:cNvSpPr/>
          <p:nvPr/>
        </p:nvSpPr>
        <p:spPr>
          <a:xfrm>
            <a:off x="2196859" y="1907076"/>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To close the digital gap, cameras matter. Please have cameras on and get support if you have any technical issues.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31" name="Google Shape;631;p116"/>
          <p:cNvSpPr/>
          <p:nvPr/>
        </p:nvSpPr>
        <p:spPr>
          <a:xfrm>
            <a:off x="3885531" y="1652000"/>
            <a:ext cx="1603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Participate</a:t>
            </a:r>
            <a:endParaRPr b="0" i="0" sz="1200" u="none" cap="none" strike="noStrike">
              <a:solidFill>
                <a:srgbClr val="000000"/>
              </a:solidFill>
              <a:latin typeface="Arial"/>
              <a:ea typeface="Arial"/>
              <a:cs typeface="Arial"/>
              <a:sym typeface="Arial"/>
            </a:endParaRPr>
          </a:p>
        </p:txBody>
      </p:sp>
      <p:sp>
        <p:nvSpPr>
          <p:cNvPr id="632" name="Google Shape;632;p116"/>
          <p:cNvSpPr/>
          <p:nvPr/>
        </p:nvSpPr>
        <p:spPr>
          <a:xfrm>
            <a:off x="3885531" y="1907076"/>
            <a:ext cx="1511700" cy="10356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Active participation is key, engage in discussions, ask questions and contribute to group challenges and collaborative projects. </a:t>
            </a:r>
            <a:endParaRPr b="0" i="0" sz="900" u="none" cap="none" strike="noStrike">
              <a:solidFill>
                <a:srgbClr val="000000"/>
              </a:solidFill>
              <a:latin typeface="Work Sans"/>
              <a:ea typeface="Work Sans"/>
              <a:cs typeface="Work Sans"/>
              <a:sym typeface="Work Sans"/>
            </a:endParaRPr>
          </a:p>
        </p:txBody>
      </p:sp>
      <p:sp>
        <p:nvSpPr>
          <p:cNvPr id="633" name="Google Shape;633;p116"/>
          <p:cNvSpPr/>
          <p:nvPr/>
        </p:nvSpPr>
        <p:spPr>
          <a:xfrm>
            <a:off x="508248" y="361793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Ask for help</a:t>
            </a:r>
            <a:endParaRPr b="0" i="0" sz="1200" u="none" cap="none" strike="noStrike">
              <a:solidFill>
                <a:srgbClr val="000000"/>
              </a:solidFill>
              <a:latin typeface="Arial"/>
              <a:ea typeface="Arial"/>
              <a:cs typeface="Arial"/>
              <a:sym typeface="Arial"/>
            </a:endParaRPr>
          </a:p>
        </p:txBody>
      </p:sp>
      <p:sp>
        <p:nvSpPr>
          <p:cNvPr id="634" name="Google Shape;634;p116"/>
          <p:cNvSpPr/>
          <p:nvPr/>
        </p:nvSpPr>
        <p:spPr>
          <a:xfrm>
            <a:off x="508250" y="3873033"/>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If you have any issues please let the Decoded or Civil Service team know, we are here to help.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35" name="Google Shape;635;p116"/>
          <p:cNvSpPr/>
          <p:nvPr/>
        </p:nvSpPr>
        <p:spPr>
          <a:xfrm>
            <a:off x="2196859" y="3856094"/>
            <a:ext cx="1603200" cy="1540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Stay up to date with the recordings, assignments and resources available on the Labs</a:t>
            </a:r>
            <a:r>
              <a:rPr lang="en-GB" sz="900">
                <a:solidFill>
                  <a:schemeClr val="dk1"/>
                </a:solidFill>
                <a:latin typeface="Work Sans"/>
                <a:ea typeface="Work Sans"/>
                <a:cs typeface="Work Sans"/>
                <a:sym typeface="Work Sans"/>
              </a:rPr>
              <a:t>, Canvas </a:t>
            </a:r>
            <a:r>
              <a:rPr b="0" i="0" lang="en-GB" sz="900" u="none" cap="none" strike="noStrike">
                <a:solidFill>
                  <a:schemeClr val="dk1"/>
                </a:solidFill>
                <a:latin typeface="Work Sans"/>
                <a:ea typeface="Work Sans"/>
                <a:cs typeface="Work Sans"/>
                <a:sym typeface="Work Sans"/>
              </a:rPr>
              <a:t>and Teams. </a:t>
            </a:r>
            <a:endParaRPr b="0" i="0" sz="900" u="none" cap="none" strike="noStrike">
              <a:solidFill>
                <a:srgbClr val="000000"/>
              </a:solidFill>
              <a:latin typeface="Arial"/>
              <a:ea typeface="Arial"/>
              <a:cs typeface="Arial"/>
              <a:sym typeface="Arial"/>
            </a:endParaRPr>
          </a:p>
        </p:txBody>
      </p:sp>
      <p:pic>
        <p:nvPicPr>
          <p:cNvPr id="636" name="Google Shape;636;p116"/>
          <p:cNvPicPr preferRelativeResize="0"/>
          <p:nvPr/>
        </p:nvPicPr>
        <p:blipFill rotWithShape="1">
          <a:blip r:embed="rId3">
            <a:alphaModFix/>
          </a:blip>
          <a:srcRect b="0" l="0" r="0" t="0"/>
          <a:stretch/>
        </p:blipFill>
        <p:spPr>
          <a:xfrm>
            <a:off x="508187" y="1269299"/>
            <a:ext cx="294969" cy="294948"/>
          </a:xfrm>
          <a:prstGeom prst="rect">
            <a:avLst/>
          </a:prstGeom>
          <a:noFill/>
          <a:ln>
            <a:noFill/>
          </a:ln>
        </p:spPr>
      </p:pic>
      <p:pic>
        <p:nvPicPr>
          <p:cNvPr descr="preencoded.png" id="637" name="Google Shape;637;p116"/>
          <p:cNvPicPr preferRelativeResize="0"/>
          <p:nvPr/>
        </p:nvPicPr>
        <p:blipFill rotWithShape="1">
          <a:blip r:embed="rId4">
            <a:alphaModFix/>
          </a:blip>
          <a:srcRect b="0" l="0" r="0" t="0"/>
          <a:stretch/>
        </p:blipFill>
        <p:spPr>
          <a:xfrm>
            <a:off x="3885533" y="1239594"/>
            <a:ext cx="354360" cy="354360"/>
          </a:xfrm>
          <a:prstGeom prst="rect">
            <a:avLst/>
          </a:prstGeom>
          <a:noFill/>
          <a:ln>
            <a:noFill/>
          </a:ln>
        </p:spPr>
      </p:pic>
      <p:pic>
        <p:nvPicPr>
          <p:cNvPr id="638" name="Google Shape;638;p116"/>
          <p:cNvPicPr preferRelativeResize="0"/>
          <p:nvPr/>
        </p:nvPicPr>
        <p:blipFill rotWithShape="1">
          <a:blip r:embed="rId5">
            <a:alphaModFix/>
          </a:blip>
          <a:srcRect b="0" l="0" r="0" t="0"/>
          <a:stretch/>
        </p:blipFill>
        <p:spPr>
          <a:xfrm>
            <a:off x="2114656" y="1187086"/>
            <a:ext cx="459375" cy="459375"/>
          </a:xfrm>
          <a:prstGeom prst="rect">
            <a:avLst/>
          </a:prstGeom>
          <a:noFill/>
          <a:ln>
            <a:noFill/>
          </a:ln>
        </p:spPr>
      </p:pic>
      <p:pic>
        <p:nvPicPr>
          <p:cNvPr id="639" name="Google Shape;639;p116"/>
          <p:cNvPicPr preferRelativeResize="0"/>
          <p:nvPr/>
        </p:nvPicPr>
        <p:blipFill rotWithShape="1">
          <a:blip r:embed="rId6">
            <a:alphaModFix/>
          </a:blip>
          <a:srcRect b="0" l="0" r="0" t="0"/>
          <a:stretch/>
        </p:blipFill>
        <p:spPr>
          <a:xfrm>
            <a:off x="508187" y="3251941"/>
            <a:ext cx="294969" cy="294969"/>
          </a:xfrm>
          <a:prstGeom prst="rect">
            <a:avLst/>
          </a:prstGeom>
          <a:noFill/>
          <a:ln>
            <a:noFill/>
          </a:ln>
        </p:spPr>
      </p:pic>
      <p:pic>
        <p:nvPicPr>
          <p:cNvPr id="640" name="Google Shape;640;p116"/>
          <p:cNvPicPr preferRelativeResize="0"/>
          <p:nvPr/>
        </p:nvPicPr>
        <p:blipFill rotWithShape="1">
          <a:blip r:embed="rId7">
            <a:alphaModFix/>
          </a:blip>
          <a:srcRect b="0" l="0" r="0" t="0"/>
          <a:stretch/>
        </p:blipFill>
        <p:spPr>
          <a:xfrm>
            <a:off x="2196859" y="3251941"/>
            <a:ext cx="294969" cy="294969"/>
          </a:xfrm>
          <a:prstGeom prst="rect">
            <a:avLst/>
          </a:prstGeom>
          <a:noFill/>
          <a:ln>
            <a:noFill/>
          </a:ln>
        </p:spPr>
      </p:pic>
      <p:pic>
        <p:nvPicPr>
          <p:cNvPr id="641" name="Google Shape;641;p116"/>
          <p:cNvPicPr preferRelativeResize="0"/>
          <p:nvPr/>
        </p:nvPicPr>
        <p:blipFill rotWithShape="1">
          <a:blip r:embed="rId8">
            <a:alphaModFix/>
          </a:blip>
          <a:srcRect b="8205" l="6686" r="55982" t="16793"/>
          <a:stretch/>
        </p:blipFill>
        <p:spPr>
          <a:xfrm>
            <a:off x="5730672" y="0"/>
            <a:ext cx="3413328" cy="5143500"/>
          </a:xfrm>
          <a:prstGeom prst="rect">
            <a:avLst/>
          </a:prstGeom>
          <a:noFill/>
          <a:ln>
            <a:noFill/>
          </a:ln>
        </p:spPr>
      </p:pic>
      <p:sp>
        <p:nvSpPr>
          <p:cNvPr id="642" name="Google Shape;642;p116"/>
          <p:cNvSpPr/>
          <p:nvPr/>
        </p:nvSpPr>
        <p:spPr>
          <a:xfrm>
            <a:off x="5730672" y="0"/>
            <a:ext cx="3413400" cy="5143500"/>
          </a:xfrm>
          <a:prstGeom prst="rect">
            <a:avLst/>
          </a:prstGeom>
          <a:solidFill>
            <a:srgbClr val="010101">
              <a:alpha val="15686"/>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116"/>
          <p:cNvSpPr/>
          <p:nvPr/>
        </p:nvSpPr>
        <p:spPr>
          <a:xfrm>
            <a:off x="3885530" y="360100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Self directed study</a:t>
            </a:r>
            <a:endParaRPr b="0" i="0" sz="1200" u="none" cap="none" strike="noStrike">
              <a:solidFill>
                <a:schemeClr val="dk1"/>
              </a:solidFill>
              <a:latin typeface="Arial"/>
              <a:ea typeface="Arial"/>
              <a:cs typeface="Arial"/>
              <a:sym typeface="Arial"/>
            </a:endParaRPr>
          </a:p>
        </p:txBody>
      </p:sp>
      <p:sp>
        <p:nvSpPr>
          <p:cNvPr id="644" name="Google Shape;644;p116"/>
          <p:cNvSpPr/>
          <p:nvPr/>
        </p:nvSpPr>
        <p:spPr>
          <a:xfrm>
            <a:off x="3885530" y="3856099"/>
            <a:ext cx="1511700" cy="7551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Dedicate time each week to consolidate what you</a:t>
            </a:r>
            <a:r>
              <a:rPr lang="en-GB" sz="900">
                <a:latin typeface="Work Sans"/>
                <a:ea typeface="Work Sans"/>
                <a:cs typeface="Work Sans"/>
                <a:sym typeface="Work Sans"/>
              </a:rPr>
              <a:t>’ve learned from the workshop.</a:t>
            </a:r>
            <a:endParaRPr b="0" i="0" sz="900" u="none" cap="none" strike="noStrike">
              <a:solidFill>
                <a:srgbClr val="000000"/>
              </a:solidFill>
              <a:latin typeface="Arial"/>
              <a:ea typeface="Arial"/>
              <a:cs typeface="Arial"/>
              <a:sym typeface="Arial"/>
            </a:endParaRPr>
          </a:p>
        </p:txBody>
      </p:sp>
      <p:pic>
        <p:nvPicPr>
          <p:cNvPr id="645" name="Google Shape;645;p116"/>
          <p:cNvPicPr preferRelativeResize="0"/>
          <p:nvPr/>
        </p:nvPicPr>
        <p:blipFill rotWithShape="1">
          <a:blip r:embed="rId9">
            <a:alphaModFix/>
          </a:blip>
          <a:srcRect b="0" l="0" r="0" t="0"/>
          <a:stretch/>
        </p:blipFill>
        <p:spPr>
          <a:xfrm>
            <a:off x="3885531" y="3222246"/>
            <a:ext cx="354360" cy="3543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0" name="Shape 650"/>
        <p:cNvGrpSpPr/>
        <p:nvPr/>
      </p:nvGrpSpPr>
      <p:grpSpPr>
        <a:xfrm>
          <a:off x="0" y="0"/>
          <a:ext cx="0" cy="0"/>
          <a:chOff x="0" y="0"/>
          <a:chExt cx="0" cy="0"/>
        </a:xfrm>
      </p:grpSpPr>
      <p:sp>
        <p:nvSpPr>
          <p:cNvPr id="651" name="Google Shape;651;p117"/>
          <p:cNvSpPr/>
          <p:nvPr/>
        </p:nvSpPr>
        <p:spPr>
          <a:xfrm>
            <a:off x="496125" y="389859"/>
            <a:ext cx="4959300" cy="885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Set Personal Learning Goals</a:t>
            </a:r>
            <a:endParaRPr b="0" i="0" sz="28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4719"/>
              </a:lnSpc>
              <a:spcBef>
                <a:spcPts val="0"/>
              </a:spcBef>
              <a:spcAft>
                <a:spcPts val="0"/>
              </a:spcAft>
              <a:buClr>
                <a:srgbClr val="000000"/>
              </a:buClr>
              <a:buSzPts val="2800"/>
              <a:buFont typeface="Work Sans SemiBold"/>
              <a:buNone/>
            </a:pPr>
            <a:r>
              <a:t/>
            </a:r>
            <a:endParaRPr b="0" i="0" sz="2800" u="none" cap="none" strike="noStrike">
              <a:solidFill>
                <a:srgbClr val="000000"/>
              </a:solidFill>
              <a:latin typeface="Work Sans SemiBold"/>
              <a:ea typeface="Work Sans SemiBold"/>
              <a:cs typeface="Work Sans SemiBold"/>
              <a:sym typeface="Work Sans SemiBold"/>
            </a:endParaRPr>
          </a:p>
        </p:txBody>
      </p:sp>
      <p:sp>
        <p:nvSpPr>
          <p:cNvPr id="652" name="Google Shape;652;p117"/>
          <p:cNvSpPr/>
          <p:nvPr/>
        </p:nvSpPr>
        <p:spPr>
          <a:xfrm>
            <a:off x="555427" y="1181397"/>
            <a:ext cx="14400" cy="3650700"/>
          </a:xfrm>
          <a:prstGeom prst="roundRect">
            <a:avLst>
              <a:gd fmla="val 118127" name="adj"/>
            </a:avLst>
          </a:prstGeom>
          <a:solidFill>
            <a:srgbClr val="000000">
              <a:alpha val="5882"/>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3" name="Google Shape;653;p117"/>
          <p:cNvSpPr/>
          <p:nvPr/>
        </p:nvSpPr>
        <p:spPr>
          <a:xfrm>
            <a:off x="674861" y="1427411"/>
            <a:ext cx="393900" cy="14400"/>
          </a:xfrm>
          <a:prstGeom prst="roundRect">
            <a:avLst>
              <a:gd fmla="val 118127" name="adj"/>
            </a:avLst>
          </a:prstGeom>
          <a:solidFill>
            <a:srgbClr val="E4DE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4" name="Google Shape;654;p117"/>
          <p:cNvSpPr/>
          <p:nvPr/>
        </p:nvSpPr>
        <p:spPr>
          <a:xfrm>
            <a:off x="435992" y="1307976"/>
            <a:ext cx="253200" cy="2532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5" name="Google Shape;655;p117"/>
          <p:cNvSpPr/>
          <p:nvPr/>
        </p:nvSpPr>
        <p:spPr>
          <a:xfrm>
            <a:off x="527447" y="1350169"/>
            <a:ext cx="702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1</a:t>
            </a:r>
            <a:endParaRPr b="0" i="0" sz="1300" u="none" cap="none" strike="noStrike">
              <a:solidFill>
                <a:srgbClr val="000000"/>
              </a:solidFill>
              <a:latin typeface="Arial"/>
              <a:ea typeface="Arial"/>
              <a:cs typeface="Arial"/>
              <a:sym typeface="Arial"/>
            </a:endParaRPr>
          </a:p>
        </p:txBody>
      </p:sp>
      <p:sp>
        <p:nvSpPr>
          <p:cNvPr id="656" name="Google Shape;656;p117"/>
          <p:cNvSpPr/>
          <p:nvPr/>
        </p:nvSpPr>
        <p:spPr>
          <a:xfrm>
            <a:off x="1181397" y="1293912"/>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Identify Strengths</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57" name="Google Shape;657;p117"/>
          <p:cNvSpPr/>
          <p:nvPr/>
        </p:nvSpPr>
        <p:spPr>
          <a:xfrm>
            <a:off x="1181397" y="1537171"/>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Reflect on your existing skills and areas where you excel.</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58" name="Google Shape;658;p117"/>
          <p:cNvSpPr/>
          <p:nvPr/>
        </p:nvSpPr>
        <p:spPr>
          <a:xfrm>
            <a:off x="674861" y="2368228"/>
            <a:ext cx="393900" cy="14400"/>
          </a:xfrm>
          <a:prstGeom prst="roundRect">
            <a:avLst>
              <a:gd fmla="val 118127" name="adj"/>
            </a:avLst>
          </a:prstGeom>
          <a:solidFill>
            <a:srgbClr val="B2B2B2"/>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9" name="Google Shape;659;p117"/>
          <p:cNvSpPr/>
          <p:nvPr/>
        </p:nvSpPr>
        <p:spPr>
          <a:xfrm>
            <a:off x="435992" y="2248793"/>
            <a:ext cx="253200" cy="2532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0" name="Google Shape;660;p117"/>
          <p:cNvSpPr/>
          <p:nvPr/>
        </p:nvSpPr>
        <p:spPr>
          <a:xfrm>
            <a:off x="512713" y="2290986"/>
            <a:ext cx="999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2</a:t>
            </a:r>
            <a:endParaRPr b="0" i="0" sz="1300" u="none" cap="none" strike="noStrike">
              <a:solidFill>
                <a:srgbClr val="000000"/>
              </a:solidFill>
              <a:latin typeface="Arial"/>
              <a:ea typeface="Arial"/>
              <a:cs typeface="Arial"/>
              <a:sym typeface="Arial"/>
            </a:endParaRPr>
          </a:p>
        </p:txBody>
      </p:sp>
      <p:sp>
        <p:nvSpPr>
          <p:cNvPr id="661" name="Google Shape;661;p117"/>
          <p:cNvSpPr/>
          <p:nvPr/>
        </p:nvSpPr>
        <p:spPr>
          <a:xfrm>
            <a:off x="1181387" y="2234734"/>
            <a:ext cx="22278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Areas for Improvement</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62" name="Google Shape;662;p117"/>
          <p:cNvSpPr/>
          <p:nvPr/>
        </p:nvSpPr>
        <p:spPr>
          <a:xfrm>
            <a:off x="1181397" y="2477988"/>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Identify specific skills or knowledge gaps you want to address.</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63" name="Google Shape;663;p117"/>
          <p:cNvSpPr/>
          <p:nvPr/>
        </p:nvSpPr>
        <p:spPr>
          <a:xfrm>
            <a:off x="674861" y="3309044"/>
            <a:ext cx="393900" cy="14400"/>
          </a:xfrm>
          <a:prstGeom prst="roundRect">
            <a:avLst>
              <a:gd fmla="val 118127" name="adj"/>
            </a:avLst>
          </a:prstGeom>
          <a:solidFill>
            <a:srgbClr val="A6C97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4" name="Google Shape;664;p117"/>
          <p:cNvSpPr/>
          <p:nvPr/>
        </p:nvSpPr>
        <p:spPr>
          <a:xfrm>
            <a:off x="435992" y="3189610"/>
            <a:ext cx="253200" cy="2532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5" name="Google Shape;665;p117"/>
          <p:cNvSpPr/>
          <p:nvPr/>
        </p:nvSpPr>
        <p:spPr>
          <a:xfrm>
            <a:off x="512862" y="3231803"/>
            <a:ext cx="993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3</a:t>
            </a:r>
            <a:endParaRPr b="0" i="0" sz="1300" u="none" cap="none" strike="noStrike">
              <a:solidFill>
                <a:srgbClr val="000000"/>
              </a:solidFill>
              <a:latin typeface="Arial"/>
              <a:ea typeface="Arial"/>
              <a:cs typeface="Arial"/>
              <a:sym typeface="Arial"/>
            </a:endParaRPr>
          </a:p>
        </p:txBody>
      </p:sp>
      <p:sp>
        <p:nvSpPr>
          <p:cNvPr id="666" name="Google Shape;666;p117"/>
          <p:cNvSpPr/>
          <p:nvPr/>
        </p:nvSpPr>
        <p:spPr>
          <a:xfrm>
            <a:off x="1181397" y="3175546"/>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Measurable Goals</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67" name="Google Shape;667;p117"/>
          <p:cNvSpPr/>
          <p:nvPr/>
        </p:nvSpPr>
        <p:spPr>
          <a:xfrm>
            <a:off x="1181397" y="3418805"/>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Set clear objectives that can be tracked and evaluated over time.</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68" name="Google Shape;668;p117"/>
          <p:cNvSpPr/>
          <p:nvPr/>
        </p:nvSpPr>
        <p:spPr>
          <a:xfrm>
            <a:off x="674861" y="4249861"/>
            <a:ext cx="393900" cy="14400"/>
          </a:xfrm>
          <a:prstGeom prst="roundRect">
            <a:avLst>
              <a:gd fmla="val 118127" name="adj"/>
            </a:avLst>
          </a:prstGeom>
          <a:solidFill>
            <a:srgbClr val="65A9C7"/>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9" name="Google Shape;669;p117"/>
          <p:cNvSpPr/>
          <p:nvPr/>
        </p:nvSpPr>
        <p:spPr>
          <a:xfrm>
            <a:off x="435992" y="4130427"/>
            <a:ext cx="253200" cy="253200"/>
          </a:xfrm>
          <a:prstGeom prst="roundRect">
            <a:avLst>
              <a:gd fmla="val 6667" name="adj"/>
            </a:avLst>
          </a:prstGeom>
          <a:solidFill>
            <a:srgbClr val="7FC3E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70" name="Google Shape;670;p117"/>
          <p:cNvSpPr/>
          <p:nvPr/>
        </p:nvSpPr>
        <p:spPr>
          <a:xfrm>
            <a:off x="509141" y="4172620"/>
            <a:ext cx="1068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4</a:t>
            </a:r>
            <a:endParaRPr b="0" i="0" sz="1300" u="none" cap="none" strike="noStrike">
              <a:solidFill>
                <a:srgbClr val="000000"/>
              </a:solidFill>
              <a:latin typeface="Arial"/>
              <a:ea typeface="Arial"/>
              <a:cs typeface="Arial"/>
              <a:sym typeface="Arial"/>
            </a:endParaRPr>
          </a:p>
        </p:txBody>
      </p:sp>
      <p:sp>
        <p:nvSpPr>
          <p:cNvPr id="671" name="Google Shape;671;p117"/>
          <p:cNvSpPr/>
          <p:nvPr/>
        </p:nvSpPr>
        <p:spPr>
          <a:xfrm>
            <a:off x="1181397" y="4068738"/>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Submit</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72" name="Google Shape;672;p117"/>
          <p:cNvSpPr/>
          <p:nvPr/>
        </p:nvSpPr>
        <p:spPr>
          <a:xfrm>
            <a:off x="1181397" y="4311998"/>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Submit your personal learning goals statement on Teams.</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pic>
        <p:nvPicPr>
          <p:cNvPr id="673" name="Google Shape;673;p117"/>
          <p:cNvPicPr preferRelativeResize="0"/>
          <p:nvPr/>
        </p:nvPicPr>
        <p:blipFill rotWithShape="1">
          <a:blip r:embed="rId3">
            <a:alphaModFix/>
          </a:blip>
          <a:srcRect b="0" l="0" r="0" t="0"/>
          <a:stretch/>
        </p:blipFill>
        <p:spPr>
          <a:xfrm>
            <a:off x="5713313" y="0"/>
            <a:ext cx="3430689" cy="5143501"/>
          </a:xfrm>
          <a:prstGeom prst="rect">
            <a:avLst/>
          </a:prstGeom>
          <a:noFill/>
          <a:ln>
            <a:noFill/>
          </a:ln>
        </p:spPr>
      </p:pic>
      <p:sp>
        <p:nvSpPr>
          <p:cNvPr id="674" name="Google Shape;674;p117"/>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18"/>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6200"/>
              <a:buNone/>
            </a:pPr>
            <a:r>
              <a:rPr b="1" lang="en-GB">
                <a:latin typeface="Work Sans"/>
                <a:ea typeface="Work Sans"/>
                <a:cs typeface="Work Sans"/>
                <a:sym typeface="Work Sans"/>
              </a:rPr>
              <a:t>#3</a:t>
            </a:r>
            <a:endParaRPr b="1">
              <a:latin typeface="Work Sans"/>
              <a:ea typeface="Work Sans"/>
              <a:cs typeface="Work Sans"/>
              <a:sym typeface="Work Sans"/>
            </a:endParaRPr>
          </a:p>
          <a:p>
            <a:pPr indent="0" lvl="0" marL="0" rtl="0" algn="l">
              <a:lnSpc>
                <a:spcPct val="90000"/>
              </a:lnSpc>
              <a:spcBef>
                <a:spcPts val="0"/>
              </a:spcBef>
              <a:spcAft>
                <a:spcPts val="0"/>
              </a:spcAft>
              <a:buSzPts val="6200"/>
              <a:buNone/>
            </a:pPr>
            <a:r>
              <a:rPr lang="en-GB"/>
              <a:t>Learning support.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19"/>
          <p:cNvSpPr/>
          <p:nvPr/>
        </p:nvSpPr>
        <p:spPr>
          <a:xfrm>
            <a:off x="2196852" y="350575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lang="en-GB" sz="1200">
                <a:solidFill>
                  <a:schemeClr val="dk1"/>
                </a:solidFill>
                <a:latin typeface="Work Sans SemiBold"/>
                <a:ea typeface="Work Sans SemiBold"/>
                <a:cs typeface="Work Sans SemiBold"/>
                <a:sym typeface="Work Sans SemiBold"/>
              </a:rPr>
              <a:t>DWP</a:t>
            </a:r>
            <a:endParaRPr b="0" i="0" sz="1200" u="none" cap="none" strike="noStrike">
              <a:solidFill>
                <a:srgbClr val="000000"/>
              </a:solidFill>
              <a:latin typeface="Arial"/>
              <a:ea typeface="Arial"/>
              <a:cs typeface="Arial"/>
              <a:sym typeface="Arial"/>
            </a:endParaRPr>
          </a:p>
        </p:txBody>
      </p:sp>
      <p:cxnSp>
        <p:nvCxnSpPr>
          <p:cNvPr id="685" name="Google Shape;685;p119"/>
          <p:cNvCxnSpPr/>
          <p:nvPr/>
        </p:nvCxnSpPr>
        <p:spPr>
          <a:xfrm>
            <a:off x="349925" y="5178035"/>
            <a:ext cx="0" cy="374700"/>
          </a:xfrm>
          <a:prstGeom prst="straightConnector1">
            <a:avLst/>
          </a:prstGeom>
          <a:noFill/>
          <a:ln cap="flat" cmpd="sng" w="17850">
            <a:solidFill>
              <a:srgbClr val="6D9EEB"/>
            </a:solidFill>
            <a:prstDash val="dot"/>
            <a:round/>
            <a:headEnd len="sm" w="sm" type="none"/>
            <a:tailEnd len="sm" w="sm" type="none"/>
          </a:ln>
        </p:spPr>
      </p:cxnSp>
      <p:cxnSp>
        <p:nvCxnSpPr>
          <p:cNvPr id="686" name="Google Shape;686;p119"/>
          <p:cNvCxnSpPr/>
          <p:nvPr/>
        </p:nvCxnSpPr>
        <p:spPr>
          <a:xfrm>
            <a:off x="8777600" y="5175099"/>
            <a:ext cx="0" cy="374700"/>
          </a:xfrm>
          <a:prstGeom prst="straightConnector1">
            <a:avLst/>
          </a:prstGeom>
          <a:noFill/>
          <a:ln cap="flat" cmpd="sng" w="17850">
            <a:solidFill>
              <a:srgbClr val="6D9EEB"/>
            </a:solidFill>
            <a:prstDash val="dot"/>
            <a:round/>
            <a:headEnd len="sm" w="sm" type="none"/>
            <a:tailEnd len="sm" w="sm" type="none"/>
          </a:ln>
        </p:spPr>
      </p:cxnSp>
      <p:cxnSp>
        <p:nvCxnSpPr>
          <p:cNvPr id="687" name="Google Shape;687;p119"/>
          <p:cNvCxnSpPr/>
          <p:nvPr/>
        </p:nvCxnSpPr>
        <p:spPr>
          <a:xfrm rot="10800000">
            <a:off x="9198925"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88" name="Google Shape;688;p119"/>
          <p:cNvCxnSpPr/>
          <p:nvPr/>
        </p:nvCxnSpPr>
        <p:spPr>
          <a:xfrm rot="10800000">
            <a:off x="-774518"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89" name="Google Shape;689;p119"/>
          <p:cNvCxnSpPr/>
          <p:nvPr/>
        </p:nvCxnSpPr>
        <p:spPr>
          <a:xfrm rot="10800000">
            <a:off x="9198925" y="1187100"/>
            <a:ext cx="709500" cy="0"/>
          </a:xfrm>
          <a:prstGeom prst="straightConnector1">
            <a:avLst/>
          </a:prstGeom>
          <a:noFill/>
          <a:ln cap="flat" cmpd="sng" w="17850">
            <a:solidFill>
              <a:srgbClr val="6D9EEB"/>
            </a:solidFill>
            <a:prstDash val="dot"/>
            <a:round/>
            <a:headEnd len="sm" w="sm" type="none"/>
            <a:tailEnd len="sm" w="sm" type="none"/>
          </a:ln>
        </p:spPr>
      </p:cxnSp>
      <p:cxnSp>
        <p:nvCxnSpPr>
          <p:cNvPr id="690" name="Google Shape;690;p119"/>
          <p:cNvCxnSpPr/>
          <p:nvPr/>
        </p:nvCxnSpPr>
        <p:spPr>
          <a:xfrm rot="10800000">
            <a:off x="-774533" y="1187100"/>
            <a:ext cx="709500" cy="0"/>
          </a:xfrm>
          <a:prstGeom prst="straightConnector1">
            <a:avLst/>
          </a:prstGeom>
          <a:noFill/>
          <a:ln cap="flat" cmpd="sng" w="17850">
            <a:solidFill>
              <a:srgbClr val="6D9EEB"/>
            </a:solidFill>
            <a:prstDash val="dot"/>
            <a:round/>
            <a:headEnd len="sm" w="sm" type="none"/>
            <a:tailEnd len="sm" w="sm" type="none"/>
          </a:ln>
        </p:spPr>
      </p:cxnSp>
      <p:sp>
        <p:nvSpPr>
          <p:cNvPr id="691" name="Google Shape;691;p119"/>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Support</a:t>
            </a:r>
            <a:endParaRPr b="0" i="0" sz="2800" u="none" cap="none" strike="noStrike">
              <a:solidFill>
                <a:srgbClr val="000000"/>
              </a:solidFill>
              <a:latin typeface="Arial"/>
              <a:ea typeface="Arial"/>
              <a:cs typeface="Arial"/>
              <a:sym typeface="Arial"/>
            </a:endParaRPr>
          </a:p>
        </p:txBody>
      </p:sp>
      <p:sp>
        <p:nvSpPr>
          <p:cNvPr id="692" name="Google Shape;692;p119"/>
          <p:cNvSpPr/>
          <p:nvPr/>
        </p:nvSpPr>
        <p:spPr>
          <a:xfrm>
            <a:off x="508248" y="155674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Teachers</a:t>
            </a:r>
            <a:endParaRPr b="0" i="0" sz="1200" u="none" cap="none" strike="noStrike">
              <a:solidFill>
                <a:srgbClr val="000000"/>
              </a:solidFill>
              <a:latin typeface="Arial"/>
              <a:ea typeface="Arial"/>
              <a:cs typeface="Arial"/>
              <a:sym typeface="Arial"/>
            </a:endParaRPr>
          </a:p>
        </p:txBody>
      </p:sp>
      <p:sp>
        <p:nvSpPr>
          <p:cNvPr id="693" name="Google Shape;693;p119"/>
          <p:cNvSpPr/>
          <p:nvPr/>
        </p:nvSpPr>
        <p:spPr>
          <a:xfrm>
            <a:off x="508248" y="1811834"/>
            <a:ext cx="1511700" cy="943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Decoded teachers deliver engaging and interactive live sessions, actively participate, answer and ask questions.</a:t>
            </a:r>
            <a:endParaRPr b="0" i="0" sz="900" u="none" cap="none" strike="noStrike">
              <a:solidFill>
                <a:srgbClr val="000000"/>
              </a:solidFill>
              <a:latin typeface="Work Sans"/>
              <a:ea typeface="Work Sans"/>
              <a:cs typeface="Work Sans"/>
              <a:sym typeface="Work Sans"/>
            </a:endParaRPr>
          </a:p>
        </p:txBody>
      </p:sp>
      <p:sp>
        <p:nvSpPr>
          <p:cNvPr id="694" name="Google Shape;694;p119"/>
          <p:cNvSpPr/>
          <p:nvPr/>
        </p:nvSpPr>
        <p:spPr>
          <a:xfrm>
            <a:off x="2196852" y="155674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Peers</a:t>
            </a:r>
            <a:endParaRPr b="0" i="0" sz="1200" u="none" cap="none" strike="noStrike">
              <a:solidFill>
                <a:srgbClr val="000000"/>
              </a:solidFill>
              <a:latin typeface="Arial"/>
              <a:ea typeface="Arial"/>
              <a:cs typeface="Arial"/>
              <a:sym typeface="Arial"/>
            </a:endParaRPr>
          </a:p>
        </p:txBody>
      </p:sp>
      <p:sp>
        <p:nvSpPr>
          <p:cNvPr id="695" name="Google Shape;695;p119"/>
          <p:cNvSpPr/>
          <p:nvPr/>
        </p:nvSpPr>
        <p:spPr>
          <a:xfrm>
            <a:off x="2196859" y="1811826"/>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Opportunities to learn from and collaborate with peers through live group discussions and collaborative projects.</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96" name="Google Shape;696;p119"/>
          <p:cNvSpPr/>
          <p:nvPr/>
        </p:nvSpPr>
        <p:spPr>
          <a:xfrm>
            <a:off x="3885531" y="1556750"/>
            <a:ext cx="1603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Teams</a:t>
            </a:r>
            <a:endParaRPr b="0" i="0" sz="1200" u="none" cap="none" strike="noStrike">
              <a:solidFill>
                <a:srgbClr val="000000"/>
              </a:solidFill>
              <a:latin typeface="Arial"/>
              <a:ea typeface="Arial"/>
              <a:cs typeface="Arial"/>
              <a:sym typeface="Arial"/>
            </a:endParaRPr>
          </a:p>
        </p:txBody>
      </p:sp>
      <p:sp>
        <p:nvSpPr>
          <p:cNvPr id="697" name="Google Shape;697;p119"/>
          <p:cNvSpPr/>
          <p:nvPr/>
        </p:nvSpPr>
        <p:spPr>
          <a:xfrm>
            <a:off x="3885531" y="1811826"/>
            <a:ext cx="1511700" cy="10356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Resources are available on </a:t>
            </a:r>
            <a:r>
              <a:rPr b="0" i="0" lang="en-GB" sz="900" u="none" cap="none" strike="noStrike">
                <a:solidFill>
                  <a:srgbClr val="000000"/>
                </a:solidFill>
                <a:latin typeface="Work Sans"/>
                <a:ea typeface="Work Sans"/>
                <a:cs typeface="Work Sans"/>
                <a:sym typeface="Work Sans"/>
              </a:rPr>
              <a:t>Teams alongside chat functionality to discuss share knowledge, insights, and challenges with peers.</a:t>
            </a:r>
            <a:endParaRPr b="0" i="0" sz="900" u="none" cap="none" strike="noStrike">
              <a:solidFill>
                <a:srgbClr val="000000"/>
              </a:solidFill>
              <a:latin typeface="Work Sans"/>
              <a:ea typeface="Work Sans"/>
              <a:cs typeface="Work Sans"/>
              <a:sym typeface="Work Sans"/>
            </a:endParaRPr>
          </a:p>
        </p:txBody>
      </p:sp>
      <p:sp>
        <p:nvSpPr>
          <p:cNvPr id="698" name="Google Shape;698;p119"/>
          <p:cNvSpPr/>
          <p:nvPr/>
        </p:nvSpPr>
        <p:spPr>
          <a:xfrm>
            <a:off x="508250" y="3522688"/>
            <a:ext cx="16887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Technology Team</a:t>
            </a:r>
            <a:endParaRPr b="0" i="0" sz="1200" u="none" cap="none" strike="noStrike">
              <a:solidFill>
                <a:srgbClr val="000000"/>
              </a:solidFill>
              <a:latin typeface="Arial"/>
              <a:ea typeface="Arial"/>
              <a:cs typeface="Arial"/>
              <a:sym typeface="Arial"/>
            </a:endParaRPr>
          </a:p>
        </p:txBody>
      </p:sp>
      <p:sp>
        <p:nvSpPr>
          <p:cNvPr id="699" name="Google Shape;699;p119"/>
          <p:cNvSpPr/>
          <p:nvPr/>
        </p:nvSpPr>
        <p:spPr>
          <a:xfrm>
            <a:off x="508250" y="3777783"/>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Decoded’s technology team is available to provide troubleshooting and technical support if and when you need it.</a:t>
            </a:r>
            <a:endParaRPr b="0" i="0" sz="900" u="none" cap="none" strike="noStrike">
              <a:solidFill>
                <a:srgbClr val="000000"/>
              </a:solidFill>
              <a:latin typeface="Work Sans"/>
              <a:ea typeface="Work Sans"/>
              <a:cs typeface="Work Sans"/>
              <a:sym typeface="Work Sans"/>
            </a:endParaRPr>
          </a:p>
        </p:txBody>
      </p:sp>
      <p:sp>
        <p:nvSpPr>
          <p:cNvPr id="700" name="Google Shape;700;p119"/>
          <p:cNvSpPr/>
          <p:nvPr/>
        </p:nvSpPr>
        <p:spPr>
          <a:xfrm>
            <a:off x="2196859" y="3760838"/>
            <a:ext cx="1511700" cy="1540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Be transparent and actively seek support from your line manager and organisation to balance your responsibilities.</a:t>
            </a:r>
            <a:endParaRPr b="0" i="0" sz="900" u="none" cap="none" strike="noStrike">
              <a:solidFill>
                <a:srgbClr val="000000"/>
              </a:solidFill>
              <a:latin typeface="Arial"/>
              <a:ea typeface="Arial"/>
              <a:cs typeface="Arial"/>
              <a:sym typeface="Arial"/>
            </a:endParaRPr>
          </a:p>
        </p:txBody>
      </p:sp>
      <p:sp>
        <p:nvSpPr>
          <p:cNvPr id="701" name="Google Shape;701;p119"/>
          <p:cNvSpPr/>
          <p:nvPr/>
        </p:nvSpPr>
        <p:spPr>
          <a:xfrm>
            <a:off x="3885530" y="350575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Networking</a:t>
            </a:r>
            <a:endParaRPr b="0" i="0" sz="1200" u="none" cap="none" strike="noStrike">
              <a:solidFill>
                <a:schemeClr val="dk1"/>
              </a:solidFill>
              <a:latin typeface="Arial"/>
              <a:ea typeface="Arial"/>
              <a:cs typeface="Arial"/>
              <a:sym typeface="Arial"/>
            </a:endParaRPr>
          </a:p>
        </p:txBody>
      </p:sp>
      <p:sp>
        <p:nvSpPr>
          <p:cNvPr id="702" name="Google Shape;702;p119"/>
          <p:cNvSpPr/>
          <p:nvPr/>
        </p:nvSpPr>
        <p:spPr>
          <a:xfrm>
            <a:off x="3885531" y="3760841"/>
            <a:ext cx="1511700" cy="11121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chemeClr val="dk1"/>
              </a:buClr>
              <a:buSzPts val="900"/>
              <a:buFont typeface="Work Sans"/>
              <a:buNone/>
            </a:pPr>
            <a:r>
              <a:rPr b="0" i="0" lang="en-GB" sz="900" u="none" cap="none" strike="noStrike">
                <a:solidFill>
                  <a:schemeClr val="dk1"/>
                </a:solidFill>
                <a:latin typeface="Work Sans"/>
                <a:ea typeface="Work Sans"/>
                <a:cs typeface="Work Sans"/>
                <a:sym typeface="Work Sans"/>
              </a:rPr>
              <a:t>Connect with peers, industry professionals, and mentors who can enhance your learning and long-term career growth.</a:t>
            </a:r>
            <a:endParaRPr b="0" i="0" sz="900" u="none" cap="none" strike="noStrike">
              <a:solidFill>
                <a:schemeClr val="dk1"/>
              </a:solidFill>
              <a:latin typeface="Arial"/>
              <a:ea typeface="Arial"/>
              <a:cs typeface="Arial"/>
              <a:sym typeface="Arial"/>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pic>
        <p:nvPicPr>
          <p:cNvPr descr="preencoded.png" id="703" name="Google Shape;703;p119"/>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pic>
        <p:nvPicPr>
          <p:cNvPr descr="preencoded.png" id="704" name="Google Shape;704;p119"/>
          <p:cNvPicPr preferRelativeResize="0"/>
          <p:nvPr/>
        </p:nvPicPr>
        <p:blipFill rotWithShape="1">
          <a:blip r:embed="rId4">
            <a:alphaModFix/>
          </a:blip>
          <a:srcRect b="0" l="0" r="0" t="0"/>
          <a:stretch/>
        </p:blipFill>
        <p:spPr>
          <a:xfrm>
            <a:off x="3885529" y="1191014"/>
            <a:ext cx="294978" cy="294978"/>
          </a:xfrm>
          <a:prstGeom prst="rect">
            <a:avLst/>
          </a:prstGeom>
          <a:noFill/>
          <a:ln>
            <a:noFill/>
          </a:ln>
        </p:spPr>
      </p:pic>
      <p:pic>
        <p:nvPicPr>
          <p:cNvPr id="705" name="Google Shape;705;p119"/>
          <p:cNvPicPr preferRelativeResize="0"/>
          <p:nvPr/>
        </p:nvPicPr>
        <p:blipFill rotWithShape="1">
          <a:blip r:embed="rId5">
            <a:alphaModFix/>
          </a:blip>
          <a:srcRect b="0" l="0" r="0" t="0"/>
          <a:stretch/>
        </p:blipFill>
        <p:spPr>
          <a:xfrm>
            <a:off x="496125" y="3119258"/>
            <a:ext cx="294969" cy="294969"/>
          </a:xfrm>
          <a:prstGeom prst="rect">
            <a:avLst/>
          </a:prstGeom>
          <a:noFill/>
          <a:ln>
            <a:noFill/>
          </a:ln>
        </p:spPr>
      </p:pic>
      <p:pic>
        <p:nvPicPr>
          <p:cNvPr id="706" name="Google Shape;706;p119"/>
          <p:cNvPicPr preferRelativeResize="0"/>
          <p:nvPr/>
        </p:nvPicPr>
        <p:blipFill rotWithShape="1">
          <a:blip r:embed="rId6">
            <a:alphaModFix/>
          </a:blip>
          <a:srcRect b="0" l="0" r="0" t="0"/>
          <a:stretch/>
        </p:blipFill>
        <p:spPr>
          <a:xfrm>
            <a:off x="2196859" y="1225906"/>
            <a:ext cx="330843" cy="330843"/>
          </a:xfrm>
          <a:prstGeom prst="rect">
            <a:avLst/>
          </a:prstGeom>
          <a:noFill/>
          <a:ln>
            <a:noFill/>
          </a:ln>
        </p:spPr>
      </p:pic>
      <p:pic>
        <p:nvPicPr>
          <p:cNvPr id="707" name="Google Shape;707;p119"/>
          <p:cNvPicPr preferRelativeResize="0"/>
          <p:nvPr/>
        </p:nvPicPr>
        <p:blipFill rotWithShape="1">
          <a:blip r:embed="rId7">
            <a:alphaModFix/>
          </a:blip>
          <a:srcRect b="0" l="0" r="0" t="0"/>
          <a:stretch/>
        </p:blipFill>
        <p:spPr>
          <a:xfrm>
            <a:off x="2236211" y="3162094"/>
            <a:ext cx="252141" cy="252141"/>
          </a:xfrm>
          <a:prstGeom prst="rect">
            <a:avLst/>
          </a:prstGeom>
          <a:noFill/>
          <a:ln>
            <a:noFill/>
          </a:ln>
        </p:spPr>
      </p:pic>
      <p:pic>
        <p:nvPicPr>
          <p:cNvPr id="708" name="Google Shape;708;p119"/>
          <p:cNvPicPr preferRelativeResize="0"/>
          <p:nvPr/>
        </p:nvPicPr>
        <p:blipFill rotWithShape="1">
          <a:blip r:embed="rId8">
            <a:alphaModFix/>
          </a:blip>
          <a:srcRect b="0" l="0" r="0" t="0"/>
          <a:stretch/>
        </p:blipFill>
        <p:spPr>
          <a:xfrm>
            <a:off x="3885531" y="3140038"/>
            <a:ext cx="294969" cy="294969"/>
          </a:xfrm>
          <a:prstGeom prst="rect">
            <a:avLst/>
          </a:prstGeom>
          <a:noFill/>
          <a:ln>
            <a:noFill/>
          </a:ln>
        </p:spPr>
      </p:pic>
      <p:pic>
        <p:nvPicPr>
          <p:cNvPr id="709" name="Google Shape;709;p119"/>
          <p:cNvPicPr preferRelativeResize="0"/>
          <p:nvPr/>
        </p:nvPicPr>
        <p:blipFill rotWithShape="1">
          <a:blip r:embed="rId9">
            <a:alphaModFix/>
          </a:blip>
          <a:srcRect b="0" l="0" r="0" t="0"/>
          <a:stretch/>
        </p:blipFill>
        <p:spPr>
          <a:xfrm>
            <a:off x="508250" y="1225906"/>
            <a:ext cx="330843" cy="330843"/>
          </a:xfrm>
          <a:prstGeom prst="rect">
            <a:avLst/>
          </a:prstGeom>
          <a:noFill/>
          <a:ln>
            <a:noFill/>
          </a:ln>
        </p:spPr>
      </p:pic>
      <p:sp>
        <p:nvSpPr>
          <p:cNvPr id="710" name="Google Shape;710;p119"/>
          <p:cNvSpPr/>
          <p:nvPr/>
        </p:nvSpPr>
        <p:spPr>
          <a:xfrm>
            <a:off x="5715000" y="0"/>
            <a:ext cx="3429000" cy="5143500"/>
          </a:xfrm>
          <a:prstGeom prst="rect">
            <a:avLst/>
          </a:prstGeom>
          <a:solidFill>
            <a:srgbClr val="010101">
              <a:alpha val="15686"/>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pic>
        <p:nvPicPr>
          <p:cNvPr descr="preencoded.png" id="716" name="Google Shape;716;p120"/>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717" name="Google Shape;717;p120"/>
          <p:cNvSpPr/>
          <p:nvPr/>
        </p:nvSpPr>
        <p:spPr>
          <a:xfrm>
            <a:off x="3925119" y="389855"/>
            <a:ext cx="4722900" cy="13290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Reasonable adjustments</a:t>
            </a:r>
            <a:endParaRPr b="0" i="0" sz="2800" u="none" cap="none" strike="noStrike">
              <a:solidFill>
                <a:srgbClr val="000000"/>
              </a:solidFill>
              <a:latin typeface="Arial"/>
              <a:ea typeface="Arial"/>
              <a:cs typeface="Arial"/>
              <a:sym typeface="Arial"/>
            </a:endParaRPr>
          </a:p>
        </p:txBody>
      </p:sp>
      <p:sp>
        <p:nvSpPr>
          <p:cNvPr id="718" name="Google Shape;718;p120"/>
          <p:cNvSpPr/>
          <p:nvPr/>
        </p:nvSpPr>
        <p:spPr>
          <a:xfrm>
            <a:off x="3925119" y="1709886"/>
            <a:ext cx="318900" cy="3189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19" name="Google Shape;719;p120"/>
          <p:cNvSpPr/>
          <p:nvPr/>
        </p:nvSpPr>
        <p:spPr>
          <a:xfrm>
            <a:off x="4040311" y="1763018"/>
            <a:ext cx="885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1</a:t>
            </a:r>
            <a:endParaRPr b="0" i="0" sz="1700" u="none" cap="none" strike="noStrike">
              <a:solidFill>
                <a:srgbClr val="000000"/>
              </a:solidFill>
              <a:latin typeface="Arial"/>
              <a:ea typeface="Arial"/>
              <a:cs typeface="Arial"/>
              <a:sym typeface="Arial"/>
            </a:endParaRPr>
          </a:p>
        </p:txBody>
      </p:sp>
      <p:sp>
        <p:nvSpPr>
          <p:cNvPr id="720" name="Google Shape;720;p120"/>
          <p:cNvSpPr/>
          <p:nvPr/>
        </p:nvSpPr>
        <p:spPr>
          <a:xfrm>
            <a:off x="4385816" y="170988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Recordings</a:t>
            </a:r>
            <a:endParaRPr b="1" i="0" sz="1400" u="none" cap="none" strike="noStrike">
              <a:solidFill>
                <a:srgbClr val="000000"/>
              </a:solidFill>
              <a:latin typeface="Work Sans SemiBold"/>
              <a:ea typeface="Work Sans SemiBold"/>
              <a:cs typeface="Work Sans SemiBold"/>
              <a:sym typeface="Work Sans SemiBold"/>
            </a:endParaRPr>
          </a:p>
        </p:txBody>
      </p:sp>
      <p:sp>
        <p:nvSpPr>
          <p:cNvPr id="721" name="Google Shape;721;p120"/>
          <p:cNvSpPr/>
          <p:nvPr/>
        </p:nvSpPr>
        <p:spPr>
          <a:xfrm>
            <a:off x="4385816" y="2016398"/>
            <a:ext cx="1829700" cy="1134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Recordings with immediate release on teams. </a:t>
            </a:r>
            <a:endParaRPr b="0" i="0" sz="1100" u="none" cap="none" strike="noStrike">
              <a:solidFill>
                <a:srgbClr val="000000"/>
              </a:solidFill>
              <a:latin typeface="Work Sans"/>
              <a:ea typeface="Work Sans"/>
              <a:cs typeface="Work Sans"/>
              <a:sym typeface="Work Sans"/>
            </a:endParaRPr>
          </a:p>
        </p:txBody>
      </p:sp>
      <p:sp>
        <p:nvSpPr>
          <p:cNvPr id="722" name="Google Shape;722;p120"/>
          <p:cNvSpPr/>
          <p:nvPr/>
        </p:nvSpPr>
        <p:spPr>
          <a:xfrm>
            <a:off x="6357417" y="1709886"/>
            <a:ext cx="318900" cy="3189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3" name="Google Shape;723;p120"/>
          <p:cNvSpPr/>
          <p:nvPr/>
        </p:nvSpPr>
        <p:spPr>
          <a:xfrm>
            <a:off x="6454006" y="1763018"/>
            <a:ext cx="1257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2</a:t>
            </a:r>
            <a:endParaRPr b="0" i="0" sz="1700" u="none" cap="none" strike="noStrike">
              <a:solidFill>
                <a:srgbClr val="000000"/>
              </a:solidFill>
              <a:latin typeface="Arial"/>
              <a:ea typeface="Arial"/>
              <a:cs typeface="Arial"/>
              <a:sym typeface="Arial"/>
            </a:endParaRPr>
          </a:p>
        </p:txBody>
      </p:sp>
      <p:sp>
        <p:nvSpPr>
          <p:cNvPr id="724" name="Google Shape;724;p120"/>
          <p:cNvSpPr/>
          <p:nvPr/>
        </p:nvSpPr>
        <p:spPr>
          <a:xfrm>
            <a:off x="6818114" y="170988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Pre-release of materials</a:t>
            </a:r>
            <a:endParaRPr b="1" i="0" sz="1400" u="none" cap="none" strike="noStrike">
              <a:solidFill>
                <a:srgbClr val="000000"/>
              </a:solidFill>
              <a:latin typeface="Work Sans SemiBold"/>
              <a:ea typeface="Work Sans SemiBold"/>
              <a:cs typeface="Work Sans SemiBold"/>
              <a:sym typeface="Work Sans SemiBold"/>
            </a:endParaRPr>
          </a:p>
        </p:txBody>
      </p:sp>
      <p:sp>
        <p:nvSpPr>
          <p:cNvPr id="725" name="Google Shape;725;p120"/>
          <p:cNvSpPr/>
          <p:nvPr/>
        </p:nvSpPr>
        <p:spPr>
          <a:xfrm>
            <a:off x="6818114" y="2254523"/>
            <a:ext cx="1829700" cy="907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Assets will be available via the labs.</a:t>
            </a:r>
            <a:endParaRPr b="0" i="0" sz="1100" u="none" cap="none" strike="noStrike">
              <a:solidFill>
                <a:srgbClr val="000000"/>
              </a:solidFill>
              <a:latin typeface="Arial"/>
              <a:ea typeface="Arial"/>
              <a:cs typeface="Arial"/>
              <a:sym typeface="Arial"/>
            </a:endParaRPr>
          </a:p>
        </p:txBody>
      </p:sp>
      <p:sp>
        <p:nvSpPr>
          <p:cNvPr id="726" name="Google Shape;726;p120"/>
          <p:cNvSpPr/>
          <p:nvPr/>
        </p:nvSpPr>
        <p:spPr>
          <a:xfrm>
            <a:off x="3925119" y="3329136"/>
            <a:ext cx="318900" cy="3189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7" name="Google Shape;727;p120"/>
          <p:cNvSpPr/>
          <p:nvPr/>
        </p:nvSpPr>
        <p:spPr>
          <a:xfrm>
            <a:off x="4040311" y="3382268"/>
            <a:ext cx="885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3</a:t>
            </a:r>
            <a:endParaRPr b="0" i="0" sz="1700" u="none" cap="none" strike="noStrike">
              <a:solidFill>
                <a:srgbClr val="000000"/>
              </a:solidFill>
              <a:latin typeface="Arial"/>
              <a:ea typeface="Arial"/>
              <a:cs typeface="Arial"/>
              <a:sym typeface="Arial"/>
            </a:endParaRPr>
          </a:p>
        </p:txBody>
      </p:sp>
      <p:sp>
        <p:nvSpPr>
          <p:cNvPr id="728" name="Google Shape;728;p120"/>
          <p:cNvSpPr/>
          <p:nvPr/>
        </p:nvSpPr>
        <p:spPr>
          <a:xfrm>
            <a:off x="4385816" y="332913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Regular breaks</a:t>
            </a:r>
            <a:endParaRPr b="1" i="0" sz="1400" u="none" cap="none" strike="noStrike">
              <a:solidFill>
                <a:srgbClr val="000000"/>
              </a:solidFill>
              <a:latin typeface="Work Sans SemiBold"/>
              <a:ea typeface="Work Sans SemiBold"/>
              <a:cs typeface="Work Sans SemiBold"/>
              <a:sym typeface="Work Sans SemiBold"/>
            </a:endParaRPr>
          </a:p>
        </p:txBody>
      </p:sp>
      <p:sp>
        <p:nvSpPr>
          <p:cNvPr id="729" name="Google Shape;729;p120"/>
          <p:cNvSpPr/>
          <p:nvPr/>
        </p:nvSpPr>
        <p:spPr>
          <a:xfrm>
            <a:off x="4385816" y="3635648"/>
            <a:ext cx="1829700" cy="1134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Ask for breaks, and we will aim to schedule one every hour. </a:t>
            </a:r>
            <a:endParaRPr b="0" i="0" sz="1100" u="none" cap="none" strike="noStrike">
              <a:solidFill>
                <a:srgbClr val="000000"/>
              </a:solidFill>
              <a:latin typeface="Arial"/>
              <a:ea typeface="Arial"/>
              <a:cs typeface="Arial"/>
              <a:sym typeface="Arial"/>
            </a:endParaRPr>
          </a:p>
        </p:txBody>
      </p:sp>
      <p:sp>
        <p:nvSpPr>
          <p:cNvPr id="730" name="Google Shape;730;p120"/>
          <p:cNvSpPr/>
          <p:nvPr/>
        </p:nvSpPr>
        <p:spPr>
          <a:xfrm>
            <a:off x="6357417" y="3329136"/>
            <a:ext cx="318900" cy="318900"/>
          </a:xfrm>
          <a:prstGeom prst="roundRect">
            <a:avLst>
              <a:gd fmla="val 6667" name="adj"/>
            </a:avLst>
          </a:prstGeom>
          <a:solidFill>
            <a:srgbClr val="7FC3E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31" name="Google Shape;731;p120"/>
          <p:cNvSpPr/>
          <p:nvPr/>
        </p:nvSpPr>
        <p:spPr>
          <a:xfrm>
            <a:off x="6454006" y="3382268"/>
            <a:ext cx="1257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4</a:t>
            </a:r>
            <a:endParaRPr b="0" i="0" sz="1700" u="none" cap="none" strike="noStrike">
              <a:solidFill>
                <a:srgbClr val="000000"/>
              </a:solidFill>
              <a:latin typeface="Arial"/>
              <a:ea typeface="Arial"/>
              <a:cs typeface="Arial"/>
              <a:sym typeface="Arial"/>
            </a:endParaRPr>
          </a:p>
        </p:txBody>
      </p:sp>
      <p:sp>
        <p:nvSpPr>
          <p:cNvPr id="732" name="Google Shape;732;p120"/>
          <p:cNvSpPr/>
          <p:nvPr/>
        </p:nvSpPr>
        <p:spPr>
          <a:xfrm>
            <a:off x="6818114" y="332913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Post-release of materials</a:t>
            </a:r>
            <a:endParaRPr b="1" i="0" sz="1400" u="none" cap="none" strike="noStrike">
              <a:solidFill>
                <a:srgbClr val="000000"/>
              </a:solidFill>
              <a:latin typeface="Work Sans SemiBold"/>
              <a:ea typeface="Work Sans SemiBold"/>
              <a:cs typeface="Work Sans SemiBold"/>
              <a:sym typeface="Work Sans SemiBold"/>
            </a:endParaRPr>
          </a:p>
        </p:txBody>
      </p:sp>
      <p:sp>
        <p:nvSpPr>
          <p:cNvPr id="733" name="Google Shape;733;p120"/>
          <p:cNvSpPr/>
          <p:nvPr/>
        </p:nvSpPr>
        <p:spPr>
          <a:xfrm>
            <a:off x="6818109" y="3873766"/>
            <a:ext cx="1921200" cy="907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Live assets created during delivery will be released afterwards.</a:t>
            </a:r>
            <a:endParaRPr b="0" i="0" sz="1100" u="none" cap="none" strike="noStrike">
              <a:solidFill>
                <a:srgbClr val="000000"/>
              </a:solidFill>
              <a:latin typeface="Arial"/>
              <a:ea typeface="Arial"/>
              <a:cs typeface="Arial"/>
              <a:sym typeface="Arial"/>
            </a:endParaRPr>
          </a:p>
        </p:txBody>
      </p:sp>
      <p:sp>
        <p:nvSpPr>
          <p:cNvPr id="734" name="Google Shape;734;p120"/>
          <p:cNvSpPr/>
          <p:nvPr/>
        </p:nvSpPr>
        <p:spPr>
          <a:xfrm>
            <a:off x="0" y="0"/>
            <a:ext cx="3429000" cy="5143500"/>
          </a:xfrm>
          <a:prstGeom prst="rect">
            <a:avLst/>
          </a:prstGeom>
          <a:solidFill>
            <a:srgbClr val="010101">
              <a:alpha val="15686"/>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EA8E"/>
        </a:solidFill>
      </p:bgPr>
    </p:bg>
    <p:spTree>
      <p:nvGrpSpPr>
        <p:cNvPr id="738" name="Shape 738"/>
        <p:cNvGrpSpPr/>
        <p:nvPr/>
      </p:nvGrpSpPr>
      <p:grpSpPr>
        <a:xfrm>
          <a:off x="0" y="0"/>
          <a:ext cx="0" cy="0"/>
          <a:chOff x="0" y="0"/>
          <a:chExt cx="0" cy="0"/>
        </a:xfrm>
      </p:grpSpPr>
      <p:sp>
        <p:nvSpPr>
          <p:cNvPr id="739" name="Google Shape;739;p121"/>
          <p:cNvSpPr txBox="1"/>
          <p:nvPr/>
        </p:nvSpPr>
        <p:spPr>
          <a:xfrm>
            <a:off x="311700" y="1620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2"/>
                </a:solidFill>
                <a:latin typeface="Barlow Condensed SemiBold"/>
                <a:ea typeface="Barlow Condensed SemiBold"/>
                <a:cs typeface="Barlow Condensed SemiBold"/>
                <a:sym typeface="Barlow Condensed SemiBold"/>
              </a:rPr>
              <a:t>Q U I Z</a:t>
            </a:r>
            <a:endParaRPr sz="2300">
              <a:solidFill>
                <a:schemeClr val="dk2"/>
              </a:solidFill>
              <a:latin typeface="Barlow Condensed SemiBold"/>
              <a:ea typeface="Barlow Condensed SemiBold"/>
              <a:cs typeface="Barlow Condensed SemiBold"/>
              <a:sym typeface="Barlow Condensed SemiBold"/>
            </a:endParaRPr>
          </a:p>
        </p:txBody>
      </p:sp>
      <p:sp>
        <p:nvSpPr>
          <p:cNvPr id="740" name="Google Shape;740;p121"/>
          <p:cNvSpPr txBox="1"/>
          <p:nvPr/>
        </p:nvSpPr>
        <p:spPr>
          <a:xfrm>
            <a:off x="311700" y="2253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3400">
                <a:solidFill>
                  <a:schemeClr val="dk1"/>
                </a:solidFill>
                <a:latin typeface="Work Sans SemiBold"/>
                <a:ea typeface="Work Sans SemiBold"/>
                <a:cs typeface="Work Sans SemiBold"/>
                <a:sym typeface="Work Sans SemiBold"/>
              </a:rPr>
              <a:t>menti.com</a:t>
            </a:r>
            <a:endParaRPr sz="3400">
              <a:solidFill>
                <a:schemeClr val="dk1"/>
              </a:solidFill>
              <a:latin typeface="Work Sans SemiBold"/>
              <a:ea typeface="Work Sans SemiBold"/>
              <a:cs typeface="Work Sans SemiBold"/>
              <a:sym typeface="Work Sans SemiBold"/>
            </a:endParaRPr>
          </a:p>
        </p:txBody>
      </p:sp>
      <p:sp>
        <p:nvSpPr>
          <p:cNvPr id="741" name="Google Shape;741;p121"/>
          <p:cNvSpPr txBox="1"/>
          <p:nvPr/>
        </p:nvSpPr>
        <p:spPr>
          <a:xfrm>
            <a:off x="260850" y="3123125"/>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1"/>
                </a:solidFill>
                <a:latin typeface="Work Sans SemiBold"/>
                <a:ea typeface="Work Sans SemiBold"/>
                <a:cs typeface="Work Sans SemiBold"/>
                <a:sym typeface="Work Sans SemiBold"/>
              </a:rPr>
              <a:t>ID: 4543 1576</a:t>
            </a:r>
            <a:endParaRPr sz="2300">
              <a:solidFill>
                <a:schemeClr val="dk1"/>
              </a:solidFill>
              <a:latin typeface="Work Sans SemiBold"/>
              <a:ea typeface="Work Sans SemiBold"/>
              <a:cs typeface="Work Sans SemiBold"/>
              <a:sym typeface="Work Sans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2"/>
          <p:cNvSpPr txBox="1"/>
          <p:nvPr>
            <p:ph type="ctrTitle"/>
          </p:nvPr>
        </p:nvSpPr>
        <p:spPr>
          <a:xfrm>
            <a:off x="576000" y="576000"/>
            <a:ext cx="10955400" cy="32841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6200"/>
              <a:buNone/>
            </a:pPr>
            <a:r>
              <a:rPr b="0" lang="en-GB" sz="6200">
                <a:latin typeface="Work Sans SemiBold"/>
                <a:ea typeface="Work Sans SemiBold"/>
                <a:cs typeface="Work Sans SemiBold"/>
                <a:sym typeface="Work Sans SemiBold"/>
              </a:rPr>
              <a:t>Key</a:t>
            </a:r>
            <a:br>
              <a:rPr b="0" lang="en-GB" sz="6200">
                <a:latin typeface="Work Sans SemiBold"/>
                <a:ea typeface="Work Sans SemiBold"/>
                <a:cs typeface="Work Sans SemiBold"/>
                <a:sym typeface="Work Sans SemiBold"/>
              </a:rPr>
            </a:br>
            <a:r>
              <a:rPr b="0" lang="en-GB" sz="6200">
                <a:latin typeface="Work Sans SemiBold"/>
                <a:ea typeface="Work Sans SemiBold"/>
                <a:cs typeface="Work Sans SemiBold"/>
                <a:sym typeface="Work Sans SemiBold"/>
              </a:rPr>
              <a:t>takeaways.</a:t>
            </a:r>
            <a:endParaRPr b="0" sz="6200">
              <a:latin typeface="Work Sans SemiBold"/>
              <a:ea typeface="Work Sans SemiBold"/>
              <a:cs typeface="Work Sans SemiBold"/>
              <a:sym typeface="Work Sans SemiBold"/>
            </a:endParaRPr>
          </a:p>
        </p:txBody>
      </p:sp>
      <p:grpSp>
        <p:nvGrpSpPr>
          <p:cNvPr id="747" name="Google Shape;747;p122"/>
          <p:cNvGrpSpPr/>
          <p:nvPr/>
        </p:nvGrpSpPr>
        <p:grpSpPr>
          <a:xfrm>
            <a:off x="3131375" y="2581801"/>
            <a:ext cx="2423175" cy="2278203"/>
            <a:chOff x="3359975" y="2581809"/>
            <a:chExt cx="2423175" cy="1844400"/>
          </a:xfrm>
        </p:grpSpPr>
        <p:cxnSp>
          <p:nvCxnSpPr>
            <p:cNvPr id="748" name="Google Shape;748;p122"/>
            <p:cNvCxnSpPr/>
            <p:nvPr/>
          </p:nvCxnSpPr>
          <p:spPr>
            <a:xfrm>
              <a:off x="3359975" y="2581809"/>
              <a:ext cx="0" cy="1844400"/>
            </a:xfrm>
            <a:prstGeom prst="straightConnector1">
              <a:avLst/>
            </a:prstGeom>
            <a:noFill/>
            <a:ln cap="flat" cmpd="sng" w="9525">
              <a:solidFill>
                <a:srgbClr val="595959"/>
              </a:solidFill>
              <a:prstDash val="dot"/>
              <a:round/>
              <a:headEnd len="sm" w="sm" type="none"/>
              <a:tailEnd len="sm" w="sm" type="none"/>
            </a:ln>
          </p:spPr>
        </p:cxnSp>
        <p:sp>
          <p:nvSpPr>
            <p:cNvPr id="749" name="Google Shape;749;p122"/>
            <p:cNvSpPr txBox="1"/>
            <p:nvPr/>
          </p:nvSpPr>
          <p:spPr>
            <a:xfrm>
              <a:off x="3623150" y="2581809"/>
              <a:ext cx="2160000" cy="144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700"/>
                <a:buFont typeface="Arial"/>
                <a:buNone/>
              </a:pPr>
              <a:r>
                <a:rPr b="0" i="0" lang="en-GB" sz="1300" u="none" cap="none" strike="noStrike">
                  <a:solidFill>
                    <a:srgbClr val="1D1C1D"/>
                  </a:solidFill>
                  <a:latin typeface="Work Sans Medium"/>
                  <a:ea typeface="Work Sans Medium"/>
                  <a:cs typeface="Work Sans Medium"/>
                  <a:sym typeface="Work Sans Medium"/>
                </a:rPr>
                <a:t>The programme equips learners with Data Science skills to move beyond reporting and analysis, and begin predicting outcomes and informing decisions with data.</a:t>
              </a:r>
              <a:endParaRPr b="0" i="0" sz="2800" u="none" cap="none" strike="noStrike">
                <a:solidFill>
                  <a:schemeClr val="dk1"/>
                </a:solidFill>
                <a:latin typeface="Work Sans Medium"/>
                <a:ea typeface="Work Sans Medium"/>
                <a:cs typeface="Work Sans Medium"/>
                <a:sym typeface="Work Sans Medium"/>
              </a:endParaRPr>
            </a:p>
          </p:txBody>
        </p:sp>
      </p:grpSp>
      <p:grpSp>
        <p:nvGrpSpPr>
          <p:cNvPr id="750" name="Google Shape;750;p122"/>
          <p:cNvGrpSpPr/>
          <p:nvPr/>
        </p:nvGrpSpPr>
        <p:grpSpPr>
          <a:xfrm>
            <a:off x="5661514" y="2581782"/>
            <a:ext cx="2259823" cy="2317866"/>
            <a:chOff x="6067450" y="2581802"/>
            <a:chExt cx="2082594" cy="1844407"/>
          </a:xfrm>
        </p:grpSpPr>
        <p:cxnSp>
          <p:nvCxnSpPr>
            <p:cNvPr id="751" name="Google Shape;751;p122"/>
            <p:cNvCxnSpPr/>
            <p:nvPr/>
          </p:nvCxnSpPr>
          <p:spPr>
            <a:xfrm>
              <a:off x="6067450" y="2581809"/>
              <a:ext cx="0" cy="1844400"/>
            </a:xfrm>
            <a:prstGeom prst="straightConnector1">
              <a:avLst/>
            </a:prstGeom>
            <a:noFill/>
            <a:ln cap="flat" cmpd="sng" w="9525">
              <a:solidFill>
                <a:srgbClr val="595959"/>
              </a:solidFill>
              <a:prstDash val="dot"/>
              <a:round/>
              <a:headEnd len="sm" w="sm" type="none"/>
              <a:tailEnd len="sm" w="sm" type="none"/>
            </a:ln>
          </p:spPr>
        </p:cxnSp>
        <p:sp>
          <p:nvSpPr>
            <p:cNvPr id="752" name="Google Shape;752;p122"/>
            <p:cNvSpPr txBox="1"/>
            <p:nvPr/>
          </p:nvSpPr>
          <p:spPr>
            <a:xfrm>
              <a:off x="6287044" y="2581802"/>
              <a:ext cx="1863000" cy="142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700"/>
                <a:buFont typeface="Arial"/>
                <a:buNone/>
              </a:pPr>
              <a:r>
                <a:rPr b="0" i="0" lang="en-GB" sz="1300" u="none" cap="none" strike="noStrike">
                  <a:solidFill>
                    <a:srgbClr val="1D1C1D"/>
                  </a:solidFill>
                  <a:latin typeface="Work Sans Medium"/>
                  <a:ea typeface="Work Sans Medium"/>
                  <a:cs typeface="Work Sans Medium"/>
                  <a:sym typeface="Work Sans Medium"/>
                </a:rPr>
                <a:t>Successful learning and career growth stem from proactive planning, seeking support when needed, and building meaningful connections.</a:t>
              </a:r>
              <a:endParaRPr b="0" i="0" sz="1300" u="none" cap="none" strike="noStrike">
                <a:solidFill>
                  <a:srgbClr val="1D1C1D"/>
                </a:solidFill>
                <a:latin typeface="Work Sans Medium"/>
                <a:ea typeface="Work Sans Medium"/>
                <a:cs typeface="Work Sans Medium"/>
                <a:sym typeface="Work Sans Medium"/>
              </a:endParaRPr>
            </a:p>
          </p:txBody>
        </p:sp>
      </p:grpSp>
      <p:grpSp>
        <p:nvGrpSpPr>
          <p:cNvPr id="753" name="Google Shape;753;p122"/>
          <p:cNvGrpSpPr/>
          <p:nvPr/>
        </p:nvGrpSpPr>
        <p:grpSpPr>
          <a:xfrm>
            <a:off x="501675" y="2581766"/>
            <a:ext cx="2479444" cy="2278203"/>
            <a:chOff x="730275" y="2581809"/>
            <a:chExt cx="2479444" cy="1844400"/>
          </a:xfrm>
        </p:grpSpPr>
        <p:sp>
          <p:nvSpPr>
            <p:cNvPr id="754" name="Google Shape;754;p122"/>
            <p:cNvSpPr txBox="1"/>
            <p:nvPr/>
          </p:nvSpPr>
          <p:spPr>
            <a:xfrm>
              <a:off x="949819" y="2581809"/>
              <a:ext cx="2259900" cy="17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1D1C1D"/>
                  </a:solidFill>
                  <a:latin typeface="Work Sans Medium"/>
                  <a:ea typeface="Work Sans Medium"/>
                  <a:cs typeface="Work Sans Medium"/>
                  <a:sym typeface="Work Sans Medium"/>
                </a:rPr>
                <a:t>A 10-week immersive programme featuring live sessions one full day a week with self-paced and collaborative projects. Success comes from active participation, consistent engagement, and applying your skills through practice.</a:t>
              </a:r>
              <a:endParaRPr b="0" i="0" sz="1300" u="none" cap="none" strike="noStrike">
                <a:solidFill>
                  <a:srgbClr val="000000"/>
                </a:solidFill>
                <a:latin typeface="Work Sans Medium"/>
                <a:ea typeface="Work Sans Medium"/>
                <a:cs typeface="Work Sans Medium"/>
                <a:sym typeface="Work Sans Medium"/>
              </a:endParaRPr>
            </a:p>
          </p:txBody>
        </p:sp>
        <p:cxnSp>
          <p:nvCxnSpPr>
            <p:cNvPr id="755" name="Google Shape;755;p122"/>
            <p:cNvCxnSpPr/>
            <p:nvPr/>
          </p:nvCxnSpPr>
          <p:spPr>
            <a:xfrm>
              <a:off x="730275" y="2581809"/>
              <a:ext cx="0" cy="1844400"/>
            </a:xfrm>
            <a:prstGeom prst="straightConnector1">
              <a:avLst/>
            </a:prstGeom>
            <a:noFill/>
            <a:ln cap="flat" cmpd="sng" w="9525">
              <a:solidFill>
                <a:srgbClr val="595959"/>
              </a:solidFill>
              <a:prstDash val="dot"/>
              <a:round/>
              <a:headEnd len="sm" w="sm" type="none"/>
              <a:tailEnd len="sm" w="sm" type="none"/>
            </a:ln>
          </p:spPr>
        </p:cxn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23"/>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6200"/>
              <a:buNone/>
            </a:pPr>
            <a:r>
              <a:rPr b="0" lang="en-GB" sz="5000">
                <a:latin typeface="Work Sans SemiBold"/>
                <a:ea typeface="Work Sans SemiBold"/>
                <a:cs typeface="Work Sans SemiBold"/>
                <a:sym typeface="Work Sans SemiBold"/>
              </a:rPr>
              <a:t>Questions?</a:t>
            </a:r>
            <a:endParaRPr b="0" sz="5000">
              <a:latin typeface="Work Sans SemiBold"/>
              <a:ea typeface="Work Sans SemiBold"/>
              <a:cs typeface="Work Sans SemiBold"/>
              <a:sym typeface="Work Sans SemiBold"/>
            </a:endParaRPr>
          </a:p>
        </p:txBody>
      </p:sp>
      <p:pic>
        <p:nvPicPr>
          <p:cNvPr id="761" name="Google Shape;761;p123"/>
          <p:cNvPicPr preferRelativeResize="0"/>
          <p:nvPr/>
        </p:nvPicPr>
        <p:blipFill rotWithShape="1">
          <a:blip r:embed="rId3">
            <a:alphaModFix/>
          </a:blip>
          <a:srcRect b="0" l="0" r="0" t="0"/>
          <a:stretch/>
        </p:blipFill>
        <p:spPr>
          <a:xfrm>
            <a:off x="7382600" y="3458625"/>
            <a:ext cx="1401400" cy="1401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24"/>
          <p:cNvSpPr txBox="1"/>
          <p:nvPr>
            <p:ph type="ctrTitle"/>
          </p:nvPr>
        </p:nvSpPr>
        <p:spPr>
          <a:xfrm>
            <a:off x="299924" y="3985388"/>
            <a:ext cx="8732100" cy="4155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SzPts val="3000"/>
              <a:buNone/>
            </a:pPr>
            <a:r>
              <a:t/>
            </a:r>
            <a:endParaRPr b="0" sz="800">
              <a:solidFill>
                <a:schemeClr val="dk1"/>
              </a:solidFill>
              <a:latin typeface="Roboto"/>
              <a:ea typeface="Roboto"/>
              <a:cs typeface="Roboto"/>
              <a:sym typeface="Roboto"/>
            </a:endParaRPr>
          </a:p>
          <a:p>
            <a:pPr indent="0" lvl="0" marL="0" rtl="0" algn="l">
              <a:lnSpc>
                <a:spcPct val="100000"/>
              </a:lnSpc>
              <a:spcBef>
                <a:spcPts val="500"/>
              </a:spcBef>
              <a:spcAft>
                <a:spcPts val="0"/>
              </a:spcAft>
              <a:buSzPts val="3000"/>
              <a:buNone/>
            </a:pP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r>
              <a:rPr b="0" lang="en-GB" sz="1600">
                <a:solidFill>
                  <a:schemeClr val="dk1"/>
                </a:solidFill>
              </a:rPr>
              <a:t>please contact the team directly at the email addresses below:</a:t>
            </a:r>
            <a:endParaRPr sz="2800"/>
          </a:p>
        </p:txBody>
      </p:sp>
      <p:sp>
        <p:nvSpPr>
          <p:cNvPr id="768" name="Google Shape;768;p124"/>
          <p:cNvSpPr txBox="1"/>
          <p:nvPr>
            <p:ph idx="1" type="subTitle"/>
          </p:nvPr>
        </p:nvSpPr>
        <p:spPr>
          <a:xfrm>
            <a:off x="321581" y="4524446"/>
            <a:ext cx="6810900" cy="52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800"/>
              <a:buFont typeface="Arial"/>
              <a:buNone/>
            </a:pPr>
            <a:r>
              <a:rPr b="1" lang="en-GB" sz="1500">
                <a:solidFill>
                  <a:srgbClr val="4A86E8"/>
                </a:solidFill>
                <a:latin typeface="Helvetica Neue"/>
                <a:ea typeface="Helvetica Neue"/>
                <a:cs typeface="Helvetica Neue"/>
                <a:sym typeface="Helvetica Neue"/>
              </a:rPr>
              <a:t>ai-accelerator@dsit.gov.uk</a:t>
            </a:r>
            <a:endParaRPr sz="1500">
              <a:solidFill>
                <a:srgbClr val="4A86E8"/>
              </a:solidFill>
            </a:endParaRPr>
          </a:p>
          <a:p>
            <a:pPr indent="0" lvl="0" marL="0" rtl="0" algn="l">
              <a:lnSpc>
                <a:spcPct val="115000"/>
              </a:lnSpc>
              <a:spcBef>
                <a:spcPts val="0"/>
              </a:spcBef>
              <a:spcAft>
                <a:spcPts val="0"/>
              </a:spcAft>
              <a:buClr>
                <a:schemeClr val="dk1"/>
              </a:buClr>
              <a:buSzPts val="2300"/>
              <a:buFont typeface="Arial"/>
              <a:buNone/>
            </a:pPr>
            <a:r>
              <a:t/>
            </a:r>
            <a:endParaRPr b="1" sz="1200">
              <a:solidFill>
                <a:schemeClr val="dk1"/>
              </a:solidFill>
              <a:latin typeface="Helvetica Neue"/>
              <a:ea typeface="Helvetica Neue"/>
              <a:cs typeface="Helvetica Neue"/>
              <a:sym typeface="Helvetica Neue"/>
            </a:endParaRPr>
          </a:p>
        </p:txBody>
      </p:sp>
      <p:sp>
        <p:nvSpPr>
          <p:cNvPr id="769" name="Google Shape;769;p124"/>
          <p:cNvSpPr txBox="1"/>
          <p:nvPr>
            <p:ph idx="2" type="body"/>
          </p:nvPr>
        </p:nvSpPr>
        <p:spPr>
          <a:xfrm>
            <a:off x="712069" y="1955977"/>
            <a:ext cx="6029700" cy="956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500"/>
              </a:spcBef>
              <a:spcAft>
                <a:spcPts val="0"/>
              </a:spcAft>
              <a:buSzPts val="7200"/>
              <a:buNone/>
            </a:pPr>
            <a:r>
              <a:rPr lang="en-GB"/>
              <a:t>Thank you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74" name="Shape 774"/>
        <p:cNvGrpSpPr/>
        <p:nvPr/>
      </p:nvGrpSpPr>
      <p:grpSpPr>
        <a:xfrm>
          <a:off x="0" y="0"/>
          <a:ext cx="0" cy="0"/>
          <a:chOff x="0" y="0"/>
          <a:chExt cx="0" cy="0"/>
        </a:xfrm>
      </p:grpSpPr>
      <p:sp>
        <p:nvSpPr>
          <p:cNvPr id="775" name="Google Shape;775;p125"/>
          <p:cNvSpPr/>
          <p:nvPr/>
        </p:nvSpPr>
        <p:spPr>
          <a:xfrm>
            <a:off x="0" y="0"/>
            <a:ext cx="9141900" cy="5142300"/>
          </a:xfrm>
          <a:prstGeom prst="rect">
            <a:avLst/>
          </a:prstGeom>
          <a:solidFill>
            <a:srgbClr val="F5F5F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9l_326FISzk" id="776" name="Google Shape;776;p125"/>
          <p:cNvPicPr preferRelativeResize="0"/>
          <p:nvPr/>
        </p:nvPicPr>
        <p:blipFill rotWithShape="1">
          <a:blip r:embed="rId3">
            <a:alphaModFix/>
          </a:blip>
          <a:srcRect b="11029" l="0" r="0" t="4590"/>
          <a:stretch/>
        </p:blipFill>
        <p:spPr>
          <a:xfrm>
            <a:off x="0" y="0"/>
            <a:ext cx="9141713" cy="5142215"/>
          </a:xfrm>
          <a:prstGeom prst="rect">
            <a:avLst/>
          </a:prstGeom>
          <a:noFill/>
          <a:ln>
            <a:noFill/>
          </a:ln>
        </p:spPr>
      </p:pic>
      <p:sp>
        <p:nvSpPr>
          <p:cNvPr id="777" name="Google Shape;777;p125"/>
          <p:cNvSpPr/>
          <p:nvPr/>
        </p:nvSpPr>
        <p:spPr>
          <a:xfrm>
            <a:off x="2462625" y="3128081"/>
            <a:ext cx="6281400" cy="1672500"/>
          </a:xfrm>
          <a:prstGeom prst="rect">
            <a:avLst/>
          </a:prstGeom>
          <a:noFill/>
          <a:ln>
            <a:noFill/>
          </a:ln>
        </p:spPr>
        <p:txBody>
          <a:bodyPr anchorCtr="0" anchor="ctr" bIns="0" lIns="0" spcFirstLastPara="1" rIns="0" wrap="square" tIns="0">
            <a:noAutofit/>
          </a:bodyPr>
          <a:lstStyle/>
          <a:p>
            <a:pPr indent="0" lvl="0" marL="0" marR="0" rtl="0" algn="r">
              <a:lnSpc>
                <a:spcPct val="99004"/>
              </a:lnSpc>
              <a:spcBef>
                <a:spcPts val="0"/>
              </a:spcBef>
              <a:spcAft>
                <a:spcPts val="0"/>
              </a:spcAft>
              <a:buClr>
                <a:srgbClr val="FFFFFF"/>
              </a:buClr>
              <a:buSzPts val="6300"/>
              <a:buFont typeface="Work Sans"/>
              <a:buNone/>
            </a:pPr>
            <a:r>
              <a:rPr b="0" i="0" lang="en-GB" sz="5400" u="none" cap="none" strike="noStrike">
                <a:solidFill>
                  <a:srgbClr val="FFFFFF"/>
                </a:solidFill>
                <a:latin typeface="Work Sans SemiBold"/>
                <a:ea typeface="Work Sans SemiBold"/>
                <a:cs typeface="Work Sans SemiBold"/>
                <a:sym typeface="Work Sans SemiBold"/>
              </a:rPr>
              <a:t>Take</a:t>
            </a:r>
            <a:br>
              <a:rPr b="0" i="0" lang="en-GB" sz="5400" u="none" cap="none" strike="noStrike">
                <a:solidFill>
                  <a:srgbClr val="FFFFFF"/>
                </a:solidFill>
                <a:latin typeface="Work Sans SemiBold"/>
                <a:ea typeface="Work Sans SemiBold"/>
                <a:cs typeface="Work Sans SemiBold"/>
                <a:sym typeface="Work Sans SemiBold"/>
              </a:rPr>
            </a:br>
            <a:r>
              <a:rPr b="0" i="0" lang="en-GB" sz="5400" u="none" cap="none" strike="noStrike">
                <a:solidFill>
                  <a:srgbClr val="FFFFFF"/>
                </a:solidFill>
                <a:latin typeface="Work Sans SemiBold"/>
                <a:ea typeface="Work Sans SemiBold"/>
                <a:cs typeface="Work Sans SemiBold"/>
                <a:sym typeface="Work Sans SemiBold"/>
              </a:rPr>
              <a:t>a break.</a:t>
            </a:r>
            <a:endParaRPr b="0" i="0" sz="54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26"/>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4200"/>
              <a:buNone/>
            </a:pPr>
            <a:r>
              <a:rPr lang="en-GB" sz="4400">
                <a:solidFill>
                  <a:schemeClr val="lt1"/>
                </a:solidFill>
              </a:rPr>
              <a:t>Teams Demo</a:t>
            </a:r>
            <a:endParaRPr sz="4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27"/>
          <p:cNvSpPr txBox="1"/>
          <p:nvPr>
            <p:ph type="ctrTitle"/>
          </p:nvPr>
        </p:nvSpPr>
        <p:spPr>
          <a:xfrm>
            <a:off x="360000" y="360000"/>
            <a:ext cx="6839400" cy="450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Canvas Demo</a:t>
            </a:r>
            <a:endParaRPr>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28"/>
          <p:cNvSpPr txBox="1"/>
          <p:nvPr>
            <p:ph type="ctrTitle"/>
          </p:nvPr>
        </p:nvSpPr>
        <p:spPr>
          <a:xfrm>
            <a:off x="225000" y="225000"/>
            <a:ext cx="4274700" cy="28128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4200"/>
              <a:buNone/>
            </a:pPr>
            <a:r>
              <a:rPr lang="en-GB" sz="4400">
                <a:solidFill>
                  <a:schemeClr val="lt1"/>
                </a:solidFill>
              </a:rPr>
              <a:t>Labs Demo</a:t>
            </a:r>
            <a:endParaRPr sz="4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s">
  <a:themeElements>
    <a:clrScheme name="CO-DDaT">
      <a:dk1>
        <a:srgbClr val="000000"/>
      </a:dk1>
      <a:lt1>
        <a:srgbClr val="FFFFFF"/>
      </a:lt1>
      <a:dk2>
        <a:srgbClr val="000000"/>
      </a:dk2>
      <a:lt2>
        <a:srgbClr val="FFFFFF"/>
      </a:lt2>
      <a:accent1>
        <a:srgbClr val="FF8FCF"/>
      </a:accent1>
      <a:accent2>
        <a:srgbClr val="807DDE"/>
      </a:accent2>
      <a:accent3>
        <a:srgbClr val="12BDB8"/>
      </a:accent3>
      <a:accent4>
        <a:srgbClr val="B5CC17"/>
      </a:accent4>
      <a:accent5>
        <a:srgbClr val="FFE000"/>
      </a:accent5>
      <a:accent6>
        <a:srgbClr val="F57D1C"/>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