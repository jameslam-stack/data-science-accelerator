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43" r:id="rId5"/>
    <p:sldMasterId id="2147483744" r:id="rId6"/>
    <p:sldMasterId id="2147483745"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Lst>
  <p:sldSz cy="5143500" cx="9144000"/>
  <p:notesSz cx="6858000" cy="9144000"/>
  <p:embeddedFontLst>
    <p:embeddedFont>
      <p:font typeface="Roboto"/>
      <p:regular r:id="rId39"/>
      <p:bold r:id="rId40"/>
      <p:italic r:id="rId41"/>
      <p:boldItalic r:id="rId42"/>
    </p:embeddedFont>
    <p:embeddedFont>
      <p:font typeface="Cabin"/>
      <p:regular r:id="rId43"/>
      <p:bold r:id="rId44"/>
      <p:italic r:id="rId45"/>
      <p:boldItalic r:id="rId46"/>
    </p:embeddedFont>
    <p:embeddedFont>
      <p:font typeface="Barlow Condensed SemiBold"/>
      <p:regular r:id="rId47"/>
      <p:bold r:id="rId48"/>
      <p:italic r:id="rId49"/>
      <p:boldItalic r:id="rId50"/>
    </p:embeddedFont>
    <p:embeddedFont>
      <p:font typeface="Work Sans Medium"/>
      <p:regular r:id="rId51"/>
      <p:bold r:id="rId52"/>
      <p:italic r:id="rId53"/>
      <p:boldItalic r:id="rId54"/>
    </p:embeddedFont>
    <p:embeddedFont>
      <p:font typeface="Work Sans"/>
      <p:regular r:id="rId55"/>
      <p:bold r:id="rId56"/>
      <p:italic r:id="rId57"/>
      <p:boldItalic r:id="rId58"/>
    </p:embeddedFont>
    <p:embeddedFont>
      <p:font typeface="Work Sans SemiBold"/>
      <p:regular r:id="rId59"/>
      <p:bold r:id="rId60"/>
      <p:italic r:id="rId61"/>
      <p:boldItalic r:id="rId62"/>
    </p:embeddedFont>
    <p:embeddedFont>
      <p:font typeface="Helvetica Neue"/>
      <p:regular r:id="rId63"/>
      <p:bold r:id="rId64"/>
      <p:italic r:id="rId65"/>
      <p:boldItalic r:id="rId6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FCCF64A-9BE4-41DC-9F09-FDA3FE012C09}">
  <a:tblStyle styleId="{5FCCF64A-9BE4-41DC-9F09-FDA3FE012C09}" styleName="Table_0">
    <a:wholeTbl>
      <a:tcTxStyle b="off" i="off">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A12A435F-576F-4542-A739-2A7F8274AF16}"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bold.fntdata"/><Relationship Id="rId42" Type="http://schemas.openxmlformats.org/officeDocument/2006/relationships/font" Target="fonts/Roboto-boldItalic.fntdata"/><Relationship Id="rId41" Type="http://schemas.openxmlformats.org/officeDocument/2006/relationships/font" Target="fonts/Roboto-italic.fntdata"/><Relationship Id="rId44" Type="http://schemas.openxmlformats.org/officeDocument/2006/relationships/font" Target="fonts/Cabin-bold.fntdata"/><Relationship Id="rId43" Type="http://schemas.openxmlformats.org/officeDocument/2006/relationships/font" Target="fonts/Cabin-regular.fntdata"/><Relationship Id="rId46" Type="http://schemas.openxmlformats.org/officeDocument/2006/relationships/font" Target="fonts/Cabin-boldItalic.fntdata"/><Relationship Id="rId45" Type="http://schemas.openxmlformats.org/officeDocument/2006/relationships/font" Target="fonts/Cabin-italic.fntdata"/><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font" Target="fonts/BarlowCondensedSemiBold-bold.fntdata"/><Relationship Id="rId47" Type="http://schemas.openxmlformats.org/officeDocument/2006/relationships/font" Target="fonts/BarlowCondensedSemiBold-regular.fntdata"/><Relationship Id="rId49" Type="http://schemas.openxmlformats.org/officeDocument/2006/relationships/font" Target="fonts/BarlowCondensedSemi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font" Target="fonts/Roboto-regular.fntdata"/><Relationship Id="rId38" Type="http://schemas.openxmlformats.org/officeDocument/2006/relationships/slide" Target="slides/slide30.xml"/><Relationship Id="rId62" Type="http://schemas.openxmlformats.org/officeDocument/2006/relationships/font" Target="fonts/WorkSansSemiBold-boldItalic.fntdata"/><Relationship Id="rId61" Type="http://schemas.openxmlformats.org/officeDocument/2006/relationships/font" Target="fonts/WorkSansSemiBold-italic.fntdata"/><Relationship Id="rId20" Type="http://schemas.openxmlformats.org/officeDocument/2006/relationships/slide" Target="slides/slide12.xml"/><Relationship Id="rId64" Type="http://schemas.openxmlformats.org/officeDocument/2006/relationships/font" Target="fonts/HelveticaNeue-bold.fntdata"/><Relationship Id="rId63" Type="http://schemas.openxmlformats.org/officeDocument/2006/relationships/font" Target="fonts/HelveticaNeue-regular.fntdata"/><Relationship Id="rId22" Type="http://schemas.openxmlformats.org/officeDocument/2006/relationships/slide" Target="slides/slide14.xml"/><Relationship Id="rId66" Type="http://schemas.openxmlformats.org/officeDocument/2006/relationships/font" Target="fonts/HelveticaNeue-boldItalic.fntdata"/><Relationship Id="rId21" Type="http://schemas.openxmlformats.org/officeDocument/2006/relationships/slide" Target="slides/slide13.xml"/><Relationship Id="rId65" Type="http://schemas.openxmlformats.org/officeDocument/2006/relationships/font" Target="fonts/HelveticaNeue-italic.fntdata"/><Relationship Id="rId24" Type="http://schemas.openxmlformats.org/officeDocument/2006/relationships/slide" Target="slides/slide16.xml"/><Relationship Id="rId23" Type="http://schemas.openxmlformats.org/officeDocument/2006/relationships/slide" Target="slides/slide15.xml"/><Relationship Id="rId60" Type="http://schemas.openxmlformats.org/officeDocument/2006/relationships/font" Target="fonts/WorkSansSemiBold-bold.fntdata"/><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WorkSansMedium-regular.fntdata"/><Relationship Id="rId50" Type="http://schemas.openxmlformats.org/officeDocument/2006/relationships/font" Target="fonts/BarlowCondensedSemiBold-boldItalic.fntdata"/><Relationship Id="rId53" Type="http://schemas.openxmlformats.org/officeDocument/2006/relationships/font" Target="fonts/WorkSansMedium-italic.fntdata"/><Relationship Id="rId52" Type="http://schemas.openxmlformats.org/officeDocument/2006/relationships/font" Target="fonts/WorkSansMedium-bold.fntdata"/><Relationship Id="rId11" Type="http://schemas.openxmlformats.org/officeDocument/2006/relationships/slide" Target="slides/slide3.xml"/><Relationship Id="rId55" Type="http://schemas.openxmlformats.org/officeDocument/2006/relationships/font" Target="fonts/WorkSans-regular.fntdata"/><Relationship Id="rId10" Type="http://schemas.openxmlformats.org/officeDocument/2006/relationships/slide" Target="slides/slide2.xml"/><Relationship Id="rId54" Type="http://schemas.openxmlformats.org/officeDocument/2006/relationships/font" Target="fonts/WorkSansMedium-boldItalic.fntdata"/><Relationship Id="rId13" Type="http://schemas.openxmlformats.org/officeDocument/2006/relationships/slide" Target="slides/slide5.xml"/><Relationship Id="rId57" Type="http://schemas.openxmlformats.org/officeDocument/2006/relationships/font" Target="fonts/WorkSans-italic.fntdata"/><Relationship Id="rId12" Type="http://schemas.openxmlformats.org/officeDocument/2006/relationships/slide" Target="slides/slide4.xml"/><Relationship Id="rId56" Type="http://schemas.openxmlformats.org/officeDocument/2006/relationships/font" Target="fonts/WorkSans-bold.fntdata"/><Relationship Id="rId15" Type="http://schemas.openxmlformats.org/officeDocument/2006/relationships/slide" Target="slides/slide7.xml"/><Relationship Id="rId59" Type="http://schemas.openxmlformats.org/officeDocument/2006/relationships/font" Target="fonts/WorkSansSemiBold-regular.fntdata"/><Relationship Id="rId14" Type="http://schemas.openxmlformats.org/officeDocument/2006/relationships/slide" Target="slides/slide6.xml"/><Relationship Id="rId58" Type="http://schemas.openxmlformats.org/officeDocument/2006/relationships/font" Target="fonts/WorkSans-boldItalic.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mentimeter.com/app/presentation/604bf11694972fc6461d55ac82d636fd/80bebf76bfb0/edi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mentimeter.com/app/presentation/604bf11694972fc6461d55ac82d636fd/80bebf76bfb0/edit"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GB"/>
              <a:t>Introduce the team </a:t>
            </a:r>
            <a:endParaRPr/>
          </a:p>
          <a:p>
            <a:pPr indent="0" lvl="0" marL="0" rtl="0" algn="l">
              <a:lnSpc>
                <a:spcPct val="100000"/>
              </a:lnSpc>
              <a:spcBef>
                <a:spcPts val="0"/>
              </a:spcBef>
              <a:spcAft>
                <a:spcPts val="0"/>
              </a:spcAft>
              <a:buSzPts val="1100"/>
              <a:buNone/>
            </a:pPr>
            <a:r>
              <a:t/>
            </a:r>
            <a:endParaRPr/>
          </a:p>
        </p:txBody>
      </p:sp>
      <p:sp>
        <p:nvSpPr>
          <p:cNvPr id="377" name="Google Shape;377;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2" name="Google Shape;382;p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2 mins - Provide a high level overview of what to expect from the programme. Decoded will go into the lower level detail and timetable.</a:t>
            </a:r>
            <a:endParaRPr/>
          </a:p>
        </p:txBody>
      </p:sp>
      <p:sp>
        <p:nvSpPr>
          <p:cNvPr id="383" name="Google Shape;383;p2: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3:notes"/>
          <p:cNvSpPr/>
          <p:nvPr>
            <p:ph idx="2" type="sldImg"/>
          </p:nvPr>
        </p:nvSpPr>
        <p:spPr>
          <a:xfrm>
            <a:off x="587375" y="303213"/>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p3:notes"/>
          <p:cNvSpPr txBox="1"/>
          <p:nvPr>
            <p:ph idx="1" type="body"/>
          </p:nvPr>
        </p:nvSpPr>
        <p:spPr>
          <a:xfrm>
            <a:off x="587375" y="3510864"/>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GB"/>
              <a:t>Time: 2 mins</a:t>
            </a:r>
            <a:endParaRPr b="1"/>
          </a:p>
          <a:p>
            <a:pPr indent="0" lvl="0" marL="0" rtl="0" algn="l">
              <a:lnSpc>
                <a:spcPct val="100000"/>
              </a:lnSpc>
              <a:spcBef>
                <a:spcPts val="0"/>
              </a:spcBef>
              <a:spcAft>
                <a:spcPts val="0"/>
              </a:spcAft>
              <a:buSzPts val="1400"/>
              <a:buNone/>
            </a:pPr>
            <a:r>
              <a:rPr lang="en-GB"/>
              <a:t>Programme Overview: Provide an overview of the Key activities of the programme and start date. </a:t>
            </a:r>
            <a:endParaRPr/>
          </a:p>
        </p:txBody>
      </p:sp>
      <p:sp>
        <p:nvSpPr>
          <p:cNvPr id="390" name="Google Shape;390;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p5:notes"/>
          <p:cNvSpPr txBox="1"/>
          <p:nvPr>
            <p:ph idx="1" type="body"/>
          </p:nvPr>
        </p:nvSpPr>
        <p:spPr>
          <a:xfrm>
            <a:off x="685800" y="4343400"/>
            <a:ext cx="5486400" cy="4114800"/>
          </a:xfrm>
          <a:prstGeom prst="rect">
            <a:avLst/>
          </a:prstGeom>
          <a:noFill/>
          <a:ln>
            <a:noFill/>
          </a:ln>
        </p:spPr>
        <p:txBody>
          <a:bodyPr anchorCtr="0" anchor="t" bIns="34900" lIns="69850" spcFirstLastPara="1" rIns="69850" wrap="square" tIns="34900">
            <a:noAutofit/>
          </a:bodyPr>
          <a:lstStyle/>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Point</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The purpose of this slide is to &lt;introduce todays topic&gt;</a:t>
            </a:r>
            <a:br>
              <a:rPr lang="en-GB">
                <a:solidFill>
                  <a:schemeClr val="dk1"/>
                </a:solidFill>
              </a:rPr>
            </a:br>
            <a:br>
              <a:rPr lang="en-GB">
                <a:solidFill>
                  <a:schemeClr val="dk1"/>
                </a:solidFill>
              </a:rPr>
            </a:br>
            <a:r>
              <a:rPr b="1" lang="en-GB">
                <a:solidFill>
                  <a:schemeClr val="dk1"/>
                </a:solidFill>
              </a:rPr>
              <a:t>Narrative</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Transition</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[NS: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9" name="Google Shape;429;p6:notes"/>
          <p:cNvSpPr txBox="1"/>
          <p:nvPr>
            <p:ph idx="1" type="body"/>
          </p:nvPr>
        </p:nvSpPr>
        <p:spPr>
          <a:xfrm>
            <a:off x="685800" y="4343400"/>
            <a:ext cx="5486400" cy="4114800"/>
          </a:xfrm>
          <a:prstGeom prst="rect">
            <a:avLst/>
          </a:prstGeom>
          <a:noFill/>
          <a:ln>
            <a:noFill/>
          </a:ln>
        </p:spPr>
        <p:txBody>
          <a:bodyPr anchorCtr="0" anchor="t" bIns="93125" lIns="93125" spcFirstLastPara="1" rIns="93125" wrap="square" tIns="93125">
            <a:noAutofit/>
          </a:bodyPr>
          <a:lstStyle/>
          <a:p>
            <a:pPr indent="0" lvl="0" marL="0" rtl="0" algn="l">
              <a:lnSpc>
                <a:spcPct val="100000"/>
              </a:lnSpc>
              <a:spcBef>
                <a:spcPts val="0"/>
              </a:spcBef>
              <a:spcAft>
                <a:spcPts val="0"/>
              </a:spcAft>
              <a:buSzPts val="1100"/>
              <a:buNone/>
            </a:pPr>
            <a:r>
              <a:rPr b="1" lang="en-GB" sz="1200">
                <a:solidFill>
                  <a:schemeClr val="dk1"/>
                </a:solidFill>
                <a:latin typeface="Work Sans"/>
                <a:ea typeface="Work Sans"/>
                <a:cs typeface="Work Sans"/>
                <a:sym typeface="Work Sans"/>
              </a:rPr>
              <a:t>Timing: </a:t>
            </a:r>
            <a:r>
              <a:rPr lang="en-GB" sz="1200">
                <a:solidFill>
                  <a:schemeClr val="dk1"/>
                </a:solidFill>
                <a:latin typeface="Work Sans"/>
                <a:ea typeface="Work Sans"/>
                <a:cs typeface="Work Sans"/>
                <a:sym typeface="Work Sans"/>
              </a:rPr>
              <a:t>Slides 1-5 [16:30 - 16:40]</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SzPts val="1100"/>
              <a:buNone/>
            </a:pPr>
            <a:r>
              <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Point: </a:t>
            </a:r>
            <a:r>
              <a:rPr lang="en-GB" sz="1200">
                <a:solidFill>
                  <a:schemeClr val="dk1"/>
                </a:solidFill>
                <a:latin typeface="Work Sans"/>
                <a:ea typeface="Work Sans"/>
                <a:cs typeface="Work Sans"/>
                <a:sym typeface="Work Sans"/>
              </a:rPr>
              <a:t>Setting expectations</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t/>
            </a:r>
            <a:endParaRPr b="1"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Narrative</a:t>
            </a:r>
            <a:endParaRPr b="1"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Show &amp; Tell</a:t>
            </a:r>
            <a:r>
              <a:rPr lang="en-GB" sz="1200">
                <a:solidFill>
                  <a:schemeClr val="dk1"/>
                </a:solidFill>
                <a:latin typeface="Work Sans"/>
                <a:ea typeface="Work Sans"/>
                <a:cs typeface="Work Sans"/>
                <a:sym typeface="Work Sans"/>
              </a:rPr>
              <a:t>:</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After the launch today you will have 8 weeks of workshops</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One 3 hour workshop every thursday</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As this is a technical program, during the workshops you’ll work with variety of tools </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All the tools have been installed for you on a virtual desktop environment</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Access on workshop days, for the whole day</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Allows you time to practice before and after sessions</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Time to work on the project you will complete for the end of the program</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You’ll end the program with a graduation on Wednesday 13th November.</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It’s very important you join these sessions live and with your cameras on</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If you can’t join a session live, you should let us know as soon as you can</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Recordings will be uploaded a day or two following workshops, make sure to catch up asap</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This is important to make sure you successfully complete the program with a badge.</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To get the most out of the program it’s important that you engage with the teacher and your peers</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We encourage questions, you can interrupt us at any time, raise a hand in zoom or write a comment in the chat.</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Practice it to check it works for everyone</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Please don’t hesitate to ask for help when you need it, we are here to support you throughout the duration of your program.</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There is also a Decoded Help Centre which you can use for support which I will talk a bit more about today.</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[If Molly is present] Before I introduce the Decoded team, we have Molly from Aviva who would like to say a few words.</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Transition</a:t>
            </a:r>
            <a:r>
              <a:rPr lang="en-GB" sz="1200">
                <a:solidFill>
                  <a:schemeClr val="dk1"/>
                </a:solidFill>
                <a:latin typeface="Work Sans"/>
                <a:ea typeface="Work Sans"/>
                <a:cs typeface="Work Sans"/>
                <a:sym typeface="Work Sans"/>
              </a:rPr>
              <a:t>:</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SzPts val="1100"/>
              <a:buNone/>
            </a:pPr>
            <a:r>
              <a:rPr lang="en-GB" sz="1200">
                <a:solidFill>
                  <a:schemeClr val="dk1"/>
                </a:solidFill>
                <a:latin typeface="Work Sans"/>
                <a:ea typeface="Work Sans"/>
                <a:cs typeface="Work Sans"/>
                <a:sym typeface="Work Sans"/>
              </a:rPr>
              <a:t>So who are your Decoded team…</a:t>
            </a:r>
            <a:br>
              <a:rPr lang="en-GB" sz="1200">
                <a:solidFill>
                  <a:schemeClr val="dk1"/>
                </a:solidFill>
                <a:latin typeface="Work Sans"/>
                <a:ea typeface="Work Sans"/>
                <a:cs typeface="Work Sans"/>
                <a:sym typeface="Work Sans"/>
              </a:rPr>
            </a:br>
            <a:r>
              <a:rPr lang="en-GB" sz="1200">
                <a:solidFill>
                  <a:schemeClr val="dk1"/>
                </a:solidFill>
                <a:latin typeface="Work Sans"/>
                <a:ea typeface="Work Sans"/>
                <a:cs typeface="Work Sans"/>
                <a:sym typeface="Work Sans"/>
              </a:rPr>
              <a:t>[NS: Your program team]</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d2f7acde58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d2f7acde58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Clr>
                <a:schemeClr val="dk1"/>
              </a:buClr>
              <a:buSzPts val="1100"/>
              <a:buFont typeface="Arial"/>
              <a:buNone/>
            </a:pPr>
            <a:r>
              <a:rPr lang="en-GB" sz="1700">
                <a:solidFill>
                  <a:schemeClr val="dk1"/>
                </a:solidFill>
                <a:latin typeface="Work Sans SemiBold"/>
                <a:ea typeface="Work Sans SemiBold"/>
                <a:cs typeface="Work Sans SemiBold"/>
                <a:sym typeface="Work Sans SemiBold"/>
              </a:rPr>
              <a:t>Point</a:t>
            </a:r>
            <a:endParaRPr sz="1700">
              <a:solidFill>
                <a:schemeClr val="dk1"/>
              </a:solidFill>
              <a:latin typeface="Work Sans SemiBold"/>
              <a:ea typeface="Work Sans SemiBold"/>
              <a:cs typeface="Work Sans SemiBold"/>
              <a:sym typeface="Work Sans SemiBold"/>
            </a:endParaRPr>
          </a:p>
          <a:p>
            <a:pPr indent="0" lvl="0" marL="0" rtl="0" algn="l">
              <a:spcBef>
                <a:spcPts val="1000"/>
              </a:spcBef>
              <a:spcAft>
                <a:spcPts val="0"/>
              </a:spcAft>
              <a:buClr>
                <a:schemeClr val="dk1"/>
              </a:buClr>
              <a:buSzPts val="1100"/>
              <a:buFont typeface="Arial"/>
              <a:buNone/>
            </a:pPr>
            <a:r>
              <a:rPr lang="en-GB">
                <a:solidFill>
                  <a:schemeClr val="dk1"/>
                </a:solidFill>
                <a:latin typeface="Work Sans"/>
                <a:ea typeface="Work Sans"/>
                <a:cs typeface="Work Sans"/>
                <a:sym typeface="Work Sans"/>
              </a:rPr>
              <a:t>Establish current learner comfort-level with the material</a:t>
            </a:r>
            <a:endParaRPr>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t/>
            </a:r>
            <a:endParaRPr>
              <a:solidFill>
                <a:schemeClr val="dk1"/>
              </a:solidFill>
              <a:latin typeface="Work Sans"/>
              <a:ea typeface="Work Sans"/>
              <a:cs typeface="Work Sans"/>
              <a:sym typeface="Work Sans"/>
            </a:endParaRPr>
          </a:p>
          <a:p>
            <a:pPr indent="0" lvl="0" marL="0" rtl="0" algn="l">
              <a:spcBef>
                <a:spcPts val="1000"/>
              </a:spcBef>
              <a:spcAft>
                <a:spcPts val="0"/>
              </a:spcAft>
              <a:buNone/>
            </a:pPr>
            <a:r>
              <a:rPr lang="en-GB" sz="1700">
                <a:solidFill>
                  <a:schemeClr val="dk1"/>
                </a:solidFill>
                <a:latin typeface="Work Sans SemiBold"/>
                <a:ea typeface="Work Sans SemiBold"/>
                <a:cs typeface="Work Sans SemiBold"/>
                <a:sym typeface="Work Sans SemiBold"/>
              </a:rPr>
              <a:t>Narrative</a:t>
            </a:r>
            <a:endParaRPr>
              <a:solidFill>
                <a:schemeClr val="dk1"/>
              </a:solidFill>
              <a:latin typeface="Work Sans"/>
              <a:ea typeface="Work Sans"/>
              <a:cs typeface="Work Sans"/>
              <a:sym typeface="Work Sans"/>
            </a:endParaRPr>
          </a:p>
          <a:p>
            <a:pPr indent="0" lvl="0" marL="0" rtl="0" algn="l">
              <a:spcBef>
                <a:spcPts val="1000"/>
              </a:spcBef>
              <a:spcAft>
                <a:spcPts val="0"/>
              </a:spcAft>
              <a:buNone/>
            </a:pPr>
            <a:r>
              <a:rPr lang="en-GB">
                <a:solidFill>
                  <a:schemeClr val="dk1"/>
                </a:solidFill>
                <a:latin typeface="Work Sans"/>
                <a:ea typeface="Work Sans"/>
                <a:cs typeface="Work Sans"/>
                <a:sym typeface="Work Sans"/>
              </a:rPr>
              <a:t>LOAD and present the </a:t>
            </a:r>
            <a:r>
              <a:rPr lang="en-GB" u="sng">
                <a:solidFill>
                  <a:schemeClr val="hlink"/>
                </a:solidFill>
                <a:latin typeface="Work Sans"/>
                <a:ea typeface="Work Sans"/>
                <a:cs typeface="Work Sans"/>
                <a:sym typeface="Work Sans"/>
                <a:hlinkClick r:id="rId2"/>
              </a:rPr>
              <a:t>Menti poll</a:t>
            </a:r>
            <a:r>
              <a:rPr lang="en-GB">
                <a:solidFill>
                  <a:schemeClr val="dk1"/>
                </a:solidFill>
                <a:latin typeface="Work Sans"/>
                <a:ea typeface="Work Sans"/>
                <a:cs typeface="Work Sans"/>
                <a:sym typeface="Work Sans"/>
              </a:rPr>
              <a:t>, and UPDATE this slide with the code.</a:t>
            </a:r>
            <a:endParaRPr>
              <a:solidFill>
                <a:schemeClr val="dk1"/>
              </a:solidFill>
              <a:latin typeface="Work Sans"/>
              <a:ea typeface="Work Sans"/>
              <a:cs typeface="Work Sans"/>
              <a:sym typeface="Work Sans"/>
            </a:endParaRPr>
          </a:p>
          <a:p>
            <a:pPr indent="0" lvl="0" marL="0" rtl="0" algn="l">
              <a:spcBef>
                <a:spcPts val="1000"/>
              </a:spcBef>
              <a:spcAft>
                <a:spcPts val="0"/>
              </a:spcAft>
              <a:buNone/>
            </a:pPr>
            <a:r>
              <a:rPr lang="en-GB">
                <a:solidFill>
                  <a:schemeClr val="dk1"/>
                </a:solidFill>
                <a:latin typeface="Work Sans"/>
                <a:ea typeface="Work Sans"/>
                <a:cs typeface="Work Sans"/>
                <a:sym typeface="Work Sans"/>
              </a:rPr>
              <a:t>DIRECT learners to menti.com on their phone or computer and ask them to enter the code.</a:t>
            </a:r>
            <a:endParaRPr>
              <a:solidFill>
                <a:schemeClr val="dk1"/>
              </a:solidFill>
              <a:latin typeface="Work Sans"/>
              <a:ea typeface="Work Sans"/>
              <a:cs typeface="Work Sans"/>
              <a:sym typeface="Work Sans"/>
            </a:endParaRPr>
          </a:p>
          <a:p>
            <a:pPr indent="0" lvl="0" marL="0" rtl="0" algn="l">
              <a:spcBef>
                <a:spcPts val="1000"/>
              </a:spcBef>
              <a:spcAft>
                <a:spcPts val="0"/>
              </a:spcAft>
              <a:buNone/>
            </a:pPr>
            <a:r>
              <a:rPr lang="en-GB">
                <a:solidFill>
                  <a:schemeClr val="dk1"/>
                </a:solidFill>
                <a:latin typeface="Work Sans"/>
                <a:ea typeface="Work Sans"/>
                <a:cs typeface="Work Sans"/>
                <a:sym typeface="Work Sans"/>
              </a:rPr>
              <a:t>ADAPT to the situation if Menti is blocked for the learners; ask the questions and collect in-person responses.</a:t>
            </a:r>
            <a:endParaRPr>
              <a:solidFill>
                <a:schemeClr val="dk1"/>
              </a:solidFill>
              <a:latin typeface="Work Sans"/>
              <a:ea typeface="Work Sans"/>
              <a:cs typeface="Work Sans"/>
              <a:sym typeface="Work Sans"/>
            </a:endParaRPr>
          </a:p>
          <a:p>
            <a:pPr indent="0" lvl="0" marL="0" rtl="0" algn="l">
              <a:spcBef>
                <a:spcPts val="1000"/>
              </a:spcBef>
              <a:spcAft>
                <a:spcPts val="0"/>
              </a:spcAft>
              <a:buNone/>
            </a:pPr>
            <a:r>
              <a:rPr lang="en-GB">
                <a:solidFill>
                  <a:schemeClr val="dk1"/>
                </a:solidFill>
                <a:latin typeface="Work Sans"/>
                <a:ea typeface="Work Sans"/>
                <a:cs typeface="Work Sans"/>
                <a:sym typeface="Work Sans"/>
              </a:rPr>
              <a:t>ENCOURAGE participation using the Menti poll.</a:t>
            </a:r>
            <a:endParaRPr>
              <a:solidFill>
                <a:schemeClr val="dk1"/>
              </a:solidFill>
              <a:latin typeface="Work Sans"/>
              <a:ea typeface="Work Sans"/>
              <a:cs typeface="Work Sans"/>
              <a:sym typeface="Work Sans"/>
            </a:endParaRPr>
          </a:p>
          <a:p>
            <a:pPr indent="0" lvl="0" marL="0" rtl="0" algn="l">
              <a:spcBef>
                <a:spcPts val="1000"/>
              </a:spcBef>
              <a:spcAft>
                <a:spcPts val="0"/>
              </a:spcAft>
              <a:buNone/>
            </a:pPr>
            <a:r>
              <a:rPr lang="en-GB">
                <a:solidFill>
                  <a:schemeClr val="dk1"/>
                </a:solidFill>
                <a:latin typeface="Work Sans"/>
                <a:ea typeface="Work Sans"/>
                <a:cs typeface="Work Sans"/>
                <a:sym typeface="Work Sans"/>
              </a:rPr>
              <a:t>ASSESS current learner comfort and understanding of the introductory material.</a:t>
            </a:r>
            <a:endParaRPr>
              <a:solidFill>
                <a:schemeClr val="dk1"/>
              </a:solidFill>
              <a:latin typeface="Work Sans"/>
              <a:ea typeface="Work Sans"/>
              <a:cs typeface="Work Sans"/>
              <a:sym typeface="Work Sans"/>
            </a:endParaRPr>
          </a:p>
          <a:p>
            <a:pPr indent="0" lvl="0" marL="0" rtl="0" algn="l">
              <a:spcBef>
                <a:spcPts val="1000"/>
              </a:spcBef>
              <a:spcAft>
                <a:spcPts val="0"/>
              </a:spcAft>
              <a:buNone/>
            </a:pPr>
            <a:r>
              <a:rPr lang="en-GB">
                <a:solidFill>
                  <a:schemeClr val="dk1"/>
                </a:solidFill>
                <a:latin typeface="Work Sans"/>
                <a:ea typeface="Work Sans"/>
                <a:cs typeface="Work Sans"/>
                <a:sym typeface="Work Sans"/>
              </a:rPr>
              <a:t>GATHER learner questions about the topic to answer later.</a:t>
            </a:r>
            <a:endParaRPr>
              <a:solidFill>
                <a:schemeClr val="dk1"/>
              </a:solidFill>
              <a:latin typeface="Work Sans"/>
              <a:ea typeface="Work Sans"/>
              <a:cs typeface="Work Sans"/>
              <a:sym typeface="Work Sans"/>
            </a:endParaRPr>
          </a:p>
          <a:p>
            <a:pPr indent="0" lvl="0" marL="0" rtl="0" algn="l">
              <a:spcBef>
                <a:spcPts val="1000"/>
              </a:spcBef>
              <a:spcAft>
                <a:spcPts val="0"/>
              </a:spcAft>
              <a:buClr>
                <a:schemeClr val="dk1"/>
              </a:buClr>
              <a:buSzPts val="1100"/>
              <a:buFont typeface="Arial"/>
              <a:buNone/>
            </a:pPr>
            <a:r>
              <a:rPr lang="en-GB">
                <a:solidFill>
                  <a:schemeClr val="dk1"/>
                </a:solidFill>
                <a:latin typeface="Work Sans"/>
                <a:ea typeface="Work Sans"/>
                <a:cs typeface="Work Sans"/>
                <a:sym typeface="Work Sans"/>
              </a:rPr>
              <a:t>ANSWER any current questions.</a:t>
            </a:r>
            <a:endParaRPr>
              <a:solidFill>
                <a:schemeClr val="dk1"/>
              </a:solidFill>
              <a:latin typeface="Work Sans"/>
              <a:ea typeface="Work Sans"/>
              <a:cs typeface="Work Sans"/>
              <a:sym typeface="Work Sans"/>
            </a:endParaRPr>
          </a:p>
          <a:p>
            <a:pPr indent="0" lvl="0" marL="0" rtl="0" algn="l">
              <a:spcBef>
                <a:spcPts val="10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sz="1700">
                <a:solidFill>
                  <a:schemeClr val="dk1"/>
                </a:solidFill>
                <a:latin typeface="Work Sans SemiBold"/>
                <a:ea typeface="Work Sans SemiBold"/>
                <a:cs typeface="Work Sans SemiBold"/>
                <a:sym typeface="Work Sans SemiBold"/>
              </a:rPr>
              <a:t>Transition</a:t>
            </a:r>
            <a:endParaRPr sz="1700">
              <a:solidFill>
                <a:schemeClr val="dk1"/>
              </a:solidFill>
              <a:latin typeface="Work Sans SemiBold"/>
              <a:ea typeface="Work Sans SemiBold"/>
              <a:cs typeface="Work Sans SemiBold"/>
              <a:sym typeface="Work Sans SemiBold"/>
            </a:endParaRPr>
          </a:p>
          <a:p>
            <a:pPr indent="0" lvl="0" marL="0" rtl="0" algn="l">
              <a:spcBef>
                <a:spcPts val="1000"/>
              </a:spcBef>
              <a:spcAft>
                <a:spcPts val="1000"/>
              </a:spcAft>
              <a:buNone/>
            </a:pPr>
            <a:r>
              <a:rPr lang="en-GB">
                <a:solidFill>
                  <a:schemeClr val="dk1"/>
                </a:solidFill>
                <a:latin typeface="Work Sans"/>
                <a:ea typeface="Work Sans"/>
                <a:cs typeface="Work Sans"/>
                <a:sym typeface="Work Sans"/>
              </a:rPr>
              <a:t>Let’s talk about the plan for today</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7" name="Google Shape;457;p8:notes"/>
          <p:cNvSpPr txBox="1"/>
          <p:nvPr>
            <p:ph idx="1" type="body"/>
          </p:nvPr>
        </p:nvSpPr>
        <p:spPr>
          <a:xfrm>
            <a:off x="685800" y="4343400"/>
            <a:ext cx="5486400" cy="4114800"/>
          </a:xfrm>
          <a:prstGeom prst="rect">
            <a:avLst/>
          </a:prstGeom>
          <a:noFill/>
          <a:ln>
            <a:noFill/>
          </a:ln>
        </p:spPr>
        <p:txBody>
          <a:bodyPr anchorCtr="0" anchor="t" bIns="93125" lIns="93125" spcFirstLastPara="1" rIns="93125" wrap="square" tIns="93125">
            <a:noAutofit/>
          </a:bodyPr>
          <a:lstStyle/>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Timing: </a:t>
            </a:r>
            <a:r>
              <a:rPr lang="en-GB" sz="1200">
                <a:solidFill>
                  <a:schemeClr val="dk1"/>
                </a:solidFill>
                <a:latin typeface="Work Sans"/>
                <a:ea typeface="Work Sans"/>
                <a:cs typeface="Work Sans"/>
                <a:sym typeface="Work Sans"/>
              </a:rPr>
              <a:t>Slides 1-5 [16:30 - 16:40]</a:t>
            </a:r>
            <a:endParaRPr b="1" sz="1200">
              <a:solidFill>
                <a:schemeClr val="dk1"/>
              </a:solidFill>
              <a:latin typeface="Work Sans"/>
              <a:ea typeface="Work Sans"/>
              <a:cs typeface="Work Sans"/>
              <a:sym typeface="Work Sans"/>
            </a:endParaRPr>
          </a:p>
          <a:p>
            <a:pPr indent="0" lvl="0" marL="0" rtl="0" algn="l">
              <a:lnSpc>
                <a:spcPct val="100000"/>
              </a:lnSpc>
              <a:spcBef>
                <a:spcPts val="120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Point</a:t>
            </a:r>
            <a:r>
              <a:rPr lang="en-GB" sz="1200">
                <a:solidFill>
                  <a:schemeClr val="dk1"/>
                </a:solidFill>
                <a:latin typeface="Work Sans"/>
                <a:ea typeface="Work Sans"/>
                <a:cs typeface="Work Sans"/>
                <a:sym typeface="Work Sans"/>
              </a:rPr>
              <a:t>: Introduce the expected objectives of the session.</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Transition</a:t>
            </a:r>
            <a:r>
              <a:rPr lang="en-GB" sz="1200">
                <a:solidFill>
                  <a:schemeClr val="dk1"/>
                </a:solidFill>
                <a:latin typeface="Work Sans"/>
                <a:ea typeface="Work Sans"/>
                <a:cs typeface="Work Sans"/>
                <a:sym typeface="Work Sans"/>
              </a:rPr>
              <a:t>:</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lang="en-GB" sz="1200">
                <a:solidFill>
                  <a:schemeClr val="dk1"/>
                </a:solidFill>
                <a:latin typeface="Work Sans"/>
                <a:ea typeface="Work Sans"/>
                <a:cs typeface="Work Sans"/>
                <a:sym typeface="Work Sans"/>
              </a:rPr>
              <a:t>Let’s get started!</a:t>
            </a:r>
            <a:br>
              <a:rPr lang="en-GB" sz="1200">
                <a:solidFill>
                  <a:schemeClr val="dk1"/>
                </a:solidFill>
                <a:latin typeface="Work Sans"/>
                <a:ea typeface="Work Sans"/>
                <a:cs typeface="Work Sans"/>
                <a:sym typeface="Work Sans"/>
              </a:rPr>
            </a:br>
            <a:r>
              <a:rPr lang="en-GB" sz="1200">
                <a:solidFill>
                  <a:schemeClr val="dk1"/>
                </a:solidFill>
                <a:latin typeface="Work Sans"/>
                <a:ea typeface="Work Sans"/>
                <a:cs typeface="Work Sans"/>
                <a:sym typeface="Work Sans"/>
              </a:rPr>
              <a:t>[NS: Meet &amp; greet]</a:t>
            </a:r>
            <a:endParaRPr>
              <a:solidFill>
                <a:schemeClr val="dk1"/>
              </a:solidFill>
            </a:endParaRPr>
          </a:p>
          <a:p>
            <a:pPr indent="0" lvl="0" marL="0" rtl="0" algn="l">
              <a:lnSpc>
                <a:spcPct val="100000"/>
              </a:lnSpc>
              <a:spcBef>
                <a:spcPts val="1200"/>
              </a:spcBef>
              <a:spcAft>
                <a:spcPts val="0"/>
              </a:spcAft>
              <a:buClr>
                <a:schemeClr val="dk1"/>
              </a:buClr>
              <a:buSzPts val="1100"/>
              <a:buFont typeface="Arial"/>
              <a:buNone/>
            </a:pPr>
            <a:r>
              <a:t/>
            </a:r>
            <a:endParaRPr sz="1200">
              <a:solidFill>
                <a:schemeClr val="dk1"/>
              </a:solidFill>
              <a:latin typeface="Work Sans"/>
              <a:ea typeface="Work Sans"/>
              <a:cs typeface="Work Sans"/>
              <a:sym typeface="Work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467" name="Google Shape;467;p9:notes"/>
          <p:cNvSpPr txBox="1"/>
          <p:nvPr>
            <p:ph idx="1" type="body"/>
          </p:nvPr>
        </p:nvSpPr>
        <p:spPr>
          <a:xfrm>
            <a:off x="685800" y="4343400"/>
            <a:ext cx="5486400" cy="4114800"/>
          </a:xfrm>
          <a:prstGeom prst="rect">
            <a:avLst/>
          </a:prstGeom>
          <a:noFill/>
          <a:ln>
            <a:noFill/>
          </a:ln>
        </p:spPr>
        <p:txBody>
          <a:bodyPr anchorCtr="0" anchor="t" bIns="34900" lIns="69850" spcFirstLastPara="1" rIns="69850" wrap="square" tIns="34900">
            <a:noAutofit/>
          </a:bodyPr>
          <a:lstStyle/>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Point</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t>00:30</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The purpose of this slide is to &lt;introduce the section on….&gt;</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Narrative</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Transition</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[NS: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2" name="Google Shape;472;p10:notes"/>
          <p:cNvSpPr txBox="1"/>
          <p:nvPr>
            <p:ph idx="1" type="body"/>
          </p:nvPr>
        </p:nvSpPr>
        <p:spPr>
          <a:xfrm>
            <a:off x="685800" y="4343400"/>
            <a:ext cx="5486400" cy="4114800"/>
          </a:xfrm>
          <a:prstGeom prst="rect">
            <a:avLst/>
          </a:prstGeom>
          <a:noFill/>
          <a:ln>
            <a:noFill/>
          </a:ln>
        </p:spPr>
        <p:txBody>
          <a:bodyPr anchorCtr="0" anchor="t" bIns="93125" lIns="93125" spcFirstLastPara="1" rIns="93125" wrap="square" tIns="93125">
            <a:noAutofit/>
          </a:bodyPr>
          <a:lstStyle/>
          <a:p>
            <a:pPr indent="0" lvl="0" marL="0" rtl="0" algn="l">
              <a:lnSpc>
                <a:spcPct val="100000"/>
              </a:lnSpc>
              <a:spcBef>
                <a:spcPts val="0"/>
              </a:spcBef>
              <a:spcAft>
                <a:spcPts val="0"/>
              </a:spcAft>
              <a:buSzPts val="1100"/>
              <a:buNone/>
            </a:pPr>
            <a:r>
              <a:rPr b="1" lang="en-GB" sz="1200">
                <a:solidFill>
                  <a:schemeClr val="dk1"/>
                </a:solidFill>
                <a:latin typeface="Work Sans"/>
                <a:ea typeface="Work Sans"/>
                <a:cs typeface="Work Sans"/>
                <a:sym typeface="Work Sans"/>
              </a:rPr>
              <a:t>Timing: </a:t>
            </a:r>
            <a:r>
              <a:rPr lang="en-GB" sz="1200">
                <a:solidFill>
                  <a:schemeClr val="dk1"/>
                </a:solidFill>
                <a:latin typeface="Work Sans"/>
                <a:ea typeface="Work Sans"/>
                <a:cs typeface="Work Sans"/>
                <a:sym typeface="Work Sans"/>
              </a:rPr>
              <a:t>Slides 1-5 [16:30 - 16:40]</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SzPts val="1100"/>
              <a:buNone/>
            </a:pPr>
            <a:r>
              <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Point: </a:t>
            </a:r>
            <a:r>
              <a:rPr lang="en-GB" sz="1200">
                <a:solidFill>
                  <a:schemeClr val="dk1"/>
                </a:solidFill>
                <a:latin typeface="Work Sans"/>
                <a:ea typeface="Work Sans"/>
                <a:cs typeface="Work Sans"/>
                <a:sym typeface="Work Sans"/>
              </a:rPr>
              <a:t>Setting expectations</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t/>
            </a:r>
            <a:endParaRPr b="1"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Narrative</a:t>
            </a:r>
            <a:endParaRPr b="1"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Show &amp; Tell</a:t>
            </a:r>
            <a:r>
              <a:rPr lang="en-GB" sz="1200">
                <a:solidFill>
                  <a:schemeClr val="dk1"/>
                </a:solidFill>
                <a:latin typeface="Work Sans"/>
                <a:ea typeface="Work Sans"/>
                <a:cs typeface="Work Sans"/>
                <a:sym typeface="Work Sans"/>
              </a:rPr>
              <a:t>:</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After the launch today you will have 8 weeks of workshops</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One 3 hour workshop every thursday</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As this is a technical program, during the workshops you’ll work with variety of tools </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All the tools have been installed for you on a virtual desktop environment</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Access on workshop days, for the whole day</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Allows you time to practice before and after sessions</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Time to work on the project you will complete for the end of the program</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You’ll end the program with a graduation on Wednesday 13th November.</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It’s very important you join these sessions live and with your cameras on</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If you can’t join a session live, you should let us know as soon as you can</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Recordings will be uploaded a day or two following workshops, make sure to catch up asap</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This is important to make sure you successfully complete the program with a badge.</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To get the most out of the program it’s important that you engage with the teacher and your peers</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We encourage questions, you can interrupt us at any time, raise a hand in zoom or write a comment in the chat.</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Practice it to check it works for everyone</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Please don’t hesitate to ask for help when you need it, we are here to support you throughout the duration of your program.</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There is also a Decoded Help Centre which you can use for support which I will talk a bit more about today.</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[If Molly is present] Before I introduce the Decoded team, we have Molly from Aviva who would like to say a few words.</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Transition</a:t>
            </a:r>
            <a:r>
              <a:rPr lang="en-GB" sz="1200">
                <a:solidFill>
                  <a:schemeClr val="dk1"/>
                </a:solidFill>
                <a:latin typeface="Work Sans"/>
                <a:ea typeface="Work Sans"/>
                <a:cs typeface="Work Sans"/>
                <a:sym typeface="Work Sans"/>
              </a:rPr>
              <a:t>:</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SzPts val="1100"/>
              <a:buNone/>
            </a:pPr>
            <a:r>
              <a:rPr lang="en-GB" sz="1200">
                <a:solidFill>
                  <a:schemeClr val="dk1"/>
                </a:solidFill>
                <a:latin typeface="Work Sans"/>
                <a:ea typeface="Work Sans"/>
                <a:cs typeface="Work Sans"/>
                <a:sym typeface="Work Sans"/>
              </a:rPr>
              <a:t>So who are your Decoded team…</a:t>
            </a:r>
            <a:br>
              <a:rPr lang="en-GB" sz="1200">
                <a:solidFill>
                  <a:schemeClr val="dk1"/>
                </a:solidFill>
                <a:latin typeface="Work Sans"/>
                <a:ea typeface="Work Sans"/>
                <a:cs typeface="Work Sans"/>
                <a:sym typeface="Work Sans"/>
              </a:rPr>
            </a:br>
            <a:r>
              <a:rPr lang="en-GB" sz="1200">
                <a:solidFill>
                  <a:schemeClr val="dk1"/>
                </a:solidFill>
                <a:latin typeface="Work Sans"/>
                <a:ea typeface="Work Sans"/>
                <a:cs typeface="Work Sans"/>
                <a:sym typeface="Work Sans"/>
              </a:rPr>
              <a:t>[NS: Your program team]</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SzPts val="1100"/>
              <a:buNone/>
            </a:pPr>
            <a:r>
              <a:t/>
            </a:r>
            <a:endParaRPr sz="1200">
              <a:solidFill>
                <a:schemeClr val="dk1"/>
              </a:solidFill>
              <a:latin typeface="Work Sans"/>
              <a:ea typeface="Work Sans"/>
              <a:cs typeface="Work Sans"/>
              <a:sym typeface="Work Sans"/>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latin typeface="Work Sans"/>
                <a:ea typeface="Work Sans"/>
                <a:cs typeface="Work Sans"/>
                <a:sym typeface="Work Sans"/>
              </a:rPr>
              <a:t>"Let’s take a deep dive into the first half of the curriculum. We go live on Thursday, the 29th of January. We begin with 'Data Science Foundations' and 'Python Data Processing'. We start here because Python is the industry-standard language for data science, and we need to ensure everyone is fluent in the basics before we advance.</a:t>
            </a:r>
            <a:endParaRPr sz="1200">
              <a:solidFill>
                <a:schemeClr val="dk1"/>
              </a:solidFill>
              <a:latin typeface="Work Sans"/>
              <a:ea typeface="Work Sans"/>
              <a:cs typeface="Work Sans"/>
              <a:sym typeface="Work Sans"/>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latin typeface="Work Sans"/>
                <a:ea typeface="Work Sans"/>
                <a:cs typeface="Work Sans"/>
                <a:sym typeface="Work Sans"/>
              </a:rPr>
              <a:t>Over the first five weeks, we will progress through Exploratory Data Analysis—learning how to 'interview' your data to find patterns—and an Introduction to Statistics. We wrap up this first block on the 26th of February. At this point, you will have your first project release, which is a chance to consolidate everything you have learned so far into a practical piece of work."</a:t>
            </a:r>
            <a:endParaRPr sz="1200">
              <a:solidFill>
                <a:schemeClr val="dk1"/>
              </a:solidFill>
              <a:latin typeface="Work Sans"/>
              <a:ea typeface="Work Sans"/>
              <a:cs typeface="Work Sans"/>
              <a:sym typeface="Work Sans"/>
            </a:endParaRPr>
          </a:p>
          <a:p>
            <a:pPr indent="0" lvl="0" marL="0" rtl="0" algn="l">
              <a:lnSpc>
                <a:spcPct val="100000"/>
              </a:lnSpc>
              <a:spcBef>
                <a:spcPts val="1200"/>
              </a:spcBef>
              <a:spcAft>
                <a:spcPts val="0"/>
              </a:spcAft>
              <a:buSzPts val="1100"/>
              <a:buNone/>
            </a:pPr>
            <a:r>
              <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SzPts val="1100"/>
              <a:buNone/>
            </a:pPr>
            <a:r>
              <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SzPts val="1100"/>
              <a:buNone/>
            </a:pPr>
            <a:r>
              <a:t/>
            </a:r>
            <a:endParaRPr sz="1200">
              <a:solidFill>
                <a:schemeClr val="dk1"/>
              </a:solidFill>
              <a:latin typeface="Work Sans"/>
              <a:ea typeface="Work Sans"/>
              <a:cs typeface="Work Sans"/>
              <a:sym typeface="Work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4" name="Google Shape;484;p11:notes"/>
          <p:cNvSpPr txBox="1"/>
          <p:nvPr>
            <p:ph idx="1" type="body"/>
          </p:nvPr>
        </p:nvSpPr>
        <p:spPr>
          <a:xfrm>
            <a:off x="685800" y="4343400"/>
            <a:ext cx="5486400" cy="4114800"/>
          </a:xfrm>
          <a:prstGeom prst="rect">
            <a:avLst/>
          </a:prstGeom>
          <a:noFill/>
          <a:ln>
            <a:noFill/>
          </a:ln>
        </p:spPr>
        <p:txBody>
          <a:bodyPr anchorCtr="0" anchor="t" bIns="93125" lIns="93125" spcFirstLastPara="1" rIns="93125" wrap="square" tIns="93125">
            <a:noAutofit/>
          </a:bodyPr>
          <a:lstStyle/>
          <a:p>
            <a:pPr indent="0" lvl="0" marL="0" rtl="0" algn="l">
              <a:lnSpc>
                <a:spcPct val="100000"/>
              </a:lnSpc>
              <a:spcBef>
                <a:spcPts val="0"/>
              </a:spcBef>
              <a:spcAft>
                <a:spcPts val="0"/>
              </a:spcAft>
              <a:buSzPts val="1100"/>
              <a:buNone/>
            </a:pPr>
            <a:r>
              <a:rPr b="1" lang="en-GB" sz="1200">
                <a:solidFill>
                  <a:schemeClr val="dk1"/>
                </a:solidFill>
                <a:latin typeface="Work Sans"/>
                <a:ea typeface="Work Sans"/>
                <a:cs typeface="Work Sans"/>
                <a:sym typeface="Work Sans"/>
              </a:rPr>
              <a:t>Timing: </a:t>
            </a:r>
            <a:r>
              <a:rPr lang="en-GB" sz="1200">
                <a:solidFill>
                  <a:schemeClr val="dk1"/>
                </a:solidFill>
                <a:latin typeface="Work Sans"/>
                <a:ea typeface="Work Sans"/>
                <a:cs typeface="Work Sans"/>
                <a:sym typeface="Work Sans"/>
              </a:rPr>
              <a:t>Slides 1-5 [16:30 - 16:40]</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SzPts val="1100"/>
              <a:buNone/>
            </a:pPr>
            <a:r>
              <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Point: </a:t>
            </a:r>
            <a:r>
              <a:rPr lang="en-GB" sz="1200">
                <a:solidFill>
                  <a:schemeClr val="dk1"/>
                </a:solidFill>
                <a:latin typeface="Work Sans"/>
                <a:ea typeface="Work Sans"/>
                <a:cs typeface="Work Sans"/>
                <a:sym typeface="Work Sans"/>
              </a:rPr>
              <a:t>Setting expectations</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t/>
            </a:r>
            <a:endParaRPr b="1"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Narrative</a:t>
            </a:r>
            <a:endParaRPr b="1"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Show &amp; Tell</a:t>
            </a:r>
            <a:r>
              <a:rPr lang="en-GB" sz="1200">
                <a:solidFill>
                  <a:schemeClr val="dk1"/>
                </a:solidFill>
                <a:latin typeface="Work Sans"/>
                <a:ea typeface="Work Sans"/>
                <a:cs typeface="Work Sans"/>
                <a:sym typeface="Work Sans"/>
              </a:rPr>
              <a:t>:</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After the launch today you will have 8 weeks of workshops</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One 3 hour workshop every thursday</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As this is a technical program, during the workshops you’ll work with variety of tools </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All the tools have been installed for you on a virtual desktop environment</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Access on workshop days, for the whole day</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Allows you time to practice before and after sessions</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Time to work on the project you will complete for the end of the program</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You’ll end the program with a graduation on Wednesday 13th November.</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It’s very important you join these sessions live and with your cameras on</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If you can’t join a session live, you should let us know as soon as you can</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Recordings will be uploaded a day or two following workshops, make sure to catch up asap</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This is important to make sure you successfully complete the program with a badge.</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To get the most out of the program it’s important that you engage with the teacher and your peers</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We encourage questions, you can interrupt us at any time, raise a hand in zoom or write a comment in the chat.</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Practice it to check it works for everyone</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Please don’t hesitate to ask for help when you need it, we are here to support you throughout the duration of your program.</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There is also a Decoded Help Centre which you can use for support which I will talk a bit more about today.</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[If Molly is present] Before I introduce the Decoded team, we have Molly from Aviva who would like to say a few words.</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Transition</a:t>
            </a:r>
            <a:r>
              <a:rPr lang="en-GB" sz="1200">
                <a:solidFill>
                  <a:schemeClr val="dk1"/>
                </a:solidFill>
                <a:latin typeface="Work Sans"/>
                <a:ea typeface="Work Sans"/>
                <a:cs typeface="Work Sans"/>
                <a:sym typeface="Work Sans"/>
              </a:rPr>
              <a:t>:</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SzPts val="1100"/>
              <a:buNone/>
            </a:pPr>
            <a:r>
              <a:rPr lang="en-GB" sz="1200">
                <a:solidFill>
                  <a:schemeClr val="dk1"/>
                </a:solidFill>
                <a:latin typeface="Work Sans"/>
                <a:ea typeface="Work Sans"/>
                <a:cs typeface="Work Sans"/>
                <a:sym typeface="Work Sans"/>
              </a:rPr>
              <a:t>So who are your Decoded team…</a:t>
            </a:r>
            <a:br>
              <a:rPr lang="en-GB" sz="1200">
                <a:solidFill>
                  <a:schemeClr val="dk1"/>
                </a:solidFill>
                <a:latin typeface="Work Sans"/>
                <a:ea typeface="Work Sans"/>
                <a:cs typeface="Work Sans"/>
                <a:sym typeface="Work Sans"/>
              </a:rPr>
            </a:br>
            <a:r>
              <a:rPr lang="en-GB" sz="1200">
                <a:solidFill>
                  <a:schemeClr val="dk1"/>
                </a:solidFill>
                <a:latin typeface="Work Sans"/>
                <a:ea typeface="Work Sans"/>
                <a:cs typeface="Work Sans"/>
                <a:sym typeface="Work Sans"/>
              </a:rPr>
              <a:t>[NS: Your program team]</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SzPts val="1100"/>
              <a:buNone/>
            </a:pPr>
            <a:r>
              <a:t/>
            </a:r>
            <a:endParaRPr sz="1200">
              <a:solidFill>
                <a:schemeClr val="dk1"/>
              </a:solidFill>
              <a:latin typeface="Work Sans"/>
              <a:ea typeface="Work Sans"/>
              <a:cs typeface="Work Sans"/>
              <a:sym typeface="Work Sans"/>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latin typeface="Work Sans"/>
                <a:ea typeface="Work Sans"/>
                <a:cs typeface="Work Sans"/>
                <a:sym typeface="Work Sans"/>
              </a:rPr>
              <a:t>Moving into the second half of the programme, things get technically advanced and, frankly, very exciting. From the 5th of March, we tackle Machine Learning. This isn't just theory; you will be building models for Regression (predicting numbers), Classification (sorting data into categories), and Time Series Analysis (forecasting future trends).</a:t>
            </a:r>
            <a:endParaRPr sz="1200">
              <a:solidFill>
                <a:schemeClr val="dk1"/>
              </a:solidFill>
              <a:latin typeface="Work Sans"/>
              <a:ea typeface="Work Sans"/>
              <a:cs typeface="Work Sans"/>
              <a:sym typeface="Work Sans"/>
            </a:endParaRPr>
          </a:p>
          <a:p>
            <a:pPr indent="0" lvl="0" marL="0" rtl="0" algn="l">
              <a:lnSpc>
                <a:spcPct val="115000"/>
              </a:lnSpc>
              <a:spcBef>
                <a:spcPts val="1200"/>
              </a:spcBef>
              <a:spcAft>
                <a:spcPts val="0"/>
              </a:spcAft>
              <a:buClr>
                <a:schemeClr val="dk1"/>
              </a:buClr>
              <a:buSzPts val="1100"/>
              <a:buFont typeface="Arial"/>
              <a:buNone/>
            </a:pPr>
            <a:r>
              <a:rPr lang="en-GB" sz="1200">
                <a:solidFill>
                  <a:schemeClr val="dk1"/>
                </a:solidFill>
                <a:latin typeface="Work Sans"/>
                <a:ea typeface="Work Sans"/>
                <a:cs typeface="Work Sans"/>
                <a:sym typeface="Work Sans"/>
              </a:rPr>
              <a:t>This all builds towards your Capstone Project in late March. The Capstone is your opportunity to apply these advanced techniques to a problem that matters to you or your department. The programme officially concludes with your graduation celebration on Thursday, the 28th of May, where we will celebrate the journey you have completed."</a:t>
            </a:r>
            <a:endParaRPr sz="1200">
              <a:solidFill>
                <a:schemeClr val="dk1"/>
              </a:solidFill>
              <a:latin typeface="Work Sans"/>
              <a:ea typeface="Work Sans"/>
              <a:cs typeface="Work Sans"/>
              <a:sym typeface="Work Sans"/>
            </a:endParaRPr>
          </a:p>
          <a:p>
            <a:pPr indent="0" lvl="0" marL="0" rtl="0" algn="l">
              <a:lnSpc>
                <a:spcPct val="100000"/>
              </a:lnSpc>
              <a:spcBef>
                <a:spcPts val="1200"/>
              </a:spcBef>
              <a:spcAft>
                <a:spcPts val="0"/>
              </a:spcAft>
              <a:buSzPts val="1100"/>
              <a:buNone/>
            </a:pPr>
            <a:r>
              <a:t/>
            </a:r>
            <a:endParaRPr sz="1200">
              <a:solidFill>
                <a:schemeClr val="dk1"/>
              </a:solidFill>
              <a:latin typeface="Work Sans"/>
              <a:ea typeface="Work Sans"/>
              <a:cs typeface="Work Sans"/>
              <a:sym typeface="Work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2: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496" name="Google Shape;496;p12: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lnSpc>
                <a:spcPct val="100000"/>
              </a:lnSpc>
              <a:spcBef>
                <a:spcPts val="0"/>
              </a:spcBef>
              <a:spcAft>
                <a:spcPts val="0"/>
              </a:spcAft>
              <a:buSzPts val="1100"/>
              <a:buNone/>
            </a:pPr>
            <a:r>
              <a:t/>
            </a:r>
            <a:endParaRPr/>
          </a:p>
        </p:txBody>
      </p:sp>
      <p:sp>
        <p:nvSpPr>
          <p:cNvPr id="497" name="Google Shape;497;p12: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GB" sz="1100" u="none" cap="none" strike="noStrike">
                <a:solidFill>
                  <a:srgbClr val="000000"/>
                </a:solidFill>
                <a:latin typeface="Arial"/>
                <a:ea typeface="Arial"/>
                <a:cs typeface="Arial"/>
                <a:sym typeface="Arial"/>
              </a:rPr>
              <a:t>‹#›</a:t>
            </a:fld>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13: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523" name="Google Shape;523;p13: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lnSpc>
                <a:spcPct val="100000"/>
              </a:lnSpc>
              <a:spcBef>
                <a:spcPts val="0"/>
              </a:spcBef>
              <a:spcAft>
                <a:spcPts val="0"/>
              </a:spcAft>
              <a:buSzPts val="1100"/>
              <a:buNone/>
            </a:pPr>
            <a:r>
              <a:t/>
            </a:r>
            <a:endParaRPr/>
          </a:p>
        </p:txBody>
      </p:sp>
      <p:sp>
        <p:nvSpPr>
          <p:cNvPr id="524" name="Google Shape;524;p13: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GB" sz="1100" u="none" cap="none" strike="noStrike">
                <a:solidFill>
                  <a:srgbClr val="000000"/>
                </a:solidFill>
                <a:latin typeface="Arial"/>
                <a:ea typeface="Arial"/>
                <a:cs typeface="Arial"/>
                <a:sym typeface="Arial"/>
              </a:rPr>
              <a:t>‹#›</a:t>
            </a:fld>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14: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547" name="Google Shape;547;p14: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lnSpc>
                <a:spcPct val="100000"/>
              </a:lnSpc>
              <a:spcBef>
                <a:spcPts val="0"/>
              </a:spcBef>
              <a:spcAft>
                <a:spcPts val="0"/>
              </a:spcAft>
              <a:buSzPts val="1100"/>
              <a:buNone/>
            </a:pPr>
            <a:r>
              <a:t/>
            </a:r>
            <a:endParaRPr/>
          </a:p>
        </p:txBody>
      </p:sp>
      <p:sp>
        <p:nvSpPr>
          <p:cNvPr id="548" name="Google Shape;548;p14: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GB" sz="1100" u="none" cap="none" strike="noStrike">
                <a:solidFill>
                  <a:srgbClr val="000000"/>
                </a:solidFill>
                <a:latin typeface="Arial"/>
                <a:ea typeface="Arial"/>
                <a:cs typeface="Arial"/>
                <a:sym typeface="Arial"/>
              </a:rPr>
              <a:t>‹#›</a:t>
            </a:fld>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561" name="Google Shape;561;p15:notes"/>
          <p:cNvSpPr txBox="1"/>
          <p:nvPr>
            <p:ph idx="1" type="body"/>
          </p:nvPr>
        </p:nvSpPr>
        <p:spPr>
          <a:xfrm>
            <a:off x="685800" y="4343400"/>
            <a:ext cx="5486400" cy="4114800"/>
          </a:xfrm>
          <a:prstGeom prst="rect">
            <a:avLst/>
          </a:prstGeom>
          <a:noFill/>
          <a:ln>
            <a:noFill/>
          </a:ln>
        </p:spPr>
        <p:txBody>
          <a:bodyPr anchorCtr="0" anchor="t" bIns="34900" lIns="69850" spcFirstLastPara="1" rIns="69850" wrap="square" tIns="34900">
            <a:noAutofit/>
          </a:bodyPr>
          <a:lstStyle/>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Point</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t>1:00</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The purpose of this slide is to &lt;introduce the section on….&gt;</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Narrative</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Transition</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[NS: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16: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6" name="Google Shape;566;p16: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lnSpc>
                <a:spcPct val="100000"/>
              </a:lnSpc>
              <a:spcBef>
                <a:spcPts val="0"/>
              </a:spcBef>
              <a:spcAft>
                <a:spcPts val="0"/>
              </a:spcAft>
              <a:buSzPts val="1100"/>
              <a:buNone/>
            </a:pPr>
            <a:r>
              <a:t/>
            </a:r>
            <a:endParaRPr/>
          </a:p>
        </p:txBody>
      </p:sp>
      <p:sp>
        <p:nvSpPr>
          <p:cNvPr id="567" name="Google Shape;567;p16: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GB" sz="1100" u="none" cap="none" strike="noStrike">
                <a:solidFill>
                  <a:srgbClr val="000000"/>
                </a:solidFill>
                <a:latin typeface="Arial"/>
                <a:ea typeface="Arial"/>
                <a:cs typeface="Arial"/>
                <a:sym typeface="Arial"/>
              </a:rPr>
              <a:t>‹#›</a:t>
            </a:fld>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17: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576" name="Google Shape;576;p17: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lnSpc>
                <a:spcPct val="100000"/>
              </a:lnSpc>
              <a:spcBef>
                <a:spcPts val="0"/>
              </a:spcBef>
              <a:spcAft>
                <a:spcPts val="0"/>
              </a:spcAft>
              <a:buSzPts val="1100"/>
              <a:buNone/>
            </a:pPr>
            <a:r>
              <a:t/>
            </a:r>
            <a:endParaRPr/>
          </a:p>
        </p:txBody>
      </p:sp>
      <p:sp>
        <p:nvSpPr>
          <p:cNvPr id="577" name="Google Shape;577;p17: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GB" sz="1100" u="none" cap="none" strike="noStrike">
                <a:solidFill>
                  <a:srgbClr val="000000"/>
                </a:solidFill>
                <a:latin typeface="Arial"/>
                <a:ea typeface="Arial"/>
                <a:cs typeface="Arial"/>
                <a:sym typeface="Arial"/>
              </a:rPr>
              <a:t>‹#›</a:t>
            </a:fld>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7" name="Google Shape;587;p18:notes"/>
          <p:cNvSpPr txBox="1"/>
          <p:nvPr>
            <p:ph idx="1" type="body"/>
          </p:nvPr>
        </p:nvSpPr>
        <p:spPr>
          <a:xfrm>
            <a:off x="685800" y="4343400"/>
            <a:ext cx="5486400" cy="4114800"/>
          </a:xfrm>
          <a:prstGeom prst="rect">
            <a:avLst/>
          </a:prstGeom>
          <a:noFill/>
          <a:ln>
            <a:noFill/>
          </a:ln>
        </p:spPr>
        <p:txBody>
          <a:bodyPr anchorCtr="0" anchor="t" bIns="93125" lIns="93125" spcFirstLastPara="1" rIns="93125" wrap="square" tIns="93125">
            <a:noAutofit/>
          </a:bodyPr>
          <a:lstStyle/>
          <a:p>
            <a:pPr indent="0" lvl="0" marL="0" rtl="0" algn="l">
              <a:lnSpc>
                <a:spcPct val="100000"/>
              </a:lnSpc>
              <a:spcBef>
                <a:spcPts val="0"/>
              </a:spcBef>
              <a:spcAft>
                <a:spcPts val="0"/>
              </a:spcAft>
              <a:buSzPts val="1100"/>
              <a:buNone/>
            </a:pPr>
            <a:r>
              <a:rPr b="1" lang="en-GB" sz="1200">
                <a:solidFill>
                  <a:schemeClr val="dk1"/>
                </a:solidFill>
                <a:latin typeface="Work Sans"/>
                <a:ea typeface="Work Sans"/>
                <a:cs typeface="Work Sans"/>
                <a:sym typeface="Work Sans"/>
              </a:rPr>
              <a:t>Timing: </a:t>
            </a:r>
            <a:r>
              <a:rPr lang="en-GB" sz="1200">
                <a:solidFill>
                  <a:schemeClr val="dk1"/>
                </a:solidFill>
                <a:latin typeface="Work Sans"/>
                <a:ea typeface="Work Sans"/>
                <a:cs typeface="Work Sans"/>
                <a:sym typeface="Work Sans"/>
              </a:rPr>
              <a:t>Slides 1-5 [16:30 - 16:40]</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SzPts val="1100"/>
              <a:buNone/>
            </a:pPr>
            <a:r>
              <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Point: </a:t>
            </a:r>
            <a:r>
              <a:rPr lang="en-GB" sz="1200">
                <a:solidFill>
                  <a:schemeClr val="dk1"/>
                </a:solidFill>
                <a:latin typeface="Work Sans"/>
                <a:ea typeface="Work Sans"/>
                <a:cs typeface="Work Sans"/>
                <a:sym typeface="Work Sans"/>
              </a:rPr>
              <a:t>Setting expectations</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t/>
            </a:r>
            <a:endParaRPr b="1"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Narrative</a:t>
            </a:r>
            <a:endParaRPr b="1"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Show &amp; Tell</a:t>
            </a:r>
            <a:r>
              <a:rPr lang="en-GB" sz="1200">
                <a:solidFill>
                  <a:schemeClr val="dk1"/>
                </a:solidFill>
                <a:latin typeface="Work Sans"/>
                <a:ea typeface="Work Sans"/>
                <a:cs typeface="Work Sans"/>
                <a:sym typeface="Work Sans"/>
              </a:rPr>
              <a:t>:</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After the launch today you will have 8 weeks of workshops</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One 3 hour workshop every thursday</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As this is a technical program, during the workshops you’ll work with variety of tools </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All the tools have been installed for you on a virtual desktop environment</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Access on workshop days, for the whole day</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Allows you time to practice before and after sessions</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Time to work on the project you will complete for the end of the program</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You’ll end the program with a graduation on Wednesday 13th November.</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It’s very important you join these sessions live and with your cameras on</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If you can’t join a session live, you should let us know as soon as you can</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Recordings will be uploaded a day or two following workshops, make sure to catch up asap</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This is important to make sure you successfully complete the program with a badge.</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To get the most out of the program it’s important that you engage with the teacher and your peers</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We encourage questions, you can interrupt us at any time, raise a hand in zoom or write a comment in the chat.</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Practice it to check it works for everyone</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Please don’t hesitate to ask for help when you need it, we are here to support you throughout the duration of your program.</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There is also a Decoded Help Centre which you can use for support which I will talk a bit more about today.</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[If Molly is present] Before I introduce the Decoded team, we have Molly from Aviva who would like to say a few words.</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Transition</a:t>
            </a:r>
            <a:r>
              <a:rPr lang="en-GB" sz="1200">
                <a:solidFill>
                  <a:schemeClr val="dk1"/>
                </a:solidFill>
                <a:latin typeface="Work Sans"/>
                <a:ea typeface="Work Sans"/>
                <a:cs typeface="Work Sans"/>
                <a:sym typeface="Work Sans"/>
              </a:rPr>
              <a:t>:</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SzPts val="1100"/>
              <a:buNone/>
            </a:pPr>
            <a:r>
              <a:rPr lang="en-GB" sz="1200">
                <a:solidFill>
                  <a:schemeClr val="dk1"/>
                </a:solidFill>
                <a:latin typeface="Work Sans"/>
                <a:ea typeface="Work Sans"/>
                <a:cs typeface="Work Sans"/>
                <a:sym typeface="Work Sans"/>
              </a:rPr>
              <a:t>So who are your Decoded team…</a:t>
            </a:r>
            <a:br>
              <a:rPr lang="en-GB" sz="1200">
                <a:solidFill>
                  <a:schemeClr val="dk1"/>
                </a:solidFill>
                <a:latin typeface="Work Sans"/>
                <a:ea typeface="Work Sans"/>
                <a:cs typeface="Work Sans"/>
                <a:sym typeface="Work Sans"/>
              </a:rPr>
            </a:br>
            <a:r>
              <a:rPr lang="en-GB" sz="1200">
                <a:solidFill>
                  <a:schemeClr val="dk1"/>
                </a:solidFill>
                <a:latin typeface="Work Sans"/>
                <a:ea typeface="Work Sans"/>
                <a:cs typeface="Work Sans"/>
                <a:sym typeface="Work Sans"/>
              </a:rPr>
              <a:t>[NS: Your program team]</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6" name="Google Shape;616;p19:notes"/>
          <p:cNvSpPr txBox="1"/>
          <p:nvPr>
            <p:ph idx="1" type="body"/>
          </p:nvPr>
        </p:nvSpPr>
        <p:spPr>
          <a:xfrm>
            <a:off x="685800" y="4343400"/>
            <a:ext cx="5486400" cy="4114800"/>
          </a:xfrm>
          <a:prstGeom prst="rect">
            <a:avLst/>
          </a:prstGeom>
          <a:noFill/>
          <a:ln>
            <a:noFill/>
          </a:ln>
        </p:spPr>
        <p:txBody>
          <a:bodyPr anchorCtr="0" anchor="t" bIns="93125" lIns="93125" spcFirstLastPara="1" rIns="93125" wrap="square" tIns="93125">
            <a:noAutofit/>
          </a:bodyPr>
          <a:lstStyle/>
          <a:p>
            <a:pPr indent="0" lvl="0" marL="0" rtl="0" algn="l">
              <a:lnSpc>
                <a:spcPct val="100000"/>
              </a:lnSpc>
              <a:spcBef>
                <a:spcPts val="0"/>
              </a:spcBef>
              <a:spcAft>
                <a:spcPts val="0"/>
              </a:spcAft>
              <a:buSzPts val="1100"/>
              <a:buNone/>
            </a:pPr>
            <a:r>
              <a:rPr b="1" lang="en-GB" sz="1200">
                <a:solidFill>
                  <a:schemeClr val="dk1"/>
                </a:solidFill>
                <a:latin typeface="Work Sans"/>
                <a:ea typeface="Work Sans"/>
                <a:cs typeface="Work Sans"/>
                <a:sym typeface="Work Sans"/>
              </a:rPr>
              <a:t>Timing: </a:t>
            </a:r>
            <a:r>
              <a:rPr lang="en-GB" sz="1200">
                <a:solidFill>
                  <a:schemeClr val="dk1"/>
                </a:solidFill>
                <a:latin typeface="Work Sans"/>
                <a:ea typeface="Work Sans"/>
                <a:cs typeface="Work Sans"/>
                <a:sym typeface="Work Sans"/>
              </a:rPr>
              <a:t>Slides 1-5 [16:30 - 16:40]</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SzPts val="1100"/>
              <a:buNone/>
            </a:pPr>
            <a:r>
              <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Point: </a:t>
            </a:r>
            <a:r>
              <a:rPr lang="en-GB" sz="1200">
                <a:solidFill>
                  <a:schemeClr val="dk1"/>
                </a:solidFill>
                <a:latin typeface="Work Sans"/>
                <a:ea typeface="Work Sans"/>
                <a:cs typeface="Work Sans"/>
                <a:sym typeface="Work Sans"/>
              </a:rPr>
              <a:t>Setting expectations</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t/>
            </a:r>
            <a:endParaRPr b="1"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Narrative</a:t>
            </a:r>
            <a:endParaRPr b="1"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Show &amp; Tell</a:t>
            </a:r>
            <a:r>
              <a:rPr lang="en-GB" sz="1200">
                <a:solidFill>
                  <a:schemeClr val="dk1"/>
                </a:solidFill>
                <a:latin typeface="Work Sans"/>
                <a:ea typeface="Work Sans"/>
                <a:cs typeface="Work Sans"/>
                <a:sym typeface="Work Sans"/>
              </a:rPr>
              <a:t>:</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After the launch today you will have 8 weeks of workshops</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One 3 hour workshop every thursday</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As this is a technical program, during the workshops you’ll work with variety of tools </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All the tools have been installed for you on a virtual desktop environment</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Access on workshop days, for the whole day</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Allows you time to practice before and after sessions</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Time to work on the project you will complete for the end of the program</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You’ll end the program with a graduation on Wednesday 13th November.</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It’s very important you join these sessions live and with your cameras on</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If you can’t join a session live, you should let us know as soon as you can</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Recordings will be uploaded a day or two following workshops, make sure to catch up asap</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This is important to make sure you successfully complete the program with a badge.</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To get the most out of the program it’s important that you engage with the teacher and your peers</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We encourage questions, you can interrupt us at any time, raise a hand in zoom or write a comment in the chat.</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Practice it to check it works for everyone</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Please don’t hesitate to ask for help when you need it, we are here to support you throughout the duration of your program.</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There is also a Decoded Help Centre which you can use for support which I will talk a bit more about today.</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[If Molly is present] Before I introduce the Decoded team, we have Molly from Aviva who would like to say a few words.</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Transition</a:t>
            </a:r>
            <a:r>
              <a:rPr lang="en-GB" sz="1200">
                <a:solidFill>
                  <a:schemeClr val="dk1"/>
                </a:solidFill>
                <a:latin typeface="Work Sans"/>
                <a:ea typeface="Work Sans"/>
                <a:cs typeface="Work Sans"/>
                <a:sym typeface="Work Sans"/>
              </a:rPr>
              <a:t>:</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SzPts val="1100"/>
              <a:buNone/>
            </a:pPr>
            <a:r>
              <a:rPr lang="en-GB" sz="1200">
                <a:solidFill>
                  <a:schemeClr val="dk1"/>
                </a:solidFill>
                <a:latin typeface="Work Sans"/>
                <a:ea typeface="Work Sans"/>
                <a:cs typeface="Work Sans"/>
                <a:sym typeface="Work Sans"/>
              </a:rPr>
              <a:t>So who are your Decoded team…</a:t>
            </a:r>
            <a:br>
              <a:rPr lang="en-GB" sz="1200">
                <a:solidFill>
                  <a:schemeClr val="dk1"/>
                </a:solidFill>
                <a:latin typeface="Work Sans"/>
                <a:ea typeface="Work Sans"/>
                <a:cs typeface="Work Sans"/>
                <a:sym typeface="Work Sans"/>
              </a:rPr>
            </a:br>
            <a:r>
              <a:rPr lang="en-GB" sz="1200">
                <a:solidFill>
                  <a:schemeClr val="dk1"/>
                </a:solidFill>
                <a:latin typeface="Work Sans"/>
                <a:ea typeface="Work Sans"/>
                <a:cs typeface="Work Sans"/>
                <a:sym typeface="Work Sans"/>
              </a:rPr>
              <a:t>[NS: Your program team]</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20: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647" name="Google Shape;647;p20: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lnSpc>
                <a:spcPct val="100000"/>
              </a:lnSpc>
              <a:spcBef>
                <a:spcPts val="0"/>
              </a:spcBef>
              <a:spcAft>
                <a:spcPts val="0"/>
              </a:spcAft>
              <a:buSzPts val="1100"/>
              <a:buNone/>
            </a:pPr>
            <a:r>
              <a:t/>
            </a:r>
            <a:endParaRPr/>
          </a:p>
        </p:txBody>
      </p:sp>
      <p:sp>
        <p:nvSpPr>
          <p:cNvPr id="648" name="Google Shape;648;p20: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GB" sz="1100" u="none" cap="none" strike="noStrike">
                <a:solidFill>
                  <a:srgbClr val="000000"/>
                </a:solidFill>
                <a:latin typeface="Arial"/>
                <a:ea typeface="Arial"/>
                <a:cs typeface="Arial"/>
                <a:sym typeface="Arial"/>
              </a:rPr>
              <a:t>‹#›</a:t>
            </a:fld>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676" name="Google Shape;676;p21:notes"/>
          <p:cNvSpPr txBox="1"/>
          <p:nvPr>
            <p:ph idx="1" type="body"/>
          </p:nvPr>
        </p:nvSpPr>
        <p:spPr>
          <a:xfrm>
            <a:off x="685800" y="4343400"/>
            <a:ext cx="5486400" cy="4114800"/>
          </a:xfrm>
          <a:prstGeom prst="rect">
            <a:avLst/>
          </a:prstGeom>
          <a:noFill/>
          <a:ln>
            <a:noFill/>
          </a:ln>
        </p:spPr>
        <p:txBody>
          <a:bodyPr anchorCtr="0" anchor="t" bIns="34900" lIns="69850" spcFirstLastPara="1" rIns="69850" wrap="square" tIns="34900">
            <a:noAutofit/>
          </a:bodyPr>
          <a:lstStyle/>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Point</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t>1:30</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The purpose of this slide is to &lt;introduce the section on….&gt;</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Narrative</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Transition</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[NS: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1" name="Google Shape;681;p22:notes"/>
          <p:cNvSpPr txBox="1"/>
          <p:nvPr>
            <p:ph idx="1" type="body"/>
          </p:nvPr>
        </p:nvSpPr>
        <p:spPr>
          <a:xfrm>
            <a:off x="685800" y="4343400"/>
            <a:ext cx="5486400" cy="4114800"/>
          </a:xfrm>
          <a:prstGeom prst="rect">
            <a:avLst/>
          </a:prstGeom>
          <a:noFill/>
          <a:ln>
            <a:noFill/>
          </a:ln>
        </p:spPr>
        <p:txBody>
          <a:bodyPr anchorCtr="0" anchor="t" bIns="93125" lIns="93125" spcFirstLastPara="1" rIns="93125" wrap="square" tIns="93125">
            <a:noAutofit/>
          </a:bodyPr>
          <a:lstStyle/>
          <a:p>
            <a:pPr indent="0" lvl="0" marL="0" rtl="0" algn="l">
              <a:lnSpc>
                <a:spcPct val="100000"/>
              </a:lnSpc>
              <a:spcBef>
                <a:spcPts val="0"/>
              </a:spcBef>
              <a:spcAft>
                <a:spcPts val="0"/>
              </a:spcAft>
              <a:buSzPts val="1100"/>
              <a:buNone/>
            </a:pPr>
            <a:r>
              <a:rPr b="1" lang="en-GB" sz="1200">
                <a:solidFill>
                  <a:schemeClr val="dk1"/>
                </a:solidFill>
                <a:latin typeface="Work Sans"/>
                <a:ea typeface="Work Sans"/>
                <a:cs typeface="Work Sans"/>
                <a:sym typeface="Work Sans"/>
              </a:rPr>
              <a:t>Timing: </a:t>
            </a:r>
            <a:r>
              <a:rPr lang="en-GB" sz="1200">
                <a:solidFill>
                  <a:schemeClr val="dk1"/>
                </a:solidFill>
                <a:latin typeface="Work Sans"/>
                <a:ea typeface="Work Sans"/>
                <a:cs typeface="Work Sans"/>
                <a:sym typeface="Work Sans"/>
              </a:rPr>
              <a:t>Slides 1-5 [16:30 - 16:40]</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SzPts val="1100"/>
              <a:buNone/>
            </a:pPr>
            <a:r>
              <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Point: </a:t>
            </a:r>
            <a:r>
              <a:rPr lang="en-GB" sz="1200">
                <a:solidFill>
                  <a:schemeClr val="dk1"/>
                </a:solidFill>
                <a:latin typeface="Work Sans"/>
                <a:ea typeface="Work Sans"/>
                <a:cs typeface="Work Sans"/>
                <a:sym typeface="Work Sans"/>
              </a:rPr>
              <a:t>Setting expectations</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t/>
            </a:r>
            <a:endParaRPr b="1"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Narrative</a:t>
            </a:r>
            <a:endParaRPr b="1"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Show &amp; Tell</a:t>
            </a:r>
            <a:r>
              <a:rPr lang="en-GB" sz="1200">
                <a:solidFill>
                  <a:schemeClr val="dk1"/>
                </a:solidFill>
                <a:latin typeface="Work Sans"/>
                <a:ea typeface="Work Sans"/>
                <a:cs typeface="Work Sans"/>
                <a:sym typeface="Work Sans"/>
              </a:rPr>
              <a:t>:</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After the launch today you will have 8 weeks of workshops</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One 3 hour workshop every thursday</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As this is a technical program, during the workshops you’ll work with variety of tools </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All the tools have been installed for you on a virtual desktop environment</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Access on workshop days, for the whole day</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Allows you time to practice before and after sessions</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Time to work on the project you will complete for the end of the program</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You’ll end the program with a graduation on Wednesday 13th November.</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It’s very important you join these sessions live and with your cameras on</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If you can’t join a session live, you should let us know as soon as you can</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Recordings will be uploaded a day or two following workshops, make sure to catch up asap</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This is important to make sure you successfully complete the program with a badge.</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To get the most out of the program it’s important that you engage with the teacher and your peers</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We encourage questions, you can interrupt us at any time, raise a hand in zoom or write a comment in the chat.</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Practice it to check it works for everyone</a:t>
            </a:r>
            <a:endParaRPr sz="1200">
              <a:solidFill>
                <a:schemeClr val="dk1"/>
              </a:solidFill>
              <a:latin typeface="Work Sans"/>
              <a:ea typeface="Work Sans"/>
              <a:cs typeface="Work Sans"/>
              <a:sym typeface="Work Sans"/>
            </a:endParaRPr>
          </a:p>
          <a:p>
            <a:pPr indent="-241300" lvl="0" marL="469900" rtl="0" algn="l">
              <a:lnSpc>
                <a:spcPct val="100000"/>
              </a:lnSpc>
              <a:spcBef>
                <a:spcPts val="0"/>
              </a:spcBef>
              <a:spcAft>
                <a:spcPts val="0"/>
              </a:spcAft>
              <a:buClr>
                <a:schemeClr val="dk1"/>
              </a:buClr>
              <a:buSzPts val="1300"/>
              <a:buFont typeface="Work Sans"/>
              <a:buNone/>
            </a:pPr>
            <a:r>
              <a:rPr lang="en-GB" sz="1200">
                <a:solidFill>
                  <a:schemeClr val="dk1"/>
                </a:solidFill>
                <a:latin typeface="Work Sans"/>
                <a:ea typeface="Work Sans"/>
                <a:cs typeface="Work Sans"/>
                <a:sym typeface="Work Sans"/>
              </a:rPr>
              <a:t>Please don’t hesitate to ask for help when you need it, we are here to support you throughout the duration of your program.</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There is also a Decoded Help Centre which you can use for support which I will talk a bit more about today.</a:t>
            </a:r>
            <a:endParaRPr sz="1200">
              <a:solidFill>
                <a:schemeClr val="dk1"/>
              </a:solidFill>
              <a:latin typeface="Work Sans"/>
              <a:ea typeface="Work Sans"/>
              <a:cs typeface="Work Sans"/>
              <a:sym typeface="Work Sans"/>
            </a:endParaRPr>
          </a:p>
          <a:p>
            <a:pPr indent="-228600" lvl="1" marL="927100" rtl="0" algn="l">
              <a:lnSpc>
                <a:spcPct val="100000"/>
              </a:lnSpc>
              <a:spcBef>
                <a:spcPts val="0"/>
              </a:spcBef>
              <a:spcAft>
                <a:spcPts val="0"/>
              </a:spcAft>
              <a:buClr>
                <a:schemeClr val="dk1"/>
              </a:buClr>
              <a:buSzPts val="1200"/>
              <a:buFont typeface="Work Sans"/>
              <a:buNone/>
            </a:pPr>
            <a:r>
              <a:rPr lang="en-GB" sz="1200">
                <a:solidFill>
                  <a:schemeClr val="dk1"/>
                </a:solidFill>
                <a:latin typeface="Work Sans"/>
                <a:ea typeface="Work Sans"/>
                <a:cs typeface="Work Sans"/>
                <a:sym typeface="Work Sans"/>
              </a:rPr>
              <a:t>[If Molly is present] Before I introduce the Decoded team, we have Molly from Aviva who would like to say a few words.</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rPr b="1" lang="en-GB" sz="1200">
                <a:solidFill>
                  <a:schemeClr val="dk1"/>
                </a:solidFill>
                <a:latin typeface="Work Sans"/>
                <a:ea typeface="Work Sans"/>
                <a:cs typeface="Work Sans"/>
                <a:sym typeface="Work Sans"/>
              </a:rPr>
              <a:t>Transition</a:t>
            </a:r>
            <a:r>
              <a:rPr lang="en-GB" sz="1200">
                <a:solidFill>
                  <a:schemeClr val="dk1"/>
                </a:solidFill>
                <a:latin typeface="Work Sans"/>
                <a:ea typeface="Work Sans"/>
                <a:cs typeface="Work Sans"/>
                <a:sym typeface="Work Sans"/>
              </a:rPr>
              <a:t>:</a:t>
            </a:r>
            <a:endParaRPr sz="12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SzPts val="1100"/>
              <a:buNone/>
            </a:pPr>
            <a:r>
              <a:rPr lang="en-GB" sz="1200">
                <a:solidFill>
                  <a:schemeClr val="dk1"/>
                </a:solidFill>
                <a:latin typeface="Work Sans"/>
                <a:ea typeface="Work Sans"/>
                <a:cs typeface="Work Sans"/>
                <a:sym typeface="Work Sans"/>
              </a:rPr>
              <a:t>So who are your Decoded team…</a:t>
            </a:r>
            <a:br>
              <a:rPr lang="en-GB" sz="1200">
                <a:solidFill>
                  <a:schemeClr val="dk1"/>
                </a:solidFill>
                <a:latin typeface="Work Sans"/>
                <a:ea typeface="Work Sans"/>
                <a:cs typeface="Work Sans"/>
                <a:sym typeface="Work Sans"/>
              </a:rPr>
            </a:br>
            <a:r>
              <a:rPr lang="en-GB" sz="1200">
                <a:solidFill>
                  <a:schemeClr val="dk1"/>
                </a:solidFill>
                <a:latin typeface="Work Sans"/>
                <a:ea typeface="Work Sans"/>
                <a:cs typeface="Work Sans"/>
                <a:sym typeface="Work Sans"/>
              </a:rPr>
              <a:t>[NS: Your program team]</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23:notes"/>
          <p:cNvSpPr/>
          <p:nvPr>
            <p:ph idx="2" type="sldImg"/>
          </p:nvPr>
        </p:nvSpPr>
        <p:spPr>
          <a:xfrm>
            <a:off x="571500" y="714375"/>
            <a:ext cx="45720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712" name="Google Shape;712;p23: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lnSpc>
                <a:spcPct val="100000"/>
              </a:lnSpc>
              <a:spcBef>
                <a:spcPts val="0"/>
              </a:spcBef>
              <a:spcAft>
                <a:spcPts val="0"/>
              </a:spcAft>
              <a:buSzPts val="1100"/>
              <a:buNone/>
            </a:pPr>
            <a:r>
              <a:t/>
            </a:r>
            <a:endParaRPr/>
          </a:p>
        </p:txBody>
      </p:sp>
      <p:sp>
        <p:nvSpPr>
          <p:cNvPr id="713" name="Google Shape;713;p23: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GB" sz="1100" u="none" cap="none" strike="noStrike">
                <a:solidFill>
                  <a:srgbClr val="000000"/>
                </a:solidFill>
                <a:latin typeface="Arial"/>
                <a:ea typeface="Arial"/>
                <a:cs typeface="Arial"/>
                <a:sym typeface="Arial"/>
              </a:rPr>
              <a:t>‹#›</a:t>
            </a:fld>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d2f7acde5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3d2f7acde5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Clr>
                <a:schemeClr val="dk1"/>
              </a:buClr>
              <a:buSzPts val="1100"/>
              <a:buFont typeface="Arial"/>
              <a:buNone/>
            </a:pPr>
            <a:r>
              <a:rPr lang="en-GB" sz="1700">
                <a:solidFill>
                  <a:schemeClr val="dk1"/>
                </a:solidFill>
                <a:latin typeface="Work Sans SemiBold"/>
                <a:ea typeface="Work Sans SemiBold"/>
                <a:cs typeface="Work Sans SemiBold"/>
                <a:sym typeface="Work Sans SemiBold"/>
              </a:rPr>
              <a:t>Point</a:t>
            </a:r>
            <a:endParaRPr sz="1700">
              <a:solidFill>
                <a:schemeClr val="dk1"/>
              </a:solidFill>
              <a:latin typeface="Work Sans SemiBold"/>
              <a:ea typeface="Work Sans SemiBold"/>
              <a:cs typeface="Work Sans SemiBold"/>
              <a:sym typeface="Work Sans SemiBold"/>
            </a:endParaRPr>
          </a:p>
          <a:p>
            <a:pPr indent="0" lvl="0" marL="0" rtl="0" algn="l">
              <a:spcBef>
                <a:spcPts val="1000"/>
              </a:spcBef>
              <a:spcAft>
                <a:spcPts val="0"/>
              </a:spcAft>
              <a:buClr>
                <a:schemeClr val="dk1"/>
              </a:buClr>
              <a:buSzPts val="1100"/>
              <a:buFont typeface="Arial"/>
              <a:buNone/>
            </a:pPr>
            <a:r>
              <a:rPr lang="en-GB">
                <a:solidFill>
                  <a:schemeClr val="dk1"/>
                </a:solidFill>
                <a:latin typeface="Work Sans"/>
                <a:ea typeface="Work Sans"/>
                <a:cs typeface="Work Sans"/>
                <a:sym typeface="Work Sans"/>
              </a:rPr>
              <a:t>Establish current learner comfort-level with the material</a:t>
            </a:r>
            <a:endParaRPr>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t/>
            </a:r>
            <a:endParaRPr>
              <a:solidFill>
                <a:schemeClr val="dk1"/>
              </a:solidFill>
              <a:latin typeface="Work Sans"/>
              <a:ea typeface="Work Sans"/>
              <a:cs typeface="Work Sans"/>
              <a:sym typeface="Work Sans"/>
            </a:endParaRPr>
          </a:p>
          <a:p>
            <a:pPr indent="0" lvl="0" marL="0" rtl="0" algn="l">
              <a:spcBef>
                <a:spcPts val="1000"/>
              </a:spcBef>
              <a:spcAft>
                <a:spcPts val="0"/>
              </a:spcAft>
              <a:buNone/>
            </a:pPr>
            <a:r>
              <a:rPr lang="en-GB" sz="1700">
                <a:solidFill>
                  <a:schemeClr val="dk1"/>
                </a:solidFill>
                <a:latin typeface="Work Sans SemiBold"/>
                <a:ea typeface="Work Sans SemiBold"/>
                <a:cs typeface="Work Sans SemiBold"/>
                <a:sym typeface="Work Sans SemiBold"/>
              </a:rPr>
              <a:t>Narrative</a:t>
            </a:r>
            <a:endParaRPr>
              <a:solidFill>
                <a:schemeClr val="dk1"/>
              </a:solidFill>
              <a:latin typeface="Work Sans"/>
              <a:ea typeface="Work Sans"/>
              <a:cs typeface="Work Sans"/>
              <a:sym typeface="Work Sans"/>
            </a:endParaRPr>
          </a:p>
          <a:p>
            <a:pPr indent="0" lvl="0" marL="0" rtl="0" algn="l">
              <a:spcBef>
                <a:spcPts val="1000"/>
              </a:spcBef>
              <a:spcAft>
                <a:spcPts val="0"/>
              </a:spcAft>
              <a:buNone/>
            </a:pPr>
            <a:r>
              <a:rPr lang="en-GB">
                <a:solidFill>
                  <a:schemeClr val="dk1"/>
                </a:solidFill>
                <a:latin typeface="Work Sans"/>
                <a:ea typeface="Work Sans"/>
                <a:cs typeface="Work Sans"/>
                <a:sym typeface="Work Sans"/>
              </a:rPr>
              <a:t>LOAD and present the </a:t>
            </a:r>
            <a:r>
              <a:rPr lang="en-GB" u="sng">
                <a:solidFill>
                  <a:schemeClr val="hlink"/>
                </a:solidFill>
                <a:latin typeface="Work Sans"/>
                <a:ea typeface="Work Sans"/>
                <a:cs typeface="Work Sans"/>
                <a:sym typeface="Work Sans"/>
                <a:hlinkClick r:id="rId2"/>
              </a:rPr>
              <a:t>Menti poll</a:t>
            </a:r>
            <a:r>
              <a:rPr lang="en-GB">
                <a:solidFill>
                  <a:schemeClr val="dk1"/>
                </a:solidFill>
                <a:latin typeface="Work Sans"/>
                <a:ea typeface="Work Sans"/>
                <a:cs typeface="Work Sans"/>
                <a:sym typeface="Work Sans"/>
              </a:rPr>
              <a:t>, and UPDATE this slide with the code.</a:t>
            </a:r>
            <a:endParaRPr>
              <a:solidFill>
                <a:schemeClr val="dk1"/>
              </a:solidFill>
              <a:latin typeface="Work Sans"/>
              <a:ea typeface="Work Sans"/>
              <a:cs typeface="Work Sans"/>
              <a:sym typeface="Work Sans"/>
            </a:endParaRPr>
          </a:p>
          <a:p>
            <a:pPr indent="0" lvl="0" marL="0" rtl="0" algn="l">
              <a:spcBef>
                <a:spcPts val="1000"/>
              </a:spcBef>
              <a:spcAft>
                <a:spcPts val="0"/>
              </a:spcAft>
              <a:buNone/>
            </a:pPr>
            <a:r>
              <a:rPr lang="en-GB">
                <a:solidFill>
                  <a:schemeClr val="dk1"/>
                </a:solidFill>
                <a:latin typeface="Work Sans"/>
                <a:ea typeface="Work Sans"/>
                <a:cs typeface="Work Sans"/>
                <a:sym typeface="Work Sans"/>
              </a:rPr>
              <a:t>DIRECT learners to menti.com on their phone or computer and ask them to enter the code.</a:t>
            </a:r>
            <a:endParaRPr>
              <a:solidFill>
                <a:schemeClr val="dk1"/>
              </a:solidFill>
              <a:latin typeface="Work Sans"/>
              <a:ea typeface="Work Sans"/>
              <a:cs typeface="Work Sans"/>
              <a:sym typeface="Work Sans"/>
            </a:endParaRPr>
          </a:p>
          <a:p>
            <a:pPr indent="0" lvl="0" marL="0" rtl="0" algn="l">
              <a:spcBef>
                <a:spcPts val="1000"/>
              </a:spcBef>
              <a:spcAft>
                <a:spcPts val="0"/>
              </a:spcAft>
              <a:buNone/>
            </a:pPr>
            <a:r>
              <a:rPr lang="en-GB">
                <a:solidFill>
                  <a:schemeClr val="dk1"/>
                </a:solidFill>
                <a:latin typeface="Work Sans"/>
                <a:ea typeface="Work Sans"/>
                <a:cs typeface="Work Sans"/>
                <a:sym typeface="Work Sans"/>
              </a:rPr>
              <a:t>ADAPT to the situation if Menti is blocked for the learners; ask the questions and collect in-person responses.</a:t>
            </a:r>
            <a:endParaRPr>
              <a:solidFill>
                <a:schemeClr val="dk1"/>
              </a:solidFill>
              <a:latin typeface="Work Sans"/>
              <a:ea typeface="Work Sans"/>
              <a:cs typeface="Work Sans"/>
              <a:sym typeface="Work Sans"/>
            </a:endParaRPr>
          </a:p>
          <a:p>
            <a:pPr indent="0" lvl="0" marL="0" rtl="0" algn="l">
              <a:spcBef>
                <a:spcPts val="1000"/>
              </a:spcBef>
              <a:spcAft>
                <a:spcPts val="0"/>
              </a:spcAft>
              <a:buNone/>
            </a:pPr>
            <a:r>
              <a:rPr lang="en-GB">
                <a:solidFill>
                  <a:schemeClr val="dk1"/>
                </a:solidFill>
                <a:latin typeface="Work Sans"/>
                <a:ea typeface="Work Sans"/>
                <a:cs typeface="Work Sans"/>
                <a:sym typeface="Work Sans"/>
              </a:rPr>
              <a:t>ENCOURAGE participation using the Menti poll.</a:t>
            </a:r>
            <a:endParaRPr>
              <a:solidFill>
                <a:schemeClr val="dk1"/>
              </a:solidFill>
              <a:latin typeface="Work Sans"/>
              <a:ea typeface="Work Sans"/>
              <a:cs typeface="Work Sans"/>
              <a:sym typeface="Work Sans"/>
            </a:endParaRPr>
          </a:p>
          <a:p>
            <a:pPr indent="0" lvl="0" marL="0" rtl="0" algn="l">
              <a:spcBef>
                <a:spcPts val="1000"/>
              </a:spcBef>
              <a:spcAft>
                <a:spcPts val="0"/>
              </a:spcAft>
              <a:buNone/>
            </a:pPr>
            <a:r>
              <a:rPr lang="en-GB">
                <a:solidFill>
                  <a:schemeClr val="dk1"/>
                </a:solidFill>
                <a:latin typeface="Work Sans"/>
                <a:ea typeface="Work Sans"/>
                <a:cs typeface="Work Sans"/>
                <a:sym typeface="Work Sans"/>
              </a:rPr>
              <a:t>ASSESS current learner comfort and understanding of the introductory material.</a:t>
            </a:r>
            <a:endParaRPr>
              <a:solidFill>
                <a:schemeClr val="dk1"/>
              </a:solidFill>
              <a:latin typeface="Work Sans"/>
              <a:ea typeface="Work Sans"/>
              <a:cs typeface="Work Sans"/>
              <a:sym typeface="Work Sans"/>
            </a:endParaRPr>
          </a:p>
          <a:p>
            <a:pPr indent="0" lvl="0" marL="0" rtl="0" algn="l">
              <a:spcBef>
                <a:spcPts val="1000"/>
              </a:spcBef>
              <a:spcAft>
                <a:spcPts val="0"/>
              </a:spcAft>
              <a:buNone/>
            </a:pPr>
            <a:r>
              <a:rPr lang="en-GB">
                <a:solidFill>
                  <a:schemeClr val="dk1"/>
                </a:solidFill>
                <a:latin typeface="Work Sans"/>
                <a:ea typeface="Work Sans"/>
                <a:cs typeface="Work Sans"/>
                <a:sym typeface="Work Sans"/>
              </a:rPr>
              <a:t>GATHER learner questions about the topic to answer later.</a:t>
            </a:r>
            <a:endParaRPr>
              <a:solidFill>
                <a:schemeClr val="dk1"/>
              </a:solidFill>
              <a:latin typeface="Work Sans"/>
              <a:ea typeface="Work Sans"/>
              <a:cs typeface="Work Sans"/>
              <a:sym typeface="Work Sans"/>
            </a:endParaRPr>
          </a:p>
          <a:p>
            <a:pPr indent="0" lvl="0" marL="0" rtl="0" algn="l">
              <a:spcBef>
                <a:spcPts val="1000"/>
              </a:spcBef>
              <a:spcAft>
                <a:spcPts val="0"/>
              </a:spcAft>
              <a:buClr>
                <a:schemeClr val="dk1"/>
              </a:buClr>
              <a:buSzPts val="1100"/>
              <a:buFont typeface="Arial"/>
              <a:buNone/>
            </a:pPr>
            <a:r>
              <a:rPr lang="en-GB">
                <a:solidFill>
                  <a:schemeClr val="dk1"/>
                </a:solidFill>
                <a:latin typeface="Work Sans"/>
                <a:ea typeface="Work Sans"/>
                <a:cs typeface="Work Sans"/>
                <a:sym typeface="Work Sans"/>
              </a:rPr>
              <a:t>ANSWER any current questions.</a:t>
            </a:r>
            <a:endParaRPr>
              <a:solidFill>
                <a:schemeClr val="dk1"/>
              </a:solidFill>
              <a:latin typeface="Work Sans"/>
              <a:ea typeface="Work Sans"/>
              <a:cs typeface="Work Sans"/>
              <a:sym typeface="Work Sans"/>
            </a:endParaRPr>
          </a:p>
          <a:p>
            <a:pPr indent="0" lvl="0" marL="0" rtl="0" algn="l">
              <a:spcBef>
                <a:spcPts val="10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sz="1700">
                <a:solidFill>
                  <a:schemeClr val="dk1"/>
                </a:solidFill>
                <a:latin typeface="Work Sans SemiBold"/>
                <a:ea typeface="Work Sans SemiBold"/>
                <a:cs typeface="Work Sans SemiBold"/>
                <a:sym typeface="Work Sans SemiBold"/>
              </a:rPr>
              <a:t>Transition</a:t>
            </a:r>
            <a:endParaRPr sz="1700">
              <a:solidFill>
                <a:schemeClr val="dk1"/>
              </a:solidFill>
              <a:latin typeface="Work Sans SemiBold"/>
              <a:ea typeface="Work Sans SemiBold"/>
              <a:cs typeface="Work Sans SemiBold"/>
              <a:sym typeface="Work Sans SemiBold"/>
            </a:endParaRPr>
          </a:p>
          <a:p>
            <a:pPr indent="0" lvl="0" marL="0" rtl="0" algn="l">
              <a:spcBef>
                <a:spcPts val="1000"/>
              </a:spcBef>
              <a:spcAft>
                <a:spcPts val="1000"/>
              </a:spcAft>
              <a:buNone/>
            </a:pPr>
            <a:r>
              <a:rPr lang="en-GB">
                <a:solidFill>
                  <a:schemeClr val="dk1"/>
                </a:solidFill>
                <a:latin typeface="Work Sans"/>
                <a:ea typeface="Work Sans"/>
                <a:cs typeface="Work Sans"/>
                <a:sym typeface="Work Sans"/>
              </a:rPr>
              <a:t>Let’s talk about the plan for today</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3" name="Google Shape;743;p28:notes"/>
          <p:cNvSpPr txBox="1"/>
          <p:nvPr>
            <p:ph idx="1" type="body"/>
          </p:nvPr>
        </p:nvSpPr>
        <p:spPr>
          <a:xfrm>
            <a:off x="685800" y="4343400"/>
            <a:ext cx="5486400" cy="4114800"/>
          </a:xfrm>
          <a:prstGeom prst="rect">
            <a:avLst/>
          </a:prstGeom>
          <a:noFill/>
          <a:ln>
            <a:noFill/>
          </a:ln>
        </p:spPr>
        <p:txBody>
          <a:bodyPr anchorCtr="0" anchor="t" bIns="34900" lIns="69850" spcFirstLastPara="1" rIns="69850" wrap="square" tIns="34900">
            <a:noAutofit/>
          </a:bodyPr>
          <a:lstStyle/>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Point</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The purpose of this slide is to &lt;summarise the key takeaways of the entire session&gt;</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Narrative</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Transition</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[NS: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7" name="Google Shape;757;p29:notes"/>
          <p:cNvSpPr txBox="1"/>
          <p:nvPr>
            <p:ph idx="1" type="body"/>
          </p:nvPr>
        </p:nvSpPr>
        <p:spPr>
          <a:xfrm>
            <a:off x="685800" y="4343400"/>
            <a:ext cx="5486400" cy="4114800"/>
          </a:xfrm>
          <a:prstGeom prst="rect">
            <a:avLst/>
          </a:prstGeom>
          <a:noFill/>
          <a:ln>
            <a:noFill/>
          </a:ln>
        </p:spPr>
        <p:txBody>
          <a:bodyPr anchorCtr="0" anchor="t" bIns="34900" lIns="69850" spcFirstLastPara="1" rIns="69850" wrap="square" tIns="34900">
            <a:noAutofit/>
          </a:bodyPr>
          <a:lstStyle/>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Point</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The purpose of this slide is to &lt;wrap up the session and ask learners to complete feedback forms&gt;</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Narrative</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Transition</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a:solidFill>
                  <a:schemeClr val="dk1"/>
                </a:solidFill>
              </a:rPr>
              <a:t>[NS: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3" name="Google Shape;763;p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Time 5 mins Q&amp;A</a:t>
            </a:r>
            <a:endParaRPr/>
          </a:p>
          <a:p>
            <a:pPr indent="0" lvl="0" marL="0" rtl="0" algn="l">
              <a:lnSpc>
                <a:spcPct val="100000"/>
              </a:lnSpc>
              <a:spcBef>
                <a:spcPts val="0"/>
              </a:spcBef>
              <a:spcAft>
                <a:spcPts val="0"/>
              </a:spcAft>
              <a:buSzPts val="1400"/>
              <a:buNone/>
            </a:pPr>
            <a:r>
              <a:rPr lang="en-GB"/>
              <a:t>Speaker Notes: Anna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Open the floor for Questions: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If you want any further information or you have any questions please feel free to contact us at the e mail addresses shown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Thankyou - Mic Drop :) </a:t>
            </a:r>
            <a:endParaRPr/>
          </a:p>
        </p:txBody>
      </p:sp>
      <p:sp>
        <p:nvSpPr>
          <p:cNvPr id="764" name="Google Shape;764;p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31: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1" name="Google Shape;771;p31: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772" name="Google Shape;772;p31: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779" name="Google Shape;779;p32:notes"/>
          <p:cNvSpPr txBox="1"/>
          <p:nvPr>
            <p:ph idx="1" type="body"/>
          </p:nvPr>
        </p:nvSpPr>
        <p:spPr>
          <a:xfrm>
            <a:off x="685800" y="4343400"/>
            <a:ext cx="5486400" cy="4114800"/>
          </a:xfrm>
          <a:prstGeom prst="rect">
            <a:avLst/>
          </a:prstGeom>
          <a:noFill/>
          <a:ln>
            <a:noFill/>
          </a:ln>
        </p:spPr>
        <p:txBody>
          <a:bodyPr anchorCtr="0" anchor="t" bIns="34900" lIns="69850" spcFirstLastPara="1" rIns="69850" wrap="square" tIns="34900">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409a455c31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4" name="Google Shape;784;g409a455c31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789" name="Google Shape;789;p33:notes"/>
          <p:cNvSpPr txBox="1"/>
          <p:nvPr>
            <p:ph idx="1" type="body"/>
          </p:nvPr>
        </p:nvSpPr>
        <p:spPr>
          <a:xfrm>
            <a:off x="685800" y="4343400"/>
            <a:ext cx="5486400" cy="4114800"/>
          </a:xfrm>
          <a:prstGeom prst="rect">
            <a:avLst/>
          </a:prstGeom>
          <a:noFill/>
          <a:ln>
            <a:noFill/>
          </a:ln>
        </p:spPr>
        <p:txBody>
          <a:bodyPr anchorCtr="0" anchor="t" bIns="34900" lIns="69850" spcFirstLastPara="1" rIns="69850" wrap="square" tIns="34900">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2.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2.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jp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jp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1.png"/><Relationship Id="rId3" Type="http://schemas.openxmlformats.org/officeDocument/2006/relationships/image" Target="../media/image4.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blipFill>
          <a:blip r:embed="rId2">
            <a:alphaModFix/>
          </a:blip>
          <a:stretch>
            <a:fillRect/>
          </a:stretch>
        </a:blipFill>
      </p:bgPr>
    </p:bg>
    <p:spTree>
      <p:nvGrpSpPr>
        <p:cNvPr id="10" name="Shape 10"/>
        <p:cNvGrpSpPr/>
        <p:nvPr/>
      </p:nvGrpSpPr>
      <p:grpSpPr>
        <a:xfrm>
          <a:off x="0" y="0"/>
          <a:ext cx="0" cy="0"/>
          <a:chOff x="0" y="0"/>
          <a:chExt cx="0" cy="0"/>
        </a:xfrm>
      </p:grpSpPr>
      <p:sp>
        <p:nvSpPr>
          <p:cNvPr id="11" name="Google Shape;11;p2"/>
          <p:cNvSpPr txBox="1"/>
          <p:nvPr>
            <p:ph type="ctrTitle"/>
          </p:nvPr>
        </p:nvSpPr>
        <p:spPr>
          <a:xfrm>
            <a:off x="880145" y="3481085"/>
            <a:ext cx="7021500" cy="1102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2"/>
              </a:buClr>
              <a:buSzPts val="3000"/>
              <a:buFont typeface="Arial"/>
              <a:buNone/>
              <a:defRPr b="1" sz="3000">
                <a:solidFill>
                  <a:schemeClr val="dk2"/>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 name="Google Shape;12;p2"/>
          <p:cNvSpPr txBox="1"/>
          <p:nvPr>
            <p:ph idx="1" type="subTitle"/>
          </p:nvPr>
        </p:nvSpPr>
        <p:spPr>
          <a:xfrm>
            <a:off x="886614" y="4499642"/>
            <a:ext cx="5065500" cy="369300"/>
          </a:xfrm>
          <a:prstGeom prst="rect">
            <a:avLst/>
          </a:prstGeom>
          <a:noFill/>
          <a:ln>
            <a:noFill/>
          </a:ln>
        </p:spPr>
        <p:txBody>
          <a:bodyPr anchorCtr="0" anchor="t" bIns="0" lIns="0" spcFirstLastPara="1" rIns="0" wrap="square" tIns="0">
            <a:noAutofit/>
          </a:bodyPr>
          <a:lstStyle>
            <a:lvl1pPr lvl="0" algn="l">
              <a:lnSpc>
                <a:spcPct val="100000"/>
              </a:lnSpc>
              <a:spcBef>
                <a:spcPts val="500"/>
              </a:spcBef>
              <a:spcAft>
                <a:spcPts val="0"/>
              </a:spcAft>
              <a:buClr>
                <a:schemeClr val="dk1"/>
              </a:buClr>
              <a:buSzPts val="1800"/>
              <a:buNone/>
              <a:defRPr b="0" sz="1800">
                <a:latin typeface="Arial"/>
                <a:ea typeface="Arial"/>
                <a:cs typeface="Arial"/>
                <a:sym typeface="Arial"/>
              </a:defRPr>
            </a:lvl1pPr>
            <a:lvl2pPr lvl="1" algn="ctr">
              <a:lnSpc>
                <a:spcPct val="100000"/>
              </a:lnSpc>
              <a:spcBef>
                <a:spcPts val="0"/>
              </a:spcBef>
              <a:spcAft>
                <a:spcPts val="0"/>
              </a:spcAft>
              <a:buSzPts val="1500"/>
              <a:buFont typeface="Arial"/>
              <a:buNone/>
              <a:defRPr sz="1500"/>
            </a:lvl2pPr>
            <a:lvl3pPr lvl="2" algn="ctr">
              <a:lnSpc>
                <a:spcPct val="100000"/>
              </a:lnSpc>
              <a:spcBef>
                <a:spcPts val="500"/>
              </a:spcBef>
              <a:spcAft>
                <a:spcPts val="0"/>
              </a:spcAft>
              <a:buSzPts val="1400"/>
              <a:buNone/>
              <a:defRPr sz="1400"/>
            </a:lvl3pPr>
            <a:lvl4pPr lvl="3" algn="ctr">
              <a:lnSpc>
                <a:spcPct val="100000"/>
              </a:lnSpc>
              <a:spcBef>
                <a:spcPts val="500"/>
              </a:spcBef>
              <a:spcAft>
                <a:spcPts val="0"/>
              </a:spcAft>
              <a:buSzPts val="1200"/>
              <a:buNone/>
              <a:defRPr sz="1200"/>
            </a:lvl4pPr>
            <a:lvl5pPr lvl="4" algn="ctr">
              <a:lnSpc>
                <a:spcPct val="100000"/>
              </a:lnSpc>
              <a:spcBef>
                <a:spcPts val="500"/>
              </a:spcBef>
              <a:spcAft>
                <a:spcPts val="0"/>
              </a:spcAft>
              <a:buSzPts val="1200"/>
              <a:buNone/>
              <a:defRPr sz="1200"/>
            </a:lvl5pPr>
            <a:lvl6pPr lvl="5" algn="ctr">
              <a:lnSpc>
                <a:spcPct val="90000"/>
              </a:lnSpc>
              <a:spcBef>
                <a:spcPts val="5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3" name="Google Shape;13;p2"/>
          <p:cNvSpPr txBox="1"/>
          <p:nvPr>
            <p:ph idx="2" type="body"/>
          </p:nvPr>
        </p:nvSpPr>
        <p:spPr>
          <a:xfrm>
            <a:off x="7410584" y="4503884"/>
            <a:ext cx="1446600" cy="351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800"/>
              <a:buNone/>
              <a:defRPr b="0" sz="1800"/>
            </a:lvl1pPr>
            <a:lvl2pPr indent="-228600" lvl="1" marL="914400" algn="l">
              <a:lnSpc>
                <a:spcPct val="100000"/>
              </a:lnSpc>
              <a:spcBef>
                <a:spcPts val="0"/>
              </a:spcBef>
              <a:spcAft>
                <a:spcPts val="0"/>
              </a:spcAft>
              <a:buSzPts val="1700"/>
              <a:buFont typeface="Arial"/>
              <a:buNone/>
              <a:defRPr/>
            </a:lvl2pPr>
            <a:lvl3pPr indent="-317500" lvl="2" marL="1371600" algn="l">
              <a:lnSpc>
                <a:spcPct val="100000"/>
              </a:lnSpc>
              <a:spcBef>
                <a:spcPts val="500"/>
              </a:spcBef>
              <a:spcAft>
                <a:spcPts val="0"/>
              </a:spcAft>
              <a:buSzPts val="1400"/>
              <a:buChar char="•"/>
              <a:defRPr/>
            </a:lvl3pPr>
            <a:lvl4pPr indent="-317500" lvl="3" marL="1828800" algn="l">
              <a:lnSpc>
                <a:spcPct val="100000"/>
              </a:lnSpc>
              <a:spcBef>
                <a:spcPts val="500"/>
              </a:spcBef>
              <a:spcAft>
                <a:spcPts val="0"/>
              </a:spcAft>
              <a:buSzPts val="1400"/>
              <a:buChar char="•"/>
              <a:defRPr/>
            </a:lvl4pPr>
            <a:lvl5pPr indent="-317500" lvl="4" marL="2286000" algn="l">
              <a:lnSpc>
                <a:spcPct val="100000"/>
              </a:lnSpc>
              <a:spcBef>
                <a:spcPts val="500"/>
              </a:spcBef>
              <a:spcAft>
                <a:spcPts val="0"/>
              </a:spcAft>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14" name="Google Shape;14;p2"/>
          <p:cNvPicPr preferRelativeResize="0"/>
          <p:nvPr/>
        </p:nvPicPr>
        <p:blipFill rotWithShape="1">
          <a:blip r:embed="rId3">
            <a:alphaModFix/>
          </a:blip>
          <a:srcRect b="0" l="0" r="0" t="0"/>
          <a:stretch/>
        </p:blipFill>
        <p:spPr>
          <a:xfrm>
            <a:off x="427665" y="466748"/>
            <a:ext cx="1175288" cy="70773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ld Bullets">
  <p:cSld name="Bold Bullets">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3"/>
          <p:cNvSpPr txBox="1"/>
          <p:nvPr>
            <p:ph idx="1" type="body"/>
          </p:nvPr>
        </p:nvSpPr>
        <p:spPr>
          <a:xfrm>
            <a:off x="1069945" y="939998"/>
            <a:ext cx="7328400" cy="3263400"/>
          </a:xfrm>
          <a:prstGeom prst="rect">
            <a:avLst/>
          </a:prstGeom>
          <a:noFill/>
          <a:ln>
            <a:noFill/>
          </a:ln>
        </p:spPr>
        <p:txBody>
          <a:bodyPr anchorCtr="0" anchor="t" bIns="0" lIns="0" spcFirstLastPara="1" rIns="0" wrap="square" tIns="0">
            <a:noAutofit/>
          </a:bodyPr>
          <a:lstStyle>
            <a:lvl1pPr indent="-438150" lvl="0" marL="457200" algn="l">
              <a:lnSpc>
                <a:spcPct val="100000"/>
              </a:lnSpc>
              <a:spcBef>
                <a:spcPts val="500"/>
              </a:spcBef>
              <a:spcAft>
                <a:spcPts val="0"/>
              </a:spcAft>
              <a:buClr>
                <a:schemeClr val="accent2"/>
              </a:buClr>
              <a:buSzPts val="3300"/>
              <a:buFont typeface="Arial"/>
              <a:buChar char="•"/>
              <a:defRPr sz="3300">
                <a:solidFill>
                  <a:schemeClr val="accent2"/>
                </a:solidFill>
              </a:defRPr>
            </a:lvl1pPr>
            <a:lvl2pPr indent="-228600" lvl="1" marL="914400" algn="l">
              <a:lnSpc>
                <a:spcPct val="100000"/>
              </a:lnSpc>
              <a:spcBef>
                <a:spcPts val="500"/>
              </a:spcBef>
              <a:spcAft>
                <a:spcPts val="0"/>
              </a:spcAft>
              <a:buSzPts val="1700"/>
              <a:buFont typeface="Arial"/>
              <a:buNone/>
              <a:defRPr sz="1700"/>
            </a:lvl2pPr>
            <a:lvl3pPr indent="-336550" lvl="2" marL="1371600" algn="l">
              <a:lnSpc>
                <a:spcPct val="100000"/>
              </a:lnSpc>
              <a:spcBef>
                <a:spcPts val="500"/>
              </a:spcBef>
              <a:spcAft>
                <a:spcPts val="0"/>
              </a:spcAft>
              <a:buSzPts val="1700"/>
              <a:buChar char="•"/>
              <a:defRPr sz="1700"/>
            </a:lvl3pPr>
            <a:lvl4pPr indent="-336550" lvl="3" marL="1828800" algn="l">
              <a:lnSpc>
                <a:spcPct val="100000"/>
              </a:lnSpc>
              <a:spcBef>
                <a:spcPts val="500"/>
              </a:spcBef>
              <a:spcAft>
                <a:spcPts val="0"/>
              </a:spcAft>
              <a:buSzPts val="1700"/>
              <a:buChar char="•"/>
              <a:defRPr sz="1700"/>
            </a:lvl4pPr>
            <a:lvl5pPr indent="-336550" lvl="4" marL="2286000" algn="l">
              <a:lnSpc>
                <a:spcPct val="100000"/>
              </a:lnSpc>
              <a:spcBef>
                <a:spcPts val="500"/>
              </a:spcBef>
              <a:spcAft>
                <a:spcPts val="0"/>
              </a:spcAft>
              <a:buSzPts val="1700"/>
              <a:buChar char="•"/>
              <a:defRPr sz="17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 name="Google Shape;17;p3"/>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18" name="Google Shape;18;p3"/>
          <p:cNvSpPr txBox="1"/>
          <p:nvPr>
            <p:ph idx="11" type="ftr"/>
          </p:nvPr>
        </p:nvSpPr>
        <p:spPr>
          <a:xfrm>
            <a:off x="440100" y="4780973"/>
            <a:ext cx="3086100" cy="273900"/>
          </a:xfrm>
          <a:prstGeom prst="rect">
            <a:avLst/>
          </a:prstGeom>
          <a:noFill/>
          <a:ln>
            <a:noFill/>
          </a:ln>
        </p:spPr>
        <p:txBody>
          <a:bodyPr anchorCtr="0" anchor="ctr" bIns="34275" lIns="0"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grams">
  <p:cSld name="Diagrams">
    <p:bg>
      <p:bgPr>
        <a:blipFill>
          <a:blip r:embed="rId2">
            <a:alphaModFix/>
          </a:blip>
          <a:stretch>
            <a:fillRect/>
          </a:stretch>
        </a:blipFill>
      </p:bgPr>
    </p:bg>
    <p:spTree>
      <p:nvGrpSpPr>
        <p:cNvPr id="19" name="Shape 19"/>
        <p:cNvGrpSpPr/>
        <p:nvPr/>
      </p:nvGrpSpPr>
      <p:grpSpPr>
        <a:xfrm>
          <a:off x="0" y="0"/>
          <a:ext cx="0" cy="0"/>
          <a:chOff x="0" y="0"/>
          <a:chExt cx="0" cy="0"/>
        </a:xfrm>
      </p:grpSpPr>
      <p:sp>
        <p:nvSpPr>
          <p:cNvPr id="20" name="Google Shape;20;p4"/>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21" name="Google Shape;21;p4"/>
          <p:cNvSpPr txBox="1"/>
          <p:nvPr>
            <p:ph idx="1" type="body"/>
          </p:nvPr>
        </p:nvSpPr>
        <p:spPr>
          <a:xfrm>
            <a:off x="0" y="1270416"/>
            <a:ext cx="9144000" cy="3395100"/>
          </a:xfrm>
          <a:prstGeom prst="rect">
            <a:avLst/>
          </a:prstGeom>
          <a:solidFill>
            <a:schemeClr val="lt1"/>
          </a:solidFill>
          <a:ln>
            <a:noFill/>
          </a:ln>
        </p:spPr>
        <p:txBody>
          <a:bodyPr anchorCtr="0" anchor="ctr" bIns="0" lIns="0" spcFirstLastPara="1" rIns="0" wrap="square" tIns="0">
            <a:noAutofit/>
          </a:bodyPr>
          <a:lstStyle>
            <a:lvl1pPr indent="-228600" lvl="0" marL="457200" algn="ctr">
              <a:lnSpc>
                <a:spcPct val="100000"/>
              </a:lnSpc>
              <a:spcBef>
                <a:spcPts val="500"/>
              </a:spcBef>
              <a:spcAft>
                <a:spcPts val="0"/>
              </a:spcAft>
              <a:buClr>
                <a:schemeClr val="dk1"/>
              </a:buClr>
              <a:buSzPts val="1700"/>
              <a:buNone/>
              <a:defRPr/>
            </a:lvl1pPr>
            <a:lvl2pPr indent="-228600" lvl="1" marL="914400" algn="l">
              <a:lnSpc>
                <a:spcPct val="100000"/>
              </a:lnSpc>
              <a:spcBef>
                <a:spcPts val="500"/>
              </a:spcBef>
              <a:spcAft>
                <a:spcPts val="0"/>
              </a:spcAft>
              <a:buSzPts val="1800"/>
              <a:buFont typeface="Arial"/>
              <a:buNone/>
              <a:defRPr sz="1800"/>
            </a:lvl2pPr>
            <a:lvl3pPr indent="-342900" lvl="2" marL="1371600" algn="l">
              <a:lnSpc>
                <a:spcPct val="100000"/>
              </a:lnSpc>
              <a:spcBef>
                <a:spcPts val="500"/>
              </a:spcBef>
              <a:spcAft>
                <a:spcPts val="0"/>
              </a:spcAft>
              <a:buSzPts val="1800"/>
              <a:buChar char="•"/>
              <a:defRPr sz="1800"/>
            </a:lvl3pPr>
            <a:lvl4pPr indent="-342900" lvl="3" marL="1828800" algn="l">
              <a:lnSpc>
                <a:spcPct val="100000"/>
              </a:lnSpc>
              <a:spcBef>
                <a:spcPts val="500"/>
              </a:spcBef>
              <a:spcAft>
                <a:spcPts val="0"/>
              </a:spcAft>
              <a:buSzPts val="1800"/>
              <a:buChar char="•"/>
              <a:defRPr sz="1800"/>
            </a:lvl4pPr>
            <a:lvl5pPr indent="-336550" lvl="4" marL="2286000" algn="l">
              <a:lnSpc>
                <a:spcPct val="100000"/>
              </a:lnSpc>
              <a:spcBef>
                <a:spcPts val="500"/>
              </a:spcBef>
              <a:spcAft>
                <a:spcPts val="0"/>
              </a:spcAft>
              <a:buSzPts val="17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 name="Google Shape;22;p4"/>
          <p:cNvSpPr txBox="1"/>
          <p:nvPr>
            <p:ph type="title"/>
          </p:nvPr>
        </p:nvSpPr>
        <p:spPr>
          <a:xfrm>
            <a:off x="440100" y="345600"/>
            <a:ext cx="3867000" cy="510600"/>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dk2"/>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3" name="Google Shape;23;p4"/>
          <p:cNvSpPr txBox="1"/>
          <p:nvPr>
            <p:ph idx="11" type="ftr"/>
          </p:nvPr>
        </p:nvSpPr>
        <p:spPr>
          <a:xfrm>
            <a:off x="440100" y="4780973"/>
            <a:ext cx="3086100" cy="273900"/>
          </a:xfrm>
          <a:prstGeom prst="rect">
            <a:avLst/>
          </a:prstGeom>
          <a:noFill/>
          <a:ln>
            <a:noFill/>
          </a:ln>
        </p:spPr>
        <p:txBody>
          <a:bodyPr anchorCtr="0" anchor="ctr" bIns="34275" lIns="0"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ssion title" type="title">
  <p:cSld name="TITLE">
    <p:bg>
      <p:bgPr>
        <a:solidFill>
          <a:srgbClr val="666666"/>
        </a:solidFill>
      </p:bgPr>
    </p:bg>
    <p:spTree>
      <p:nvGrpSpPr>
        <p:cNvPr id="24" name="Shape 24"/>
        <p:cNvGrpSpPr/>
        <p:nvPr/>
      </p:nvGrpSpPr>
      <p:grpSpPr>
        <a:xfrm>
          <a:off x="0" y="0"/>
          <a:ext cx="0" cy="0"/>
          <a:chOff x="0" y="0"/>
          <a:chExt cx="0" cy="0"/>
        </a:xfrm>
      </p:grpSpPr>
      <p:sp>
        <p:nvSpPr>
          <p:cNvPr id="25" name="Google Shape;25;p5"/>
          <p:cNvSpPr txBox="1"/>
          <p:nvPr>
            <p:ph type="ctrTitle"/>
          </p:nvPr>
        </p:nvSpPr>
        <p:spPr>
          <a:xfrm>
            <a:off x="360000" y="360000"/>
            <a:ext cx="6831300" cy="44217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chemeClr val="lt1"/>
              </a:buClr>
              <a:buSzPts val="1400"/>
              <a:buFont typeface="Arial"/>
              <a:buChar char="●"/>
              <a:defRPr b="0" i="0" sz="1400" u="none" cap="none" strike="noStrike">
                <a:solidFill>
                  <a:schemeClr val="lt1"/>
                </a:solidFill>
                <a:latin typeface="Arial"/>
                <a:ea typeface="Arial"/>
                <a:cs typeface="Arial"/>
                <a:sym typeface="Arial"/>
              </a:defRPr>
            </a:lvl1pPr>
            <a:lvl2pPr lvl="1" marR="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26" name="Google Shape;26;p5"/>
          <p:cNvSpPr txBox="1"/>
          <p:nvPr>
            <p:ph idx="12" type="sldNum"/>
          </p:nvPr>
        </p:nvSpPr>
        <p:spPr>
          <a:xfrm>
            <a:off x="8784000" y="4860025"/>
            <a:ext cx="360000" cy="2835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
        <p:nvSpPr>
          <p:cNvPr id="27" name="Google Shape;27;p5"/>
          <p:cNvSpPr txBox="1"/>
          <p:nvPr/>
        </p:nvSpPr>
        <p:spPr>
          <a:xfrm>
            <a:off x="495300" y="2423800"/>
            <a:ext cx="5638800" cy="447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Work Sans"/>
              <a:ea typeface="Work Sans"/>
              <a:cs typeface="Work Sans"/>
              <a:sym typeface="Work Sans"/>
            </a:endParaRPr>
          </a:p>
        </p:txBody>
      </p:sp>
    </p:spTree>
  </p:cSld>
  <p:clrMapOvr>
    <a:masterClrMapping/>
  </p:clrMapOvr>
  <p:extLst>
    <p:ext uri="{DCECCB84-F9BA-43D5-87BE-67443E8EF086}">
      <p15:sldGuideLst>
        <p15:guide id="1" pos="312">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9pPr>
          </a:lstStyle>
          <a:p/>
        </p:txBody>
      </p:sp>
      <p:sp>
        <p:nvSpPr>
          <p:cNvPr id="30" name="Google Shape;30;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1pPr>
            <a:lvl2pPr indent="-317500" lvl="1" marL="9144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31" name="Google Shape;31;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nti">
  <p:cSld name="TITLE_1_2">
    <p:bg>
      <p:bgPr>
        <a:solidFill>
          <a:srgbClr val="7FC3E1"/>
        </a:solidFill>
      </p:bgPr>
    </p:bg>
    <p:spTree>
      <p:nvGrpSpPr>
        <p:cNvPr id="32" name="Shape 32"/>
        <p:cNvGrpSpPr/>
        <p:nvPr/>
      </p:nvGrpSpPr>
      <p:grpSpPr>
        <a:xfrm>
          <a:off x="0" y="0"/>
          <a:ext cx="0" cy="0"/>
          <a:chOff x="0" y="0"/>
          <a:chExt cx="0" cy="0"/>
        </a:xfrm>
      </p:grpSpPr>
      <p:sp>
        <p:nvSpPr>
          <p:cNvPr id="33" name="Google Shape;33;p7"/>
          <p:cNvSpPr txBox="1"/>
          <p:nvPr>
            <p:ph type="ctrTitle"/>
          </p:nvPr>
        </p:nvSpPr>
        <p:spPr>
          <a:xfrm>
            <a:off x="360000" y="360000"/>
            <a:ext cx="6839400" cy="45003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SzPts val="4200"/>
              <a:buNone/>
              <a:defRPr sz="4200"/>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
        <p:nvSpPr>
          <p:cNvPr id="34" name="Google Shape;34;p7"/>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
        <p:nvSpPr>
          <p:cNvPr id="35" name="Google Shape;35;p7"/>
          <p:cNvSpPr txBox="1"/>
          <p:nvPr/>
        </p:nvSpPr>
        <p:spPr>
          <a:xfrm>
            <a:off x="6402025" y="4119500"/>
            <a:ext cx="2382000" cy="74070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Clr>
                <a:srgbClr val="000000"/>
              </a:buClr>
              <a:buSzPts val="3000"/>
              <a:buFont typeface="Arial"/>
              <a:buNone/>
            </a:pPr>
            <a:r>
              <a:rPr b="0" i="0" lang="en-GB" sz="3000" u="none" cap="none" strike="noStrike">
                <a:solidFill>
                  <a:schemeClr val="lt1"/>
                </a:solidFill>
                <a:latin typeface="Work Sans SemiBold"/>
                <a:ea typeface="Work Sans SemiBold"/>
                <a:cs typeface="Work Sans SemiBold"/>
                <a:sym typeface="Work Sans SemiBold"/>
              </a:rPr>
              <a:t>Think</a:t>
            </a:r>
            <a:r>
              <a:rPr b="0" i="0" lang="en-GB" sz="3000" u="none" cap="none" strike="noStrike">
                <a:solidFill>
                  <a:schemeClr val="dk1"/>
                </a:solidFill>
                <a:latin typeface="Work Sans SemiBold"/>
                <a:ea typeface="Work Sans SemiBold"/>
                <a:cs typeface="Work Sans SemiBold"/>
                <a:sym typeface="Work Sans SemiBold"/>
              </a:rPr>
              <a:t>.</a:t>
            </a:r>
            <a:endParaRPr b="0" i="0" sz="3000" u="none" cap="none" strike="noStrike">
              <a:solidFill>
                <a:schemeClr val="dk1"/>
              </a:solidFill>
              <a:latin typeface="Work Sans SemiBold"/>
              <a:ea typeface="Work Sans SemiBold"/>
              <a:cs typeface="Work Sans SemiBold"/>
              <a:sym typeface="Work Sans SemiBold"/>
            </a:endParaRPr>
          </a:p>
        </p:txBody>
      </p:sp>
      <p:sp>
        <p:nvSpPr>
          <p:cNvPr id="36" name="Google Shape;36;p7"/>
          <p:cNvSpPr txBox="1"/>
          <p:nvPr/>
        </p:nvSpPr>
        <p:spPr>
          <a:xfrm>
            <a:off x="6063700" y="4119500"/>
            <a:ext cx="2720400" cy="74070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Clr>
                <a:srgbClr val="000000"/>
              </a:buClr>
              <a:buSzPts val="3000"/>
              <a:buFont typeface="Arial"/>
              <a:buNone/>
            </a:pPr>
            <a:r>
              <a:rPr b="0" i="0" lang="en-GB" sz="3000" u="none" cap="none" strike="noStrike">
                <a:solidFill>
                  <a:schemeClr val="lt1"/>
                </a:solidFill>
                <a:latin typeface="Work Sans SemiBold"/>
                <a:ea typeface="Work Sans SemiBold"/>
                <a:cs typeface="Work Sans SemiBold"/>
                <a:sym typeface="Work Sans SemiBold"/>
              </a:rPr>
              <a:t>Think</a:t>
            </a:r>
            <a:r>
              <a:rPr b="0" i="0" lang="en-GB" sz="3000" u="none" cap="none" strike="noStrike">
                <a:solidFill>
                  <a:schemeClr val="dk1"/>
                </a:solidFill>
                <a:latin typeface="Work Sans SemiBold"/>
                <a:ea typeface="Work Sans SemiBold"/>
                <a:cs typeface="Work Sans SemiBold"/>
                <a:sym typeface="Work Sans SemiBold"/>
              </a:rPr>
              <a:t>.</a:t>
            </a:r>
            <a:endParaRPr b="0" i="0" sz="3000" u="none" cap="none" strike="noStrike">
              <a:solidFill>
                <a:schemeClr val="dk1"/>
              </a:solidFill>
              <a:latin typeface="Work Sans SemiBold"/>
              <a:ea typeface="Work Sans SemiBold"/>
              <a:cs typeface="Work Sans SemiBold"/>
              <a:sym typeface="Work Sans SemiBo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7" name="Shape 37"/>
        <p:cNvGrpSpPr/>
        <p:nvPr/>
      </p:nvGrpSpPr>
      <p:grpSpPr>
        <a:xfrm>
          <a:off x="0" y="0"/>
          <a:ext cx="0" cy="0"/>
          <a:chOff x="0" y="0"/>
          <a:chExt cx="0" cy="0"/>
        </a:xfrm>
      </p:grpSpPr>
      <p:sp>
        <p:nvSpPr>
          <p:cNvPr id="38" name="Google Shape;38;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takeaways" type="secHead">
  <p:cSld name="SECTION_HEADER">
    <p:bg>
      <p:bgPr>
        <a:solidFill>
          <a:srgbClr val="595959"/>
        </a:solidFill>
      </p:bgPr>
    </p:bg>
    <p:spTree>
      <p:nvGrpSpPr>
        <p:cNvPr id="39" name="Shape 39"/>
        <p:cNvGrpSpPr/>
        <p:nvPr/>
      </p:nvGrpSpPr>
      <p:grpSpPr>
        <a:xfrm>
          <a:off x="0" y="0"/>
          <a:ext cx="0" cy="0"/>
          <a:chOff x="0" y="0"/>
          <a:chExt cx="0" cy="0"/>
        </a:xfrm>
      </p:grpSpPr>
      <p:sp>
        <p:nvSpPr>
          <p:cNvPr id="40" name="Google Shape;40;p9"/>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pic>
        <p:nvPicPr>
          <p:cNvPr id="41" name="Google Shape;41;p9"/>
          <p:cNvPicPr preferRelativeResize="0"/>
          <p:nvPr/>
        </p:nvPicPr>
        <p:blipFill rotWithShape="1">
          <a:blip r:embed="rId2">
            <a:alphaModFix/>
          </a:blip>
          <a:srcRect b="0" l="0" r="0" t="16618"/>
          <a:stretch/>
        </p:blipFill>
        <p:spPr>
          <a:xfrm>
            <a:off x="0" y="0"/>
            <a:ext cx="9144003" cy="5218849"/>
          </a:xfrm>
          <a:prstGeom prst="rect">
            <a:avLst/>
          </a:prstGeom>
          <a:noFill/>
          <a:ln>
            <a:noFill/>
          </a:ln>
        </p:spPr>
      </p:pic>
      <p:sp>
        <p:nvSpPr>
          <p:cNvPr id="42" name="Google Shape;42;p9"/>
          <p:cNvSpPr txBox="1"/>
          <p:nvPr>
            <p:ph type="ctrTitle"/>
          </p:nvPr>
        </p:nvSpPr>
        <p:spPr>
          <a:xfrm>
            <a:off x="360000" y="360000"/>
            <a:ext cx="6847200" cy="20526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Clr>
                <a:schemeClr val="lt1"/>
              </a:buClr>
              <a:buSzPts val="6200"/>
              <a:buNone/>
              <a:defRPr>
                <a:solidFill>
                  <a:schemeClr val="lt1"/>
                </a:solidFill>
              </a:defRPr>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Tree>
  </p:cSld>
  <p:clrMapOvr>
    <a:masterClrMapping/>
  </p:clrMapOvr>
  <p:extLst>
    <p:ext uri="{DCECCB84-F9BA-43D5-87BE-67443E8EF086}">
      <p15:sldGuideLst>
        <p15:guide id="1" pos="315">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so much">
  <p:cSld name="TITLE_1_1_1_1_2">
    <p:bg>
      <p:bgPr>
        <a:solidFill>
          <a:schemeClr val="dk2"/>
        </a:solidFill>
      </p:bgPr>
    </p:bg>
    <p:spTree>
      <p:nvGrpSpPr>
        <p:cNvPr id="43" name="Shape 43"/>
        <p:cNvGrpSpPr/>
        <p:nvPr/>
      </p:nvGrpSpPr>
      <p:grpSpPr>
        <a:xfrm>
          <a:off x="0" y="0"/>
          <a:ext cx="0" cy="0"/>
          <a:chOff x="0" y="0"/>
          <a:chExt cx="0" cy="0"/>
        </a:xfrm>
      </p:grpSpPr>
      <p:pic>
        <p:nvPicPr>
          <p:cNvPr id="44" name="Google Shape;44;p10"/>
          <p:cNvPicPr preferRelativeResize="0"/>
          <p:nvPr/>
        </p:nvPicPr>
        <p:blipFill rotWithShape="1">
          <a:blip r:embed="rId2">
            <a:alphaModFix/>
          </a:blip>
          <a:srcRect b="7727" l="0" r="0" t="7727"/>
          <a:stretch/>
        </p:blipFill>
        <p:spPr>
          <a:xfrm flipH="1">
            <a:off x="-179825" y="-71750"/>
            <a:ext cx="9390700" cy="5291450"/>
          </a:xfrm>
          <a:prstGeom prst="rect">
            <a:avLst/>
          </a:prstGeom>
          <a:noFill/>
          <a:ln>
            <a:noFill/>
          </a:ln>
        </p:spPr>
      </p:pic>
      <p:sp>
        <p:nvSpPr>
          <p:cNvPr id="45" name="Google Shape;45;p10"/>
          <p:cNvSpPr txBox="1"/>
          <p:nvPr>
            <p:ph type="ctrTitle"/>
          </p:nvPr>
        </p:nvSpPr>
        <p:spPr>
          <a:xfrm>
            <a:off x="360000" y="360000"/>
            <a:ext cx="4497900" cy="45000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Clr>
                <a:schemeClr val="lt1"/>
              </a:buClr>
              <a:buSzPts val="6200"/>
              <a:buNone/>
              <a:defRPr>
                <a:solidFill>
                  <a:schemeClr val="lt1"/>
                </a:solidFill>
              </a:defRPr>
            </a:lvl1pPr>
            <a:lvl2pPr lvl="1" algn="ctr">
              <a:lnSpc>
                <a:spcPct val="90000"/>
              </a:lnSpc>
              <a:spcBef>
                <a:spcPts val="0"/>
              </a:spcBef>
              <a:spcAft>
                <a:spcPts val="0"/>
              </a:spcAft>
              <a:buClr>
                <a:schemeClr val="lt1"/>
              </a:buClr>
              <a:buSzPts val="6200"/>
              <a:buNone/>
              <a:defRPr>
                <a:solidFill>
                  <a:schemeClr val="lt1"/>
                </a:solidFill>
              </a:defRPr>
            </a:lvl2pPr>
            <a:lvl3pPr lvl="2" algn="ctr">
              <a:lnSpc>
                <a:spcPct val="90000"/>
              </a:lnSpc>
              <a:spcBef>
                <a:spcPts val="0"/>
              </a:spcBef>
              <a:spcAft>
                <a:spcPts val="0"/>
              </a:spcAft>
              <a:buClr>
                <a:schemeClr val="lt1"/>
              </a:buClr>
              <a:buSzPts val="6200"/>
              <a:buNone/>
              <a:defRPr>
                <a:solidFill>
                  <a:schemeClr val="lt1"/>
                </a:solidFill>
              </a:defRPr>
            </a:lvl3pPr>
            <a:lvl4pPr lvl="3" algn="ctr">
              <a:lnSpc>
                <a:spcPct val="90000"/>
              </a:lnSpc>
              <a:spcBef>
                <a:spcPts val="0"/>
              </a:spcBef>
              <a:spcAft>
                <a:spcPts val="0"/>
              </a:spcAft>
              <a:buClr>
                <a:schemeClr val="lt1"/>
              </a:buClr>
              <a:buSzPts val="6200"/>
              <a:buNone/>
              <a:defRPr>
                <a:solidFill>
                  <a:schemeClr val="lt1"/>
                </a:solidFill>
              </a:defRPr>
            </a:lvl4pPr>
            <a:lvl5pPr lvl="4" algn="ctr">
              <a:lnSpc>
                <a:spcPct val="90000"/>
              </a:lnSpc>
              <a:spcBef>
                <a:spcPts val="0"/>
              </a:spcBef>
              <a:spcAft>
                <a:spcPts val="0"/>
              </a:spcAft>
              <a:buClr>
                <a:schemeClr val="lt1"/>
              </a:buClr>
              <a:buSzPts val="6200"/>
              <a:buNone/>
              <a:defRPr>
                <a:solidFill>
                  <a:schemeClr val="lt1"/>
                </a:solidFill>
              </a:defRPr>
            </a:lvl5pPr>
            <a:lvl6pPr lvl="5" algn="ctr">
              <a:lnSpc>
                <a:spcPct val="90000"/>
              </a:lnSpc>
              <a:spcBef>
                <a:spcPts val="0"/>
              </a:spcBef>
              <a:spcAft>
                <a:spcPts val="0"/>
              </a:spcAft>
              <a:buClr>
                <a:schemeClr val="lt1"/>
              </a:buClr>
              <a:buSzPts val="6200"/>
              <a:buNone/>
              <a:defRPr>
                <a:solidFill>
                  <a:schemeClr val="lt1"/>
                </a:solidFill>
              </a:defRPr>
            </a:lvl6pPr>
            <a:lvl7pPr lvl="6" algn="ctr">
              <a:lnSpc>
                <a:spcPct val="90000"/>
              </a:lnSpc>
              <a:spcBef>
                <a:spcPts val="0"/>
              </a:spcBef>
              <a:spcAft>
                <a:spcPts val="0"/>
              </a:spcAft>
              <a:buClr>
                <a:schemeClr val="lt1"/>
              </a:buClr>
              <a:buSzPts val="6200"/>
              <a:buNone/>
              <a:defRPr>
                <a:solidFill>
                  <a:schemeClr val="lt1"/>
                </a:solidFill>
              </a:defRPr>
            </a:lvl7pPr>
            <a:lvl8pPr lvl="7" algn="ctr">
              <a:lnSpc>
                <a:spcPct val="90000"/>
              </a:lnSpc>
              <a:spcBef>
                <a:spcPts val="0"/>
              </a:spcBef>
              <a:spcAft>
                <a:spcPts val="0"/>
              </a:spcAft>
              <a:buClr>
                <a:schemeClr val="lt1"/>
              </a:buClr>
              <a:buSzPts val="6200"/>
              <a:buNone/>
              <a:defRPr>
                <a:solidFill>
                  <a:schemeClr val="lt1"/>
                </a:solidFill>
              </a:defRPr>
            </a:lvl8pPr>
            <a:lvl9pPr lvl="8" algn="ctr">
              <a:lnSpc>
                <a:spcPct val="90000"/>
              </a:lnSpc>
              <a:spcBef>
                <a:spcPts val="0"/>
              </a:spcBef>
              <a:spcAft>
                <a:spcPts val="0"/>
              </a:spcAft>
              <a:buClr>
                <a:schemeClr val="lt1"/>
              </a:buClr>
              <a:buSzPts val="6200"/>
              <a:buNone/>
              <a:defRPr>
                <a:solidFill>
                  <a:schemeClr val="lt1"/>
                </a:solidFill>
              </a:defRPr>
            </a:lvl9pPr>
          </a:lstStyle>
          <a:p/>
        </p:txBody>
      </p:sp>
      <p:sp>
        <p:nvSpPr>
          <p:cNvPr id="46" name="Google Shape;46;p10"/>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2">
  <p:cSld name="Section slide 2">
    <p:bg>
      <p:bgPr>
        <a:blipFill>
          <a:blip r:embed="rId2">
            <a:alphaModFix/>
          </a:blip>
          <a:stretch>
            <a:fillRect/>
          </a:stretch>
        </a:blipFill>
      </p:bgPr>
    </p:bg>
    <p:spTree>
      <p:nvGrpSpPr>
        <p:cNvPr id="47" name="Shape 47"/>
        <p:cNvGrpSpPr/>
        <p:nvPr/>
      </p:nvGrpSpPr>
      <p:grpSpPr>
        <a:xfrm>
          <a:off x="0" y="0"/>
          <a:ext cx="0" cy="0"/>
          <a:chOff x="0" y="0"/>
          <a:chExt cx="0" cy="0"/>
        </a:xfrm>
      </p:grpSpPr>
      <p:sp>
        <p:nvSpPr>
          <p:cNvPr id="48" name="Google Shape;48;p11"/>
          <p:cNvSpPr txBox="1"/>
          <p:nvPr>
            <p:ph type="ctrTitle"/>
          </p:nvPr>
        </p:nvSpPr>
        <p:spPr>
          <a:xfrm>
            <a:off x="411964" y="3971945"/>
            <a:ext cx="4160100" cy="4155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2"/>
              </a:buClr>
              <a:buSzPts val="3000"/>
              <a:buFont typeface="Arial"/>
              <a:buNone/>
              <a:defRPr b="1" sz="3000">
                <a:solidFill>
                  <a:schemeClr val="dk2"/>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9" name="Google Shape;49;p11"/>
          <p:cNvSpPr txBox="1"/>
          <p:nvPr>
            <p:ph idx="1" type="subTitle"/>
          </p:nvPr>
        </p:nvSpPr>
        <p:spPr>
          <a:xfrm>
            <a:off x="411964" y="4496051"/>
            <a:ext cx="4160100" cy="369300"/>
          </a:xfrm>
          <a:prstGeom prst="rect">
            <a:avLst/>
          </a:prstGeom>
          <a:noFill/>
          <a:ln>
            <a:noFill/>
          </a:ln>
        </p:spPr>
        <p:txBody>
          <a:bodyPr anchorCtr="0" anchor="t" bIns="0" lIns="0" spcFirstLastPara="1" rIns="0" wrap="square" tIns="0">
            <a:noAutofit/>
          </a:bodyPr>
          <a:lstStyle>
            <a:lvl1pPr lvl="0" algn="l">
              <a:lnSpc>
                <a:spcPct val="100000"/>
              </a:lnSpc>
              <a:spcBef>
                <a:spcPts val="500"/>
              </a:spcBef>
              <a:spcAft>
                <a:spcPts val="0"/>
              </a:spcAft>
              <a:buClr>
                <a:schemeClr val="dk2"/>
              </a:buClr>
              <a:buSzPts val="1800"/>
              <a:buNone/>
              <a:defRPr b="0" sz="1800">
                <a:solidFill>
                  <a:schemeClr val="dk2"/>
                </a:solidFill>
                <a:latin typeface="Arial"/>
                <a:ea typeface="Arial"/>
                <a:cs typeface="Arial"/>
                <a:sym typeface="Arial"/>
              </a:defRPr>
            </a:lvl1pPr>
            <a:lvl2pPr lvl="1" algn="ctr">
              <a:lnSpc>
                <a:spcPct val="100000"/>
              </a:lnSpc>
              <a:spcBef>
                <a:spcPts val="0"/>
              </a:spcBef>
              <a:spcAft>
                <a:spcPts val="0"/>
              </a:spcAft>
              <a:buSzPts val="1500"/>
              <a:buFont typeface="Arial"/>
              <a:buNone/>
              <a:defRPr sz="1500"/>
            </a:lvl2pPr>
            <a:lvl3pPr lvl="2" algn="ctr">
              <a:lnSpc>
                <a:spcPct val="100000"/>
              </a:lnSpc>
              <a:spcBef>
                <a:spcPts val="500"/>
              </a:spcBef>
              <a:spcAft>
                <a:spcPts val="0"/>
              </a:spcAft>
              <a:buSzPts val="1400"/>
              <a:buNone/>
              <a:defRPr sz="1400"/>
            </a:lvl3pPr>
            <a:lvl4pPr lvl="3" algn="ctr">
              <a:lnSpc>
                <a:spcPct val="100000"/>
              </a:lnSpc>
              <a:spcBef>
                <a:spcPts val="500"/>
              </a:spcBef>
              <a:spcAft>
                <a:spcPts val="0"/>
              </a:spcAft>
              <a:buSzPts val="1200"/>
              <a:buNone/>
              <a:defRPr sz="1200"/>
            </a:lvl4pPr>
            <a:lvl5pPr lvl="4" algn="ctr">
              <a:lnSpc>
                <a:spcPct val="100000"/>
              </a:lnSpc>
              <a:spcBef>
                <a:spcPts val="500"/>
              </a:spcBef>
              <a:spcAft>
                <a:spcPts val="0"/>
              </a:spcAft>
              <a:buSzPts val="1200"/>
              <a:buNone/>
              <a:defRPr sz="1200"/>
            </a:lvl5pPr>
            <a:lvl6pPr lvl="5" algn="ctr">
              <a:lnSpc>
                <a:spcPct val="90000"/>
              </a:lnSpc>
              <a:spcBef>
                <a:spcPts val="5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50" name="Google Shape;50;p11"/>
          <p:cNvSpPr txBox="1"/>
          <p:nvPr>
            <p:ph idx="2" type="body"/>
          </p:nvPr>
        </p:nvSpPr>
        <p:spPr>
          <a:xfrm>
            <a:off x="431559" y="212802"/>
            <a:ext cx="2586000" cy="956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2"/>
              </a:buClr>
              <a:buSzPts val="7200"/>
              <a:buNone/>
              <a:defRPr b="1" sz="7200">
                <a:solidFill>
                  <a:schemeClr val="dk2"/>
                </a:solidFill>
              </a:defRPr>
            </a:lvl1pPr>
            <a:lvl2pPr indent="-228600" lvl="1" marL="914400" algn="l">
              <a:lnSpc>
                <a:spcPct val="100000"/>
              </a:lnSpc>
              <a:spcBef>
                <a:spcPts val="0"/>
              </a:spcBef>
              <a:spcAft>
                <a:spcPts val="0"/>
              </a:spcAft>
              <a:buSzPts val="1400"/>
              <a:buNone/>
              <a:defRPr/>
            </a:lvl2pPr>
            <a:lvl3pPr indent="-317500" lvl="2" marL="1371600" algn="l">
              <a:lnSpc>
                <a:spcPct val="100000"/>
              </a:lnSpc>
              <a:spcBef>
                <a:spcPts val="500"/>
              </a:spcBef>
              <a:spcAft>
                <a:spcPts val="0"/>
              </a:spcAft>
              <a:buSzPts val="1400"/>
              <a:buChar char="•"/>
              <a:defRPr/>
            </a:lvl3pPr>
            <a:lvl4pPr indent="-317500" lvl="3" marL="1828800" algn="l">
              <a:lnSpc>
                <a:spcPct val="100000"/>
              </a:lnSpc>
              <a:spcBef>
                <a:spcPts val="500"/>
              </a:spcBef>
              <a:spcAft>
                <a:spcPts val="0"/>
              </a:spcAft>
              <a:buSzPts val="1400"/>
              <a:buChar char="•"/>
              <a:defRPr/>
            </a:lvl4pPr>
            <a:lvl5pPr indent="-317500" lvl="4" marL="2286000" algn="l">
              <a:lnSpc>
                <a:spcPct val="100000"/>
              </a:lnSpc>
              <a:spcBef>
                <a:spcPts val="500"/>
              </a:spcBef>
              <a:spcAft>
                <a:spcPts val="0"/>
              </a:spcAft>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p:cSld name="TITLE_1_2_2_1">
    <p:bg>
      <p:bgPr>
        <a:solidFill>
          <a:srgbClr val="AB7FC1"/>
        </a:solidFill>
      </p:bgPr>
    </p:bg>
    <p:spTree>
      <p:nvGrpSpPr>
        <p:cNvPr id="51" name="Shape 51"/>
        <p:cNvGrpSpPr/>
        <p:nvPr/>
      </p:nvGrpSpPr>
      <p:grpSpPr>
        <a:xfrm>
          <a:off x="0" y="0"/>
          <a:ext cx="0" cy="0"/>
          <a:chOff x="0" y="0"/>
          <a:chExt cx="0" cy="0"/>
        </a:xfrm>
      </p:grpSpPr>
      <p:sp>
        <p:nvSpPr>
          <p:cNvPr id="52" name="Google Shape;52;p12"/>
          <p:cNvSpPr txBox="1"/>
          <p:nvPr>
            <p:ph type="ctrTitle"/>
          </p:nvPr>
        </p:nvSpPr>
        <p:spPr>
          <a:xfrm>
            <a:off x="360000" y="360000"/>
            <a:ext cx="6839400" cy="45003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SzPts val="4200"/>
              <a:buNone/>
              <a:defRPr sz="4200"/>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
        <p:nvSpPr>
          <p:cNvPr id="53" name="Google Shape;53;p12"/>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
        <p:nvSpPr>
          <p:cNvPr id="54" name="Google Shape;54;p12"/>
          <p:cNvSpPr txBox="1"/>
          <p:nvPr/>
        </p:nvSpPr>
        <p:spPr>
          <a:xfrm>
            <a:off x="6402025" y="4119500"/>
            <a:ext cx="2382000" cy="74070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Clr>
                <a:srgbClr val="000000"/>
              </a:buClr>
              <a:buSzPts val="3000"/>
              <a:buFont typeface="Arial"/>
              <a:buNone/>
            </a:pPr>
            <a:r>
              <a:rPr b="0" i="0" lang="en-GB" sz="3000" u="none" cap="none" strike="noStrike">
                <a:solidFill>
                  <a:schemeClr val="lt1"/>
                </a:solidFill>
                <a:latin typeface="Work Sans SemiBold"/>
                <a:ea typeface="Work Sans SemiBold"/>
                <a:cs typeface="Work Sans SemiBold"/>
                <a:sym typeface="Work Sans SemiBold"/>
              </a:rPr>
              <a:t>Demo</a:t>
            </a:r>
            <a:r>
              <a:rPr b="0" i="0" lang="en-GB" sz="3000" u="none" cap="none" strike="noStrike">
                <a:solidFill>
                  <a:schemeClr val="dk1"/>
                </a:solidFill>
                <a:latin typeface="Work Sans SemiBold"/>
                <a:ea typeface="Work Sans SemiBold"/>
                <a:cs typeface="Work Sans SemiBold"/>
                <a:sym typeface="Work Sans SemiBold"/>
              </a:rPr>
              <a:t>.</a:t>
            </a:r>
            <a:endParaRPr b="0" i="0" sz="3000" u="none" cap="none" strike="noStrike">
              <a:solidFill>
                <a:schemeClr val="dk1"/>
              </a:solidFill>
              <a:latin typeface="Work Sans SemiBold"/>
              <a:ea typeface="Work Sans SemiBold"/>
              <a:cs typeface="Work Sans SemiBold"/>
              <a:sym typeface="Work Sans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2 column">
  <p:cSld name="Title and Content 2 column">
    <p:bg>
      <p:bgPr>
        <a:blipFill>
          <a:blip r:embed="rId2">
            <a:alphaModFix/>
          </a:blip>
          <a:stretch>
            <a:fillRect/>
          </a:stretch>
        </a:blipFill>
      </p:bgPr>
    </p:bg>
    <p:spTree>
      <p:nvGrpSpPr>
        <p:cNvPr id="55" name="Shape 55"/>
        <p:cNvGrpSpPr/>
        <p:nvPr/>
      </p:nvGrpSpPr>
      <p:grpSpPr>
        <a:xfrm>
          <a:off x="0" y="0"/>
          <a:ext cx="0" cy="0"/>
          <a:chOff x="0" y="0"/>
          <a:chExt cx="0" cy="0"/>
        </a:xfrm>
      </p:grpSpPr>
      <p:sp>
        <p:nvSpPr>
          <p:cNvPr id="56" name="Google Shape;56;p13"/>
          <p:cNvSpPr txBox="1"/>
          <p:nvPr>
            <p:ph idx="1" type="body"/>
          </p:nvPr>
        </p:nvSpPr>
        <p:spPr>
          <a:xfrm>
            <a:off x="313200" y="1409400"/>
            <a:ext cx="4158300" cy="297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700"/>
              <a:buNone/>
              <a:defRPr/>
            </a:lvl1pPr>
            <a:lvl2pPr indent="-228600" lvl="1" marL="914400" algn="l">
              <a:lnSpc>
                <a:spcPct val="100000"/>
              </a:lnSpc>
              <a:spcBef>
                <a:spcPts val="500"/>
              </a:spcBef>
              <a:spcAft>
                <a:spcPts val="0"/>
              </a:spcAft>
              <a:buSzPts val="1700"/>
              <a:buFont typeface="Arial"/>
              <a:buNone/>
              <a:defRPr b="0" sz="1700">
                <a:solidFill>
                  <a:schemeClr val="dk1"/>
                </a:solidFill>
                <a:latin typeface="Arial"/>
                <a:ea typeface="Arial"/>
                <a:cs typeface="Arial"/>
                <a:sym typeface="Arial"/>
              </a:defRPr>
            </a:lvl2pPr>
            <a:lvl3pPr indent="-336550" lvl="2" marL="1371600" algn="l">
              <a:lnSpc>
                <a:spcPct val="100000"/>
              </a:lnSpc>
              <a:spcBef>
                <a:spcPts val="500"/>
              </a:spcBef>
              <a:spcAft>
                <a:spcPts val="0"/>
              </a:spcAft>
              <a:buSzPts val="1700"/>
              <a:buChar char="•"/>
              <a:defRPr sz="1700"/>
            </a:lvl3pPr>
            <a:lvl4pPr indent="-336550" lvl="3" marL="1828800" algn="l">
              <a:lnSpc>
                <a:spcPct val="100000"/>
              </a:lnSpc>
              <a:spcBef>
                <a:spcPts val="500"/>
              </a:spcBef>
              <a:spcAft>
                <a:spcPts val="0"/>
              </a:spcAft>
              <a:buSzPts val="1700"/>
              <a:buChar char="•"/>
              <a:defRPr sz="1700"/>
            </a:lvl4pPr>
            <a:lvl5pPr indent="-336550" lvl="4" marL="2286000" algn="l">
              <a:lnSpc>
                <a:spcPct val="100000"/>
              </a:lnSpc>
              <a:spcBef>
                <a:spcPts val="500"/>
              </a:spcBef>
              <a:spcAft>
                <a:spcPts val="0"/>
              </a:spcAft>
              <a:buSzPts val="1700"/>
              <a:buChar char="•"/>
              <a:defRPr sz="17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7" name="Google Shape;57;p13"/>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58" name="Google Shape;58;p13"/>
          <p:cNvSpPr txBox="1"/>
          <p:nvPr>
            <p:ph type="title"/>
          </p:nvPr>
        </p:nvSpPr>
        <p:spPr>
          <a:xfrm>
            <a:off x="440100" y="345600"/>
            <a:ext cx="7988400" cy="415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2"/>
              </a:buClr>
              <a:buSzPts val="2100"/>
              <a:buFont typeface="Arial"/>
              <a:buNone/>
              <a:defRPr>
                <a:solidFill>
                  <a:schemeClr val="dk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9" name="Google Shape;59;p13"/>
          <p:cNvSpPr txBox="1"/>
          <p:nvPr>
            <p:ph idx="2" type="body"/>
          </p:nvPr>
        </p:nvSpPr>
        <p:spPr>
          <a:xfrm>
            <a:off x="4698773" y="1409400"/>
            <a:ext cx="4158300" cy="2976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700"/>
              <a:buNone/>
              <a:defRPr/>
            </a:lvl1pPr>
            <a:lvl2pPr indent="-228600" lvl="1" marL="914400" algn="l">
              <a:lnSpc>
                <a:spcPct val="100000"/>
              </a:lnSpc>
              <a:spcBef>
                <a:spcPts val="500"/>
              </a:spcBef>
              <a:spcAft>
                <a:spcPts val="0"/>
              </a:spcAft>
              <a:buSzPts val="1700"/>
              <a:buFont typeface="Arial"/>
              <a:buNone/>
              <a:defRPr b="0" sz="1700">
                <a:solidFill>
                  <a:schemeClr val="dk1"/>
                </a:solidFill>
                <a:latin typeface="Arial"/>
                <a:ea typeface="Arial"/>
                <a:cs typeface="Arial"/>
                <a:sym typeface="Arial"/>
              </a:defRPr>
            </a:lvl2pPr>
            <a:lvl3pPr indent="-336550" lvl="2" marL="1371600" algn="l">
              <a:lnSpc>
                <a:spcPct val="100000"/>
              </a:lnSpc>
              <a:spcBef>
                <a:spcPts val="500"/>
              </a:spcBef>
              <a:spcAft>
                <a:spcPts val="0"/>
              </a:spcAft>
              <a:buSzPts val="1700"/>
              <a:buChar char="•"/>
              <a:defRPr sz="1700"/>
            </a:lvl3pPr>
            <a:lvl4pPr indent="-336550" lvl="3" marL="1828800" algn="l">
              <a:lnSpc>
                <a:spcPct val="100000"/>
              </a:lnSpc>
              <a:spcBef>
                <a:spcPts val="500"/>
              </a:spcBef>
              <a:spcAft>
                <a:spcPts val="0"/>
              </a:spcAft>
              <a:buSzPts val="1700"/>
              <a:buChar char="•"/>
              <a:defRPr sz="1700"/>
            </a:lvl4pPr>
            <a:lvl5pPr indent="-336550" lvl="4" marL="2286000" algn="l">
              <a:lnSpc>
                <a:spcPct val="100000"/>
              </a:lnSpc>
              <a:spcBef>
                <a:spcPts val="500"/>
              </a:spcBef>
              <a:spcAft>
                <a:spcPts val="0"/>
              </a:spcAft>
              <a:buSzPts val="1700"/>
              <a:buChar char="•"/>
              <a:defRPr sz="17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0" name="Google Shape;60;p13"/>
          <p:cNvSpPr txBox="1"/>
          <p:nvPr>
            <p:ph idx="11" type="ftr"/>
          </p:nvPr>
        </p:nvSpPr>
        <p:spPr>
          <a:xfrm>
            <a:off x="440100" y="4780973"/>
            <a:ext cx="3086100" cy="273900"/>
          </a:xfrm>
          <a:prstGeom prst="rect">
            <a:avLst/>
          </a:prstGeom>
          <a:noFill/>
          <a:ln>
            <a:noFill/>
          </a:ln>
        </p:spPr>
        <p:txBody>
          <a:bodyPr anchorCtr="0" anchor="ctr" bIns="34275" lIns="0"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 Slide 2">
    <p:bg>
      <p:bgPr>
        <a:blipFill>
          <a:blip r:embed="rId2">
            <a:alphaModFix/>
          </a:blip>
          <a:stretch>
            <a:fillRect/>
          </a:stretch>
        </a:blipFill>
      </p:bgPr>
    </p:bg>
    <p:spTree>
      <p:nvGrpSpPr>
        <p:cNvPr id="61" name="Shape 61"/>
        <p:cNvGrpSpPr/>
        <p:nvPr/>
      </p:nvGrpSpPr>
      <p:grpSpPr>
        <a:xfrm>
          <a:off x="0" y="0"/>
          <a:ext cx="0" cy="0"/>
          <a:chOff x="0" y="0"/>
          <a:chExt cx="0" cy="0"/>
        </a:xfrm>
      </p:grpSpPr>
      <p:sp>
        <p:nvSpPr>
          <p:cNvPr id="62" name="Google Shape;62;p14"/>
          <p:cNvSpPr txBox="1"/>
          <p:nvPr>
            <p:ph idx="1" type="body"/>
          </p:nvPr>
        </p:nvSpPr>
        <p:spPr>
          <a:xfrm>
            <a:off x="427665" y="4484806"/>
            <a:ext cx="2805300" cy="351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800"/>
              <a:buNone/>
              <a:defRPr b="0" sz="1800"/>
            </a:lvl1pPr>
            <a:lvl2pPr indent="-228600" lvl="1" marL="914400" algn="l">
              <a:lnSpc>
                <a:spcPct val="100000"/>
              </a:lnSpc>
              <a:spcBef>
                <a:spcPts val="0"/>
              </a:spcBef>
              <a:spcAft>
                <a:spcPts val="0"/>
              </a:spcAft>
              <a:buSzPts val="1700"/>
              <a:buFont typeface="Arial"/>
              <a:buNone/>
              <a:defRPr/>
            </a:lvl2pPr>
            <a:lvl3pPr indent="-317500" lvl="2" marL="1371600" algn="l">
              <a:lnSpc>
                <a:spcPct val="100000"/>
              </a:lnSpc>
              <a:spcBef>
                <a:spcPts val="500"/>
              </a:spcBef>
              <a:spcAft>
                <a:spcPts val="0"/>
              </a:spcAft>
              <a:buSzPts val="1400"/>
              <a:buChar char="•"/>
              <a:defRPr/>
            </a:lvl3pPr>
            <a:lvl4pPr indent="-317500" lvl="3" marL="1828800" algn="l">
              <a:lnSpc>
                <a:spcPct val="100000"/>
              </a:lnSpc>
              <a:spcBef>
                <a:spcPts val="500"/>
              </a:spcBef>
              <a:spcAft>
                <a:spcPts val="0"/>
              </a:spcAft>
              <a:buSzPts val="1400"/>
              <a:buChar char="•"/>
              <a:defRPr/>
            </a:lvl4pPr>
            <a:lvl5pPr indent="-317500" lvl="4" marL="2286000" algn="l">
              <a:lnSpc>
                <a:spcPct val="100000"/>
              </a:lnSpc>
              <a:spcBef>
                <a:spcPts val="500"/>
              </a:spcBef>
              <a:spcAft>
                <a:spcPts val="0"/>
              </a:spcAft>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63" name="Google Shape;63;p14"/>
          <p:cNvPicPr preferRelativeResize="0"/>
          <p:nvPr/>
        </p:nvPicPr>
        <p:blipFill rotWithShape="1">
          <a:blip r:embed="rId3">
            <a:alphaModFix/>
          </a:blip>
          <a:srcRect b="0" l="0" r="0" t="0"/>
          <a:stretch/>
        </p:blipFill>
        <p:spPr>
          <a:xfrm>
            <a:off x="427665" y="466748"/>
            <a:ext cx="1175288" cy="707732"/>
          </a:xfrm>
          <a:prstGeom prst="rect">
            <a:avLst/>
          </a:prstGeom>
          <a:noFill/>
          <a:ln>
            <a:noFill/>
          </a:ln>
        </p:spPr>
      </p:pic>
      <p:pic>
        <p:nvPicPr>
          <p:cNvPr descr="A black text on a white background&#10;&#10;Description automatically generated" id="64" name="Google Shape;64;p14"/>
          <p:cNvPicPr preferRelativeResize="0"/>
          <p:nvPr/>
        </p:nvPicPr>
        <p:blipFill rotWithShape="1">
          <a:blip r:embed="rId4">
            <a:alphaModFix/>
          </a:blip>
          <a:srcRect b="15175" l="0" r="0" t="0"/>
          <a:stretch/>
        </p:blipFill>
        <p:spPr>
          <a:xfrm>
            <a:off x="216356" y="2748663"/>
            <a:ext cx="5694589" cy="1635558"/>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 Slide 3">
    <p:bg>
      <p:bgPr>
        <a:blipFill>
          <a:blip r:embed="rId2">
            <a:alphaModFix/>
          </a:blip>
          <a:stretch>
            <a:fillRect/>
          </a:stretch>
        </a:blipFill>
      </p:bgPr>
    </p:bg>
    <p:spTree>
      <p:nvGrpSpPr>
        <p:cNvPr id="65" name="Shape 65"/>
        <p:cNvGrpSpPr/>
        <p:nvPr/>
      </p:nvGrpSpPr>
      <p:grpSpPr>
        <a:xfrm>
          <a:off x="0" y="0"/>
          <a:ext cx="0" cy="0"/>
          <a:chOff x="0" y="0"/>
          <a:chExt cx="0" cy="0"/>
        </a:xfrm>
      </p:grpSpPr>
      <p:sp>
        <p:nvSpPr>
          <p:cNvPr id="66" name="Google Shape;66;p15"/>
          <p:cNvSpPr txBox="1"/>
          <p:nvPr>
            <p:ph idx="1" type="body"/>
          </p:nvPr>
        </p:nvSpPr>
        <p:spPr>
          <a:xfrm>
            <a:off x="427665" y="2811127"/>
            <a:ext cx="2805300" cy="351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800"/>
              <a:buNone/>
              <a:defRPr b="0" sz="1800"/>
            </a:lvl1pPr>
            <a:lvl2pPr indent="-228600" lvl="1" marL="914400" algn="l">
              <a:lnSpc>
                <a:spcPct val="100000"/>
              </a:lnSpc>
              <a:spcBef>
                <a:spcPts val="0"/>
              </a:spcBef>
              <a:spcAft>
                <a:spcPts val="0"/>
              </a:spcAft>
              <a:buSzPts val="1700"/>
              <a:buFont typeface="Arial"/>
              <a:buNone/>
              <a:defRPr/>
            </a:lvl2pPr>
            <a:lvl3pPr indent="-317500" lvl="2" marL="1371600" algn="l">
              <a:lnSpc>
                <a:spcPct val="100000"/>
              </a:lnSpc>
              <a:spcBef>
                <a:spcPts val="500"/>
              </a:spcBef>
              <a:spcAft>
                <a:spcPts val="0"/>
              </a:spcAft>
              <a:buSzPts val="1400"/>
              <a:buChar char="•"/>
              <a:defRPr/>
            </a:lvl3pPr>
            <a:lvl4pPr indent="-317500" lvl="3" marL="1828800" algn="l">
              <a:lnSpc>
                <a:spcPct val="100000"/>
              </a:lnSpc>
              <a:spcBef>
                <a:spcPts val="500"/>
              </a:spcBef>
              <a:spcAft>
                <a:spcPts val="0"/>
              </a:spcAft>
              <a:buSzPts val="1400"/>
              <a:buChar char="•"/>
              <a:defRPr/>
            </a:lvl4pPr>
            <a:lvl5pPr indent="-317500" lvl="4" marL="2286000" algn="l">
              <a:lnSpc>
                <a:spcPct val="100000"/>
              </a:lnSpc>
              <a:spcBef>
                <a:spcPts val="500"/>
              </a:spcBef>
              <a:spcAft>
                <a:spcPts val="0"/>
              </a:spcAft>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67" name="Google Shape;67;p15"/>
          <p:cNvPicPr preferRelativeResize="0"/>
          <p:nvPr/>
        </p:nvPicPr>
        <p:blipFill rotWithShape="1">
          <a:blip r:embed="rId3">
            <a:alphaModFix/>
          </a:blip>
          <a:srcRect b="0" l="0" r="0" t="0"/>
          <a:stretch/>
        </p:blipFill>
        <p:spPr>
          <a:xfrm>
            <a:off x="427665" y="466748"/>
            <a:ext cx="1175288" cy="707732"/>
          </a:xfrm>
          <a:prstGeom prst="rect">
            <a:avLst/>
          </a:prstGeom>
          <a:noFill/>
          <a:ln>
            <a:noFill/>
          </a:ln>
        </p:spPr>
      </p:pic>
      <p:pic>
        <p:nvPicPr>
          <p:cNvPr descr="A black text on a white background&#10;&#10;Description automatically generated" id="68" name="Google Shape;68;p15"/>
          <p:cNvPicPr preferRelativeResize="0"/>
          <p:nvPr/>
        </p:nvPicPr>
        <p:blipFill rotWithShape="1">
          <a:blip r:embed="rId4">
            <a:alphaModFix/>
          </a:blip>
          <a:srcRect b="15175" l="0" r="0" t="0"/>
          <a:stretch/>
        </p:blipFill>
        <p:spPr>
          <a:xfrm>
            <a:off x="6604908" y="4073945"/>
            <a:ext cx="2212520" cy="635464"/>
          </a:xfrm>
          <a:prstGeom prst="rect">
            <a:avLst/>
          </a:prstGeom>
          <a:noFill/>
          <a:ln>
            <a:noFill/>
          </a:ln>
        </p:spPr>
      </p:pic>
      <p:sp>
        <p:nvSpPr>
          <p:cNvPr id="69" name="Google Shape;69;p15"/>
          <p:cNvSpPr txBox="1"/>
          <p:nvPr>
            <p:ph type="title"/>
          </p:nvPr>
        </p:nvSpPr>
        <p:spPr>
          <a:xfrm>
            <a:off x="427665" y="1836965"/>
            <a:ext cx="5646600" cy="9432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2"/>
              </a:buClr>
              <a:buSzPts val="3000"/>
              <a:buFont typeface="Arial"/>
              <a:buNone/>
              <a:defRPr sz="3000">
                <a:solidFill>
                  <a:schemeClr val="dk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slide 1">
  <p:cSld name="Contents slide 1">
    <p:bg>
      <p:bgPr>
        <a:blipFill>
          <a:blip r:embed="rId2">
            <a:alphaModFix/>
          </a:blip>
          <a:stretch>
            <a:fillRect/>
          </a:stretch>
        </a:blipFill>
      </p:bgPr>
    </p:bg>
    <p:spTree>
      <p:nvGrpSpPr>
        <p:cNvPr id="70" name="Shape 70"/>
        <p:cNvGrpSpPr/>
        <p:nvPr/>
      </p:nvGrpSpPr>
      <p:grpSpPr>
        <a:xfrm>
          <a:off x="0" y="0"/>
          <a:ext cx="0" cy="0"/>
          <a:chOff x="0" y="0"/>
          <a:chExt cx="0" cy="0"/>
        </a:xfrm>
      </p:grpSpPr>
      <p:sp>
        <p:nvSpPr>
          <p:cNvPr id="71" name="Google Shape;71;p16"/>
          <p:cNvSpPr txBox="1"/>
          <p:nvPr>
            <p:ph idx="1" type="body"/>
          </p:nvPr>
        </p:nvSpPr>
        <p:spPr>
          <a:xfrm>
            <a:off x="433863" y="1530770"/>
            <a:ext cx="532800" cy="2502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700"/>
              <a:buNone/>
              <a:defRPr b="1" sz="1700">
                <a:solidFill>
                  <a:schemeClr val="dk1"/>
                </a:solidFill>
                <a:latin typeface="Arial"/>
                <a:ea typeface="Arial"/>
                <a:cs typeface="Arial"/>
                <a:sym typeface="Arial"/>
              </a:defRPr>
            </a:lvl1pPr>
            <a:lvl2pPr indent="-228600" lvl="1" marL="914400" algn="l">
              <a:lnSpc>
                <a:spcPct val="100000"/>
              </a:lnSpc>
              <a:spcBef>
                <a:spcPts val="1800"/>
              </a:spcBef>
              <a:spcAft>
                <a:spcPts val="0"/>
              </a:spcAft>
              <a:buSzPts val="1700"/>
              <a:buFont typeface="Arial"/>
              <a:buNone/>
              <a:defRPr sz="1700"/>
            </a:lvl2pPr>
            <a:lvl3pPr indent="-336550" lvl="2" marL="1371600" algn="l">
              <a:lnSpc>
                <a:spcPct val="100000"/>
              </a:lnSpc>
              <a:spcBef>
                <a:spcPts val="500"/>
              </a:spcBef>
              <a:spcAft>
                <a:spcPts val="0"/>
              </a:spcAft>
              <a:buSzPts val="1700"/>
              <a:buChar char="•"/>
              <a:defRPr sz="1700"/>
            </a:lvl3pPr>
            <a:lvl4pPr indent="-336550" lvl="3" marL="1828800" algn="l">
              <a:lnSpc>
                <a:spcPct val="100000"/>
              </a:lnSpc>
              <a:spcBef>
                <a:spcPts val="500"/>
              </a:spcBef>
              <a:spcAft>
                <a:spcPts val="0"/>
              </a:spcAft>
              <a:buSzPts val="1700"/>
              <a:buChar char="•"/>
              <a:defRPr sz="1700"/>
            </a:lvl4pPr>
            <a:lvl5pPr indent="-336550" lvl="4" marL="2286000" algn="l">
              <a:lnSpc>
                <a:spcPct val="100000"/>
              </a:lnSpc>
              <a:spcBef>
                <a:spcPts val="500"/>
              </a:spcBef>
              <a:spcAft>
                <a:spcPts val="0"/>
              </a:spcAft>
              <a:buSzPts val="1700"/>
              <a:buChar char="•"/>
              <a:defRPr sz="17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2" name="Google Shape;72;p16"/>
          <p:cNvSpPr txBox="1"/>
          <p:nvPr>
            <p:ph type="title"/>
          </p:nvPr>
        </p:nvSpPr>
        <p:spPr>
          <a:xfrm>
            <a:off x="433863" y="317011"/>
            <a:ext cx="7988400" cy="4152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2"/>
              </a:buClr>
              <a:buSzPts val="2400"/>
              <a:buFont typeface="Arial"/>
              <a:buNone/>
              <a:defRPr sz="2400">
                <a:solidFill>
                  <a:schemeClr val="dk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3" name="Google Shape;73;p16"/>
          <p:cNvSpPr txBox="1"/>
          <p:nvPr>
            <p:ph idx="2" type="body"/>
          </p:nvPr>
        </p:nvSpPr>
        <p:spPr>
          <a:xfrm>
            <a:off x="1088927" y="1537301"/>
            <a:ext cx="7339800" cy="2502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700"/>
              <a:buNone/>
              <a:defRPr b="0" sz="1700">
                <a:solidFill>
                  <a:schemeClr val="dk1"/>
                </a:solidFill>
                <a:latin typeface="Arial"/>
                <a:ea typeface="Arial"/>
                <a:cs typeface="Arial"/>
                <a:sym typeface="Arial"/>
              </a:defRPr>
            </a:lvl1pPr>
            <a:lvl2pPr indent="-228600" lvl="1" marL="914400" algn="l">
              <a:lnSpc>
                <a:spcPct val="100000"/>
              </a:lnSpc>
              <a:spcBef>
                <a:spcPts val="1800"/>
              </a:spcBef>
              <a:spcAft>
                <a:spcPts val="0"/>
              </a:spcAft>
              <a:buSzPts val="1700"/>
              <a:buFont typeface="Arial"/>
              <a:buNone/>
              <a:defRPr sz="1700"/>
            </a:lvl2pPr>
            <a:lvl3pPr indent="-336550" lvl="2" marL="1371600" algn="l">
              <a:lnSpc>
                <a:spcPct val="100000"/>
              </a:lnSpc>
              <a:spcBef>
                <a:spcPts val="500"/>
              </a:spcBef>
              <a:spcAft>
                <a:spcPts val="0"/>
              </a:spcAft>
              <a:buSzPts val="1700"/>
              <a:buChar char="•"/>
              <a:defRPr sz="1700"/>
            </a:lvl3pPr>
            <a:lvl4pPr indent="-336550" lvl="3" marL="1828800" algn="l">
              <a:lnSpc>
                <a:spcPct val="100000"/>
              </a:lnSpc>
              <a:spcBef>
                <a:spcPts val="500"/>
              </a:spcBef>
              <a:spcAft>
                <a:spcPts val="0"/>
              </a:spcAft>
              <a:buSzPts val="1700"/>
              <a:buChar char="•"/>
              <a:defRPr sz="1700"/>
            </a:lvl4pPr>
            <a:lvl5pPr indent="-336550" lvl="4" marL="2286000" algn="l">
              <a:lnSpc>
                <a:spcPct val="100000"/>
              </a:lnSpc>
              <a:spcBef>
                <a:spcPts val="500"/>
              </a:spcBef>
              <a:spcAft>
                <a:spcPts val="0"/>
              </a:spcAft>
              <a:buSzPts val="1700"/>
              <a:buChar char="•"/>
              <a:defRPr sz="17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slide 2">
  <p:cSld name="Contents slide 2">
    <p:bg>
      <p:bgPr>
        <a:blipFill>
          <a:blip r:embed="rId2">
            <a:alphaModFix/>
          </a:blip>
          <a:stretch>
            <a:fillRect/>
          </a:stretch>
        </a:blipFill>
      </p:bgPr>
    </p:bg>
    <p:spTree>
      <p:nvGrpSpPr>
        <p:cNvPr id="74" name="Shape 74"/>
        <p:cNvGrpSpPr/>
        <p:nvPr/>
      </p:nvGrpSpPr>
      <p:grpSpPr>
        <a:xfrm>
          <a:off x="0" y="0"/>
          <a:ext cx="0" cy="0"/>
          <a:chOff x="0" y="0"/>
          <a:chExt cx="0" cy="0"/>
        </a:xfrm>
      </p:grpSpPr>
      <p:sp>
        <p:nvSpPr>
          <p:cNvPr id="75" name="Google Shape;75;p17"/>
          <p:cNvSpPr txBox="1"/>
          <p:nvPr>
            <p:ph idx="1" type="body"/>
          </p:nvPr>
        </p:nvSpPr>
        <p:spPr>
          <a:xfrm>
            <a:off x="433863" y="1530770"/>
            <a:ext cx="2080800" cy="2502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700"/>
              <a:buNone/>
              <a:defRPr b="1" sz="1700">
                <a:solidFill>
                  <a:schemeClr val="dk1"/>
                </a:solidFill>
                <a:latin typeface="Arial"/>
                <a:ea typeface="Arial"/>
                <a:cs typeface="Arial"/>
                <a:sym typeface="Arial"/>
              </a:defRPr>
            </a:lvl1pPr>
            <a:lvl2pPr indent="-228600" lvl="1" marL="914400" algn="l">
              <a:lnSpc>
                <a:spcPct val="100000"/>
              </a:lnSpc>
              <a:spcBef>
                <a:spcPts val="1800"/>
              </a:spcBef>
              <a:spcAft>
                <a:spcPts val="0"/>
              </a:spcAft>
              <a:buSzPts val="1400"/>
              <a:buFont typeface="Arial"/>
              <a:buNone/>
              <a:defRPr sz="1400">
                <a:solidFill>
                  <a:schemeClr val="dk1"/>
                </a:solidFill>
                <a:latin typeface="Arial"/>
                <a:ea typeface="Arial"/>
                <a:cs typeface="Arial"/>
                <a:sym typeface="Arial"/>
              </a:defRPr>
            </a:lvl2pPr>
            <a:lvl3pPr indent="-336550" lvl="2" marL="1371600" algn="l">
              <a:lnSpc>
                <a:spcPct val="100000"/>
              </a:lnSpc>
              <a:spcBef>
                <a:spcPts val="500"/>
              </a:spcBef>
              <a:spcAft>
                <a:spcPts val="0"/>
              </a:spcAft>
              <a:buSzPts val="1700"/>
              <a:buChar char="•"/>
              <a:defRPr sz="1700"/>
            </a:lvl3pPr>
            <a:lvl4pPr indent="-336550" lvl="3" marL="1828800" algn="l">
              <a:lnSpc>
                <a:spcPct val="100000"/>
              </a:lnSpc>
              <a:spcBef>
                <a:spcPts val="500"/>
              </a:spcBef>
              <a:spcAft>
                <a:spcPts val="0"/>
              </a:spcAft>
              <a:buSzPts val="1700"/>
              <a:buChar char="•"/>
              <a:defRPr sz="1700"/>
            </a:lvl4pPr>
            <a:lvl5pPr indent="-336550" lvl="4" marL="2286000" algn="l">
              <a:lnSpc>
                <a:spcPct val="100000"/>
              </a:lnSpc>
              <a:spcBef>
                <a:spcPts val="500"/>
              </a:spcBef>
              <a:spcAft>
                <a:spcPts val="0"/>
              </a:spcAft>
              <a:buSzPts val="1700"/>
              <a:buChar char="•"/>
              <a:defRPr sz="17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6" name="Google Shape;76;p17"/>
          <p:cNvSpPr txBox="1"/>
          <p:nvPr>
            <p:ph type="title"/>
          </p:nvPr>
        </p:nvSpPr>
        <p:spPr>
          <a:xfrm>
            <a:off x="433863" y="317011"/>
            <a:ext cx="7988400" cy="4152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2"/>
              </a:buClr>
              <a:buSzPts val="2400"/>
              <a:buFont typeface="Arial"/>
              <a:buNone/>
              <a:defRPr sz="2400">
                <a:solidFill>
                  <a:schemeClr val="dk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7" name="Google Shape;77;p17"/>
          <p:cNvSpPr txBox="1"/>
          <p:nvPr>
            <p:ph idx="2" type="body"/>
          </p:nvPr>
        </p:nvSpPr>
        <p:spPr>
          <a:xfrm>
            <a:off x="3334295" y="1530770"/>
            <a:ext cx="2028000" cy="2502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1"/>
              </a:buClr>
              <a:buSzPts val="1700"/>
              <a:buNone/>
              <a:defRPr b="1" sz="17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1400"/>
              <a:buFont typeface="Arial"/>
              <a:buNone/>
              <a:defRPr sz="1400">
                <a:solidFill>
                  <a:schemeClr val="dk1"/>
                </a:solidFill>
                <a:latin typeface="Arial"/>
                <a:ea typeface="Arial"/>
                <a:cs typeface="Arial"/>
                <a:sym typeface="Arial"/>
              </a:defRPr>
            </a:lvl2pPr>
            <a:lvl3pPr indent="-336550" lvl="2" marL="1371600" algn="l">
              <a:lnSpc>
                <a:spcPct val="100000"/>
              </a:lnSpc>
              <a:spcBef>
                <a:spcPts val="1800"/>
              </a:spcBef>
              <a:spcAft>
                <a:spcPts val="0"/>
              </a:spcAft>
              <a:buSzPts val="1700"/>
              <a:buChar char="•"/>
              <a:defRPr sz="1700"/>
            </a:lvl3pPr>
            <a:lvl4pPr indent="-336550" lvl="3" marL="1828800" algn="l">
              <a:lnSpc>
                <a:spcPct val="100000"/>
              </a:lnSpc>
              <a:spcBef>
                <a:spcPts val="500"/>
              </a:spcBef>
              <a:spcAft>
                <a:spcPts val="0"/>
              </a:spcAft>
              <a:buSzPts val="1700"/>
              <a:buChar char="•"/>
              <a:defRPr sz="1700"/>
            </a:lvl4pPr>
            <a:lvl5pPr indent="-336550" lvl="4" marL="2286000" algn="l">
              <a:lnSpc>
                <a:spcPct val="100000"/>
              </a:lnSpc>
              <a:spcBef>
                <a:spcPts val="500"/>
              </a:spcBef>
              <a:spcAft>
                <a:spcPts val="0"/>
              </a:spcAft>
              <a:buSzPts val="1700"/>
              <a:buChar char="•"/>
              <a:defRPr sz="17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1">
  <p:cSld name="Section slide 1">
    <p:bg>
      <p:bgPr>
        <a:blipFill>
          <a:blip r:embed="rId2">
            <a:alphaModFix/>
          </a:blip>
          <a:stretch>
            <a:fillRect/>
          </a:stretch>
        </a:blipFill>
      </p:bgPr>
    </p:bg>
    <p:spTree>
      <p:nvGrpSpPr>
        <p:cNvPr id="78" name="Shape 78"/>
        <p:cNvGrpSpPr/>
        <p:nvPr/>
      </p:nvGrpSpPr>
      <p:grpSpPr>
        <a:xfrm>
          <a:off x="0" y="0"/>
          <a:ext cx="0" cy="0"/>
          <a:chOff x="0" y="0"/>
          <a:chExt cx="0" cy="0"/>
        </a:xfrm>
      </p:grpSpPr>
      <p:sp>
        <p:nvSpPr>
          <p:cNvPr id="79" name="Google Shape;79;p18"/>
          <p:cNvSpPr txBox="1"/>
          <p:nvPr>
            <p:ph type="ctrTitle"/>
          </p:nvPr>
        </p:nvSpPr>
        <p:spPr>
          <a:xfrm>
            <a:off x="411964" y="3971945"/>
            <a:ext cx="4160100" cy="4155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2"/>
              </a:buClr>
              <a:buSzPts val="3000"/>
              <a:buFont typeface="Arial"/>
              <a:buNone/>
              <a:defRPr b="1" sz="3000">
                <a:solidFill>
                  <a:schemeClr val="dk2"/>
                </a:solidFill>
                <a:latin typeface="Arial"/>
                <a:ea typeface="Arial"/>
                <a:cs typeface="Arial"/>
                <a:sym typeface="Aria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0" name="Google Shape;80;p18"/>
          <p:cNvSpPr txBox="1"/>
          <p:nvPr>
            <p:ph idx="1" type="subTitle"/>
          </p:nvPr>
        </p:nvSpPr>
        <p:spPr>
          <a:xfrm>
            <a:off x="411964" y="4496051"/>
            <a:ext cx="4160100" cy="369300"/>
          </a:xfrm>
          <a:prstGeom prst="rect">
            <a:avLst/>
          </a:prstGeom>
          <a:noFill/>
          <a:ln>
            <a:noFill/>
          </a:ln>
        </p:spPr>
        <p:txBody>
          <a:bodyPr anchorCtr="0" anchor="t" bIns="0" lIns="0" spcFirstLastPara="1" rIns="0" wrap="square" tIns="0">
            <a:noAutofit/>
          </a:bodyPr>
          <a:lstStyle>
            <a:lvl1pPr lvl="0" algn="l">
              <a:lnSpc>
                <a:spcPct val="100000"/>
              </a:lnSpc>
              <a:spcBef>
                <a:spcPts val="500"/>
              </a:spcBef>
              <a:spcAft>
                <a:spcPts val="0"/>
              </a:spcAft>
              <a:buClr>
                <a:schemeClr val="dk2"/>
              </a:buClr>
              <a:buSzPts val="1800"/>
              <a:buNone/>
              <a:defRPr b="0" sz="1800">
                <a:solidFill>
                  <a:schemeClr val="dk2"/>
                </a:solidFill>
                <a:latin typeface="Arial"/>
                <a:ea typeface="Arial"/>
                <a:cs typeface="Arial"/>
                <a:sym typeface="Arial"/>
              </a:defRPr>
            </a:lvl1pPr>
            <a:lvl2pPr lvl="1" algn="ctr">
              <a:lnSpc>
                <a:spcPct val="100000"/>
              </a:lnSpc>
              <a:spcBef>
                <a:spcPts val="0"/>
              </a:spcBef>
              <a:spcAft>
                <a:spcPts val="0"/>
              </a:spcAft>
              <a:buSzPts val="1500"/>
              <a:buFont typeface="Arial"/>
              <a:buNone/>
              <a:defRPr sz="1500"/>
            </a:lvl2pPr>
            <a:lvl3pPr lvl="2" algn="ctr">
              <a:lnSpc>
                <a:spcPct val="100000"/>
              </a:lnSpc>
              <a:spcBef>
                <a:spcPts val="500"/>
              </a:spcBef>
              <a:spcAft>
                <a:spcPts val="0"/>
              </a:spcAft>
              <a:buSzPts val="1400"/>
              <a:buNone/>
              <a:defRPr sz="1400"/>
            </a:lvl3pPr>
            <a:lvl4pPr lvl="3" algn="ctr">
              <a:lnSpc>
                <a:spcPct val="100000"/>
              </a:lnSpc>
              <a:spcBef>
                <a:spcPts val="500"/>
              </a:spcBef>
              <a:spcAft>
                <a:spcPts val="0"/>
              </a:spcAft>
              <a:buSzPts val="1200"/>
              <a:buNone/>
              <a:defRPr sz="1200"/>
            </a:lvl4pPr>
            <a:lvl5pPr lvl="4" algn="ctr">
              <a:lnSpc>
                <a:spcPct val="100000"/>
              </a:lnSpc>
              <a:spcBef>
                <a:spcPts val="500"/>
              </a:spcBef>
              <a:spcAft>
                <a:spcPts val="0"/>
              </a:spcAft>
              <a:buSzPts val="1200"/>
              <a:buNone/>
              <a:defRPr sz="1200"/>
            </a:lvl5pPr>
            <a:lvl6pPr lvl="5" algn="ctr">
              <a:lnSpc>
                <a:spcPct val="90000"/>
              </a:lnSpc>
              <a:spcBef>
                <a:spcPts val="5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81" name="Google Shape;81;p18"/>
          <p:cNvSpPr txBox="1"/>
          <p:nvPr>
            <p:ph idx="2" type="body"/>
          </p:nvPr>
        </p:nvSpPr>
        <p:spPr>
          <a:xfrm>
            <a:off x="431559" y="212802"/>
            <a:ext cx="2586000" cy="956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2"/>
              </a:buClr>
              <a:buSzPts val="7200"/>
              <a:buNone/>
              <a:defRPr b="1" sz="7200">
                <a:solidFill>
                  <a:schemeClr val="dk2"/>
                </a:solidFill>
              </a:defRPr>
            </a:lvl1pPr>
            <a:lvl2pPr indent="-228600" lvl="1" marL="914400" algn="l">
              <a:lnSpc>
                <a:spcPct val="100000"/>
              </a:lnSpc>
              <a:spcBef>
                <a:spcPts val="0"/>
              </a:spcBef>
              <a:spcAft>
                <a:spcPts val="0"/>
              </a:spcAft>
              <a:buSzPts val="1400"/>
              <a:buNone/>
              <a:defRPr/>
            </a:lvl2pPr>
            <a:lvl3pPr indent="-317500" lvl="2" marL="1371600" algn="l">
              <a:lnSpc>
                <a:spcPct val="100000"/>
              </a:lnSpc>
              <a:spcBef>
                <a:spcPts val="500"/>
              </a:spcBef>
              <a:spcAft>
                <a:spcPts val="0"/>
              </a:spcAft>
              <a:buSzPts val="1400"/>
              <a:buChar char="•"/>
              <a:defRPr/>
            </a:lvl3pPr>
            <a:lvl4pPr indent="-317500" lvl="3" marL="1828800" algn="l">
              <a:lnSpc>
                <a:spcPct val="100000"/>
              </a:lnSpc>
              <a:spcBef>
                <a:spcPts val="500"/>
              </a:spcBef>
              <a:spcAft>
                <a:spcPts val="0"/>
              </a:spcAft>
              <a:buSzPts val="1400"/>
              <a:buChar char="•"/>
              <a:defRPr/>
            </a:lvl4pPr>
            <a:lvl5pPr indent="-317500" lvl="4" marL="2286000" algn="l">
              <a:lnSpc>
                <a:spcPct val="100000"/>
              </a:lnSpc>
              <a:spcBef>
                <a:spcPts val="500"/>
              </a:spcBef>
              <a:spcAft>
                <a:spcPts val="0"/>
              </a:spcAft>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Quote 1">
    <p:bg>
      <p:bgPr>
        <a:blipFill>
          <a:blip r:embed="rId2">
            <a:alphaModFix/>
          </a:blip>
          <a:stretch>
            <a:fillRect/>
          </a:stretch>
        </a:blipFill>
      </p:bgPr>
    </p:bg>
    <p:spTree>
      <p:nvGrpSpPr>
        <p:cNvPr id="82" name="Shape 82"/>
        <p:cNvGrpSpPr/>
        <p:nvPr/>
      </p:nvGrpSpPr>
      <p:grpSpPr>
        <a:xfrm>
          <a:off x="0" y="0"/>
          <a:ext cx="0" cy="0"/>
          <a:chOff x="0" y="0"/>
          <a:chExt cx="0" cy="0"/>
        </a:xfrm>
      </p:grpSpPr>
      <p:sp>
        <p:nvSpPr>
          <p:cNvPr id="83" name="Google Shape;83;p19"/>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84" name="Google Shape;84;p19"/>
          <p:cNvSpPr txBox="1"/>
          <p:nvPr>
            <p:ph type="title"/>
          </p:nvPr>
        </p:nvSpPr>
        <p:spPr>
          <a:xfrm>
            <a:off x="726979" y="1324304"/>
            <a:ext cx="7988400" cy="1813500"/>
          </a:xfrm>
          <a:prstGeom prst="rect">
            <a:avLst/>
          </a:prstGeom>
          <a:noFill/>
          <a:ln>
            <a:noFill/>
          </a:ln>
        </p:spPr>
        <p:txBody>
          <a:bodyPr anchorCtr="0" anchor="ctr" bIns="0" lIns="0" spcFirstLastPara="1" rIns="0" wrap="square" tIns="0">
            <a:normAutofit/>
          </a:bodyPr>
          <a:lstStyle>
            <a:lvl1pPr lvl="0" algn="ctr">
              <a:lnSpc>
                <a:spcPct val="100000"/>
              </a:lnSpc>
              <a:spcBef>
                <a:spcPts val="0"/>
              </a:spcBef>
              <a:spcAft>
                <a:spcPts val="0"/>
              </a:spcAft>
              <a:buClr>
                <a:schemeClr val="dk2"/>
              </a:buClr>
              <a:buSzPts val="3900"/>
              <a:buFont typeface="Arial"/>
              <a:buNone/>
              <a:defRPr b="0" sz="39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5" name="Google Shape;85;p19"/>
          <p:cNvSpPr txBox="1"/>
          <p:nvPr>
            <p:ph idx="1" type="body"/>
          </p:nvPr>
        </p:nvSpPr>
        <p:spPr>
          <a:xfrm>
            <a:off x="1757957" y="3832622"/>
            <a:ext cx="5628000" cy="416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500"/>
              </a:spcBef>
              <a:spcAft>
                <a:spcPts val="0"/>
              </a:spcAft>
              <a:buClr>
                <a:schemeClr val="dk1"/>
              </a:buClr>
              <a:buSzPts val="1400"/>
              <a:buNone/>
              <a:defRPr/>
            </a:lvl1pPr>
            <a:lvl2pPr indent="-228600" lvl="1" marL="914400" algn="ctr">
              <a:lnSpc>
                <a:spcPct val="100000"/>
              </a:lnSpc>
              <a:spcBef>
                <a:spcPts val="0"/>
              </a:spcBef>
              <a:spcAft>
                <a:spcPts val="0"/>
              </a:spcAft>
              <a:buSzPts val="1700"/>
              <a:buFont typeface="Arial"/>
              <a:buNone/>
              <a:defRPr/>
            </a:lvl2pPr>
            <a:lvl3pPr indent="-317500" lvl="2" marL="1371600" algn="l">
              <a:lnSpc>
                <a:spcPct val="100000"/>
              </a:lnSpc>
              <a:spcBef>
                <a:spcPts val="500"/>
              </a:spcBef>
              <a:spcAft>
                <a:spcPts val="0"/>
              </a:spcAft>
              <a:buSzPts val="1400"/>
              <a:buChar char="•"/>
              <a:defRPr/>
            </a:lvl3pPr>
            <a:lvl4pPr indent="-317500" lvl="3" marL="1828800" algn="l">
              <a:lnSpc>
                <a:spcPct val="100000"/>
              </a:lnSpc>
              <a:spcBef>
                <a:spcPts val="500"/>
              </a:spcBef>
              <a:spcAft>
                <a:spcPts val="0"/>
              </a:spcAft>
              <a:buSzPts val="1400"/>
              <a:buChar char="•"/>
              <a:defRPr/>
            </a:lvl4pPr>
            <a:lvl5pPr indent="-317500" lvl="4" marL="2286000" algn="l">
              <a:lnSpc>
                <a:spcPct val="100000"/>
              </a:lnSpc>
              <a:spcBef>
                <a:spcPts val="500"/>
              </a:spcBef>
              <a:spcAft>
                <a:spcPts val="0"/>
              </a:spcAft>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nk background">
  <p:cSld name="Pink background">
    <p:bg>
      <p:bgPr>
        <a:blipFill>
          <a:blip r:embed="rId2">
            <a:alphaModFix/>
          </a:blip>
          <a:stretch>
            <a:fillRect/>
          </a:stretch>
        </a:blipFill>
      </p:bgPr>
    </p:bg>
    <p:spTree>
      <p:nvGrpSpPr>
        <p:cNvPr id="86" name="Shape 86"/>
        <p:cNvGrpSpPr/>
        <p:nvPr/>
      </p:nvGrpSpPr>
      <p:grpSpPr>
        <a:xfrm>
          <a:off x="0" y="0"/>
          <a:ext cx="0" cy="0"/>
          <a:chOff x="0" y="0"/>
          <a:chExt cx="0" cy="0"/>
        </a:xfrm>
      </p:grpSpPr>
      <p:sp>
        <p:nvSpPr>
          <p:cNvPr id="87" name="Google Shape;87;p20"/>
          <p:cNvSpPr/>
          <p:nvPr>
            <p:ph idx="2" type="pic"/>
          </p:nvPr>
        </p:nvSpPr>
        <p:spPr>
          <a:xfrm>
            <a:off x="346841" y="224347"/>
            <a:ext cx="8442600" cy="4702200"/>
          </a:xfrm>
          <a:prstGeom prst="rect">
            <a:avLst/>
          </a:prstGeom>
          <a:noFill/>
          <a:ln>
            <a:noFill/>
          </a:ln>
        </p:spPr>
      </p:sp>
      <p:sp>
        <p:nvSpPr>
          <p:cNvPr id="88" name="Google Shape;88;p20"/>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89" name="Google Shape;89;p20"/>
          <p:cNvSpPr txBox="1"/>
          <p:nvPr>
            <p:ph idx="1" type="body"/>
          </p:nvPr>
        </p:nvSpPr>
        <p:spPr>
          <a:xfrm>
            <a:off x="598409" y="628499"/>
            <a:ext cx="4494900" cy="3708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700"/>
              <a:buNone/>
              <a:defRPr/>
            </a:lvl1pPr>
            <a:lvl2pPr indent="-228600" lvl="1" marL="914400" algn="l">
              <a:lnSpc>
                <a:spcPct val="100000"/>
              </a:lnSpc>
              <a:spcBef>
                <a:spcPts val="500"/>
              </a:spcBef>
              <a:spcAft>
                <a:spcPts val="0"/>
              </a:spcAft>
              <a:buSzPts val="1700"/>
              <a:buFont typeface="Arial"/>
              <a:buNone/>
              <a:defRPr sz="1700"/>
            </a:lvl2pPr>
            <a:lvl3pPr indent="-336550" lvl="2" marL="1371600" algn="l">
              <a:lnSpc>
                <a:spcPct val="100000"/>
              </a:lnSpc>
              <a:spcBef>
                <a:spcPts val="500"/>
              </a:spcBef>
              <a:spcAft>
                <a:spcPts val="0"/>
              </a:spcAft>
              <a:buSzPts val="1700"/>
              <a:buChar char="•"/>
              <a:defRPr sz="1700"/>
            </a:lvl3pPr>
            <a:lvl4pPr indent="-336550" lvl="3" marL="1828800" algn="l">
              <a:lnSpc>
                <a:spcPct val="100000"/>
              </a:lnSpc>
              <a:spcBef>
                <a:spcPts val="500"/>
              </a:spcBef>
              <a:spcAft>
                <a:spcPts val="0"/>
              </a:spcAft>
              <a:buSzPts val="1700"/>
              <a:buChar char="•"/>
              <a:defRPr sz="1700"/>
            </a:lvl4pPr>
            <a:lvl5pPr indent="-336550" lvl="4" marL="2286000" algn="l">
              <a:lnSpc>
                <a:spcPct val="100000"/>
              </a:lnSpc>
              <a:spcBef>
                <a:spcPts val="500"/>
              </a:spcBef>
              <a:spcAft>
                <a:spcPts val="0"/>
              </a:spcAft>
              <a:buSzPts val="1700"/>
              <a:buChar char="•"/>
              <a:defRPr sz="17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background">
  <p:cSld name="Green background">
    <p:bg>
      <p:bgPr>
        <a:blipFill>
          <a:blip r:embed="rId2">
            <a:alphaModFix/>
          </a:blip>
          <a:stretch>
            <a:fillRect/>
          </a:stretch>
        </a:blipFill>
      </p:bgPr>
    </p:bg>
    <p:spTree>
      <p:nvGrpSpPr>
        <p:cNvPr id="90" name="Shape 90"/>
        <p:cNvGrpSpPr/>
        <p:nvPr/>
      </p:nvGrpSpPr>
      <p:grpSpPr>
        <a:xfrm>
          <a:off x="0" y="0"/>
          <a:ext cx="0" cy="0"/>
          <a:chOff x="0" y="0"/>
          <a:chExt cx="0" cy="0"/>
        </a:xfrm>
      </p:grpSpPr>
      <p:sp>
        <p:nvSpPr>
          <p:cNvPr id="91" name="Google Shape;91;p21"/>
          <p:cNvSpPr/>
          <p:nvPr>
            <p:ph idx="2" type="pic"/>
          </p:nvPr>
        </p:nvSpPr>
        <p:spPr>
          <a:xfrm>
            <a:off x="346841" y="224347"/>
            <a:ext cx="8442600" cy="4702200"/>
          </a:xfrm>
          <a:prstGeom prst="rect">
            <a:avLst/>
          </a:prstGeom>
          <a:noFill/>
          <a:ln>
            <a:noFill/>
          </a:ln>
        </p:spPr>
      </p:sp>
      <p:sp>
        <p:nvSpPr>
          <p:cNvPr id="92" name="Google Shape;92;p21"/>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93" name="Google Shape;93;p21"/>
          <p:cNvSpPr txBox="1"/>
          <p:nvPr>
            <p:ph idx="1" type="body"/>
          </p:nvPr>
        </p:nvSpPr>
        <p:spPr>
          <a:xfrm>
            <a:off x="598409" y="628499"/>
            <a:ext cx="4494900" cy="3708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700"/>
              <a:buNone/>
              <a:defRPr/>
            </a:lvl1pPr>
            <a:lvl2pPr indent="-228600" lvl="1" marL="914400" algn="l">
              <a:lnSpc>
                <a:spcPct val="100000"/>
              </a:lnSpc>
              <a:spcBef>
                <a:spcPts val="500"/>
              </a:spcBef>
              <a:spcAft>
                <a:spcPts val="0"/>
              </a:spcAft>
              <a:buSzPts val="1700"/>
              <a:buFont typeface="Arial"/>
              <a:buNone/>
              <a:defRPr sz="1700"/>
            </a:lvl2pPr>
            <a:lvl3pPr indent="-336550" lvl="2" marL="1371600" algn="l">
              <a:lnSpc>
                <a:spcPct val="100000"/>
              </a:lnSpc>
              <a:spcBef>
                <a:spcPts val="500"/>
              </a:spcBef>
              <a:spcAft>
                <a:spcPts val="0"/>
              </a:spcAft>
              <a:buSzPts val="1700"/>
              <a:buChar char="•"/>
              <a:defRPr sz="1700"/>
            </a:lvl3pPr>
            <a:lvl4pPr indent="-336550" lvl="3" marL="1828800" algn="l">
              <a:lnSpc>
                <a:spcPct val="100000"/>
              </a:lnSpc>
              <a:spcBef>
                <a:spcPts val="500"/>
              </a:spcBef>
              <a:spcAft>
                <a:spcPts val="0"/>
              </a:spcAft>
              <a:buSzPts val="1700"/>
              <a:buChar char="•"/>
              <a:defRPr sz="1700"/>
            </a:lvl4pPr>
            <a:lvl5pPr indent="-336550" lvl="4" marL="2286000" algn="l">
              <a:lnSpc>
                <a:spcPct val="100000"/>
              </a:lnSpc>
              <a:spcBef>
                <a:spcPts val="500"/>
              </a:spcBef>
              <a:spcAft>
                <a:spcPts val="0"/>
              </a:spcAft>
              <a:buSzPts val="1700"/>
              <a:buChar char="•"/>
              <a:defRPr sz="17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background 2 images">
  <p:cSld name="Green background 2 images">
    <p:bg>
      <p:bgPr>
        <a:blipFill>
          <a:blip r:embed="rId2">
            <a:alphaModFix/>
          </a:blip>
          <a:stretch>
            <a:fillRect/>
          </a:stretch>
        </a:blipFill>
      </p:bgPr>
    </p:bg>
    <p:spTree>
      <p:nvGrpSpPr>
        <p:cNvPr id="94" name="Shape 94"/>
        <p:cNvGrpSpPr/>
        <p:nvPr/>
      </p:nvGrpSpPr>
      <p:grpSpPr>
        <a:xfrm>
          <a:off x="0" y="0"/>
          <a:ext cx="0" cy="0"/>
          <a:chOff x="0" y="0"/>
          <a:chExt cx="0" cy="0"/>
        </a:xfrm>
      </p:grpSpPr>
      <p:sp>
        <p:nvSpPr>
          <p:cNvPr id="95" name="Google Shape;95;p22"/>
          <p:cNvSpPr/>
          <p:nvPr>
            <p:ph idx="2" type="pic"/>
          </p:nvPr>
        </p:nvSpPr>
        <p:spPr>
          <a:xfrm>
            <a:off x="346841" y="224347"/>
            <a:ext cx="4225200" cy="4702200"/>
          </a:xfrm>
          <a:prstGeom prst="rect">
            <a:avLst/>
          </a:prstGeom>
          <a:noFill/>
          <a:ln>
            <a:noFill/>
          </a:ln>
        </p:spPr>
      </p:sp>
      <p:sp>
        <p:nvSpPr>
          <p:cNvPr id="96" name="Google Shape;96;p22"/>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97" name="Google Shape;97;p22"/>
          <p:cNvSpPr/>
          <p:nvPr>
            <p:ph idx="3" type="pic"/>
          </p:nvPr>
        </p:nvSpPr>
        <p:spPr>
          <a:xfrm>
            <a:off x="4810991" y="216776"/>
            <a:ext cx="3986100" cy="4702200"/>
          </a:xfrm>
          <a:prstGeom prst="rect">
            <a:avLst/>
          </a:prstGeom>
          <a:noFill/>
          <a:ln>
            <a:noFill/>
          </a:ln>
        </p:spPr>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Green background 2 images">
  <p:cSld name="1_Green background 2 images">
    <p:bg>
      <p:bgPr>
        <a:blipFill>
          <a:blip r:embed="rId2">
            <a:alphaModFix/>
          </a:blip>
          <a:stretch>
            <a:fillRect/>
          </a:stretch>
        </a:blipFill>
      </p:bgPr>
    </p:bg>
    <p:spTree>
      <p:nvGrpSpPr>
        <p:cNvPr id="98" name="Shape 98"/>
        <p:cNvGrpSpPr/>
        <p:nvPr/>
      </p:nvGrpSpPr>
      <p:grpSpPr>
        <a:xfrm>
          <a:off x="0" y="0"/>
          <a:ext cx="0" cy="0"/>
          <a:chOff x="0" y="0"/>
          <a:chExt cx="0" cy="0"/>
        </a:xfrm>
      </p:grpSpPr>
      <p:sp>
        <p:nvSpPr>
          <p:cNvPr id="99" name="Google Shape;99;p23"/>
          <p:cNvSpPr/>
          <p:nvPr>
            <p:ph idx="2" type="pic"/>
          </p:nvPr>
        </p:nvSpPr>
        <p:spPr>
          <a:xfrm>
            <a:off x="346841" y="224347"/>
            <a:ext cx="4225200" cy="4702200"/>
          </a:xfrm>
          <a:prstGeom prst="rect">
            <a:avLst/>
          </a:prstGeom>
          <a:noFill/>
          <a:ln>
            <a:noFill/>
          </a:ln>
        </p:spPr>
      </p:sp>
      <p:sp>
        <p:nvSpPr>
          <p:cNvPr id="100" name="Google Shape;100;p23"/>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101" name="Google Shape;101;p23"/>
          <p:cNvSpPr/>
          <p:nvPr>
            <p:ph idx="3" type="pic"/>
          </p:nvPr>
        </p:nvSpPr>
        <p:spPr>
          <a:xfrm>
            <a:off x="4810991" y="216776"/>
            <a:ext cx="3986100" cy="4702200"/>
          </a:xfrm>
          <a:prstGeom prst="rect">
            <a:avLst/>
          </a:prstGeom>
          <a:noFill/>
          <a:ln>
            <a:noFill/>
          </a:ln>
        </p:spPr>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s and text">
  <p:cSld name="Images and text">
    <p:bg>
      <p:bgPr>
        <a:blipFill>
          <a:blip r:embed="rId2">
            <a:alphaModFix/>
          </a:blip>
          <a:stretch>
            <a:fillRect/>
          </a:stretch>
        </a:blipFill>
      </p:bgPr>
    </p:bg>
    <p:spTree>
      <p:nvGrpSpPr>
        <p:cNvPr id="102" name="Shape 102"/>
        <p:cNvGrpSpPr/>
        <p:nvPr/>
      </p:nvGrpSpPr>
      <p:grpSpPr>
        <a:xfrm>
          <a:off x="0" y="0"/>
          <a:ext cx="0" cy="0"/>
          <a:chOff x="0" y="0"/>
          <a:chExt cx="0" cy="0"/>
        </a:xfrm>
      </p:grpSpPr>
      <p:sp>
        <p:nvSpPr>
          <p:cNvPr id="103" name="Google Shape;103;p24"/>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104" name="Google Shape;104;p24"/>
          <p:cNvSpPr txBox="1"/>
          <p:nvPr>
            <p:ph idx="1" type="body"/>
          </p:nvPr>
        </p:nvSpPr>
        <p:spPr>
          <a:xfrm>
            <a:off x="3288722" y="2587337"/>
            <a:ext cx="2566500" cy="1657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700"/>
              <a:buNone/>
              <a:defRPr/>
            </a:lvl1pPr>
            <a:lvl2pPr indent="-228600" lvl="1" marL="914400" algn="l">
              <a:lnSpc>
                <a:spcPct val="100000"/>
              </a:lnSpc>
              <a:spcBef>
                <a:spcPts val="500"/>
              </a:spcBef>
              <a:spcAft>
                <a:spcPts val="0"/>
              </a:spcAft>
              <a:buSzPts val="1700"/>
              <a:buFont typeface="Arial"/>
              <a:buNone/>
              <a:defRPr b="0" sz="1700">
                <a:solidFill>
                  <a:schemeClr val="dk1"/>
                </a:solidFill>
                <a:latin typeface="Arial"/>
                <a:ea typeface="Arial"/>
                <a:cs typeface="Arial"/>
                <a:sym typeface="Arial"/>
              </a:defRPr>
            </a:lvl2pPr>
            <a:lvl3pPr indent="-336550" lvl="2" marL="1371600" algn="l">
              <a:lnSpc>
                <a:spcPct val="100000"/>
              </a:lnSpc>
              <a:spcBef>
                <a:spcPts val="500"/>
              </a:spcBef>
              <a:spcAft>
                <a:spcPts val="0"/>
              </a:spcAft>
              <a:buSzPts val="1700"/>
              <a:buChar char="•"/>
              <a:defRPr sz="1700"/>
            </a:lvl3pPr>
            <a:lvl4pPr indent="-336550" lvl="3" marL="1828800" algn="l">
              <a:lnSpc>
                <a:spcPct val="100000"/>
              </a:lnSpc>
              <a:spcBef>
                <a:spcPts val="500"/>
              </a:spcBef>
              <a:spcAft>
                <a:spcPts val="0"/>
              </a:spcAft>
              <a:buSzPts val="1700"/>
              <a:buChar char="•"/>
              <a:defRPr sz="1700"/>
            </a:lvl4pPr>
            <a:lvl5pPr indent="-336550" lvl="4" marL="2286000" algn="l">
              <a:lnSpc>
                <a:spcPct val="100000"/>
              </a:lnSpc>
              <a:spcBef>
                <a:spcPts val="500"/>
              </a:spcBef>
              <a:spcAft>
                <a:spcPts val="0"/>
              </a:spcAft>
              <a:buSzPts val="1700"/>
              <a:buChar char="•"/>
              <a:defRPr sz="17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5" name="Google Shape;105;p24"/>
          <p:cNvSpPr txBox="1"/>
          <p:nvPr>
            <p:ph idx="2" type="body"/>
          </p:nvPr>
        </p:nvSpPr>
        <p:spPr>
          <a:xfrm>
            <a:off x="415636" y="2587337"/>
            <a:ext cx="2566500" cy="1657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500"/>
              </a:spcBef>
              <a:spcAft>
                <a:spcPts val="0"/>
              </a:spcAft>
              <a:buClr>
                <a:schemeClr val="dk1"/>
              </a:buClr>
              <a:buSzPts val="1400"/>
              <a:buNone/>
              <a:defRPr/>
            </a:lvl1pPr>
            <a:lvl2pPr indent="-228600" lvl="1" marL="914400" algn="l">
              <a:lnSpc>
                <a:spcPct val="100000"/>
              </a:lnSpc>
              <a:spcBef>
                <a:spcPts val="500"/>
              </a:spcBef>
              <a:spcAft>
                <a:spcPts val="0"/>
              </a:spcAft>
              <a:buSzPts val="1700"/>
              <a:buFont typeface="Arial"/>
              <a:buNone/>
              <a:defRPr b="0" sz="1700">
                <a:solidFill>
                  <a:schemeClr val="dk1"/>
                </a:solidFill>
                <a:latin typeface="Arial"/>
                <a:ea typeface="Arial"/>
                <a:cs typeface="Arial"/>
                <a:sym typeface="Arial"/>
              </a:defRPr>
            </a:lvl2pPr>
            <a:lvl3pPr indent="-317500" lvl="2" marL="1371600" algn="l">
              <a:lnSpc>
                <a:spcPct val="100000"/>
              </a:lnSpc>
              <a:spcBef>
                <a:spcPts val="500"/>
              </a:spcBef>
              <a:spcAft>
                <a:spcPts val="0"/>
              </a:spcAft>
              <a:buSzPts val="1400"/>
              <a:buChar char="•"/>
              <a:defRPr/>
            </a:lvl3pPr>
            <a:lvl4pPr indent="-317500" lvl="3" marL="1828800" algn="l">
              <a:lnSpc>
                <a:spcPct val="100000"/>
              </a:lnSpc>
              <a:spcBef>
                <a:spcPts val="500"/>
              </a:spcBef>
              <a:spcAft>
                <a:spcPts val="0"/>
              </a:spcAft>
              <a:buSzPts val="1400"/>
              <a:buChar char="•"/>
              <a:defRPr/>
            </a:lvl4pPr>
            <a:lvl5pPr indent="-317500" lvl="4" marL="2286000" algn="l">
              <a:lnSpc>
                <a:spcPct val="100000"/>
              </a:lnSpc>
              <a:spcBef>
                <a:spcPts val="500"/>
              </a:spcBef>
              <a:spcAft>
                <a:spcPts val="0"/>
              </a:spcAft>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6" name="Google Shape;106;p24"/>
          <p:cNvSpPr txBox="1"/>
          <p:nvPr>
            <p:ph idx="3" type="body"/>
          </p:nvPr>
        </p:nvSpPr>
        <p:spPr>
          <a:xfrm>
            <a:off x="6148722" y="2587337"/>
            <a:ext cx="2566500" cy="1657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700"/>
              <a:buNone/>
              <a:defRPr/>
            </a:lvl1pPr>
            <a:lvl2pPr indent="-228600" lvl="1" marL="914400" algn="l">
              <a:lnSpc>
                <a:spcPct val="100000"/>
              </a:lnSpc>
              <a:spcBef>
                <a:spcPts val="500"/>
              </a:spcBef>
              <a:spcAft>
                <a:spcPts val="0"/>
              </a:spcAft>
              <a:buSzPts val="1700"/>
              <a:buFont typeface="Arial"/>
              <a:buNone/>
              <a:defRPr b="0" sz="1700">
                <a:solidFill>
                  <a:schemeClr val="dk1"/>
                </a:solidFill>
                <a:latin typeface="Arial"/>
                <a:ea typeface="Arial"/>
                <a:cs typeface="Arial"/>
                <a:sym typeface="Arial"/>
              </a:defRPr>
            </a:lvl2pPr>
            <a:lvl3pPr indent="-336550" lvl="2" marL="1371600" algn="l">
              <a:lnSpc>
                <a:spcPct val="100000"/>
              </a:lnSpc>
              <a:spcBef>
                <a:spcPts val="500"/>
              </a:spcBef>
              <a:spcAft>
                <a:spcPts val="0"/>
              </a:spcAft>
              <a:buSzPts val="1700"/>
              <a:buChar char="•"/>
              <a:defRPr sz="1700"/>
            </a:lvl3pPr>
            <a:lvl4pPr indent="-336550" lvl="3" marL="1828800" algn="l">
              <a:lnSpc>
                <a:spcPct val="100000"/>
              </a:lnSpc>
              <a:spcBef>
                <a:spcPts val="500"/>
              </a:spcBef>
              <a:spcAft>
                <a:spcPts val="0"/>
              </a:spcAft>
              <a:buSzPts val="1700"/>
              <a:buChar char="•"/>
              <a:defRPr sz="1700"/>
            </a:lvl4pPr>
            <a:lvl5pPr indent="-336550" lvl="4" marL="2286000" algn="l">
              <a:lnSpc>
                <a:spcPct val="100000"/>
              </a:lnSpc>
              <a:spcBef>
                <a:spcPts val="500"/>
              </a:spcBef>
              <a:spcAft>
                <a:spcPts val="0"/>
              </a:spcAft>
              <a:buSzPts val="1700"/>
              <a:buChar char="•"/>
              <a:defRPr sz="17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7" name="Google Shape;107;p24"/>
          <p:cNvSpPr/>
          <p:nvPr>
            <p:ph idx="4" type="pic"/>
          </p:nvPr>
        </p:nvSpPr>
        <p:spPr>
          <a:xfrm>
            <a:off x="428723" y="441123"/>
            <a:ext cx="2553600" cy="1917600"/>
          </a:xfrm>
          <a:prstGeom prst="rect">
            <a:avLst/>
          </a:prstGeom>
          <a:noFill/>
          <a:ln>
            <a:noFill/>
          </a:ln>
        </p:spPr>
      </p:sp>
      <p:sp>
        <p:nvSpPr>
          <p:cNvPr id="108" name="Google Shape;108;p24"/>
          <p:cNvSpPr/>
          <p:nvPr>
            <p:ph idx="5" type="pic"/>
          </p:nvPr>
        </p:nvSpPr>
        <p:spPr>
          <a:xfrm>
            <a:off x="3288722" y="441123"/>
            <a:ext cx="2553600" cy="1917600"/>
          </a:xfrm>
          <a:prstGeom prst="rect">
            <a:avLst/>
          </a:prstGeom>
          <a:noFill/>
          <a:ln>
            <a:noFill/>
          </a:ln>
        </p:spPr>
      </p:sp>
      <p:sp>
        <p:nvSpPr>
          <p:cNvPr id="109" name="Google Shape;109;p24"/>
          <p:cNvSpPr/>
          <p:nvPr>
            <p:ph idx="6" type="pic"/>
          </p:nvPr>
        </p:nvSpPr>
        <p:spPr>
          <a:xfrm>
            <a:off x="6161809" y="441123"/>
            <a:ext cx="2553600" cy="1917600"/>
          </a:xfrm>
          <a:prstGeom prst="rect">
            <a:avLst/>
          </a:prstGeom>
          <a:noFill/>
          <a:ln>
            <a:noFill/>
          </a:ln>
        </p:spPr>
      </p:sp>
      <p:sp>
        <p:nvSpPr>
          <p:cNvPr id="110" name="Google Shape;110;p24"/>
          <p:cNvSpPr txBox="1"/>
          <p:nvPr>
            <p:ph idx="11" type="ftr"/>
          </p:nvPr>
        </p:nvSpPr>
        <p:spPr>
          <a:xfrm>
            <a:off x="440100" y="4780973"/>
            <a:ext cx="3086100" cy="273900"/>
          </a:xfrm>
          <a:prstGeom prst="rect">
            <a:avLst/>
          </a:prstGeom>
          <a:noFill/>
          <a:ln>
            <a:noFill/>
          </a:ln>
        </p:spPr>
        <p:txBody>
          <a:bodyPr anchorCtr="0" anchor="ctr" bIns="34275" lIns="0"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o slide">
  <p:cSld name="Video slide">
    <p:bg>
      <p:bgPr>
        <a:blipFill>
          <a:blip r:embed="rId2">
            <a:alphaModFix/>
          </a:blip>
          <a:stretch>
            <a:fillRect/>
          </a:stretch>
        </a:blipFill>
      </p:bgPr>
    </p:bg>
    <p:spTree>
      <p:nvGrpSpPr>
        <p:cNvPr id="111" name="Shape 111"/>
        <p:cNvGrpSpPr/>
        <p:nvPr/>
      </p:nvGrpSpPr>
      <p:grpSpPr>
        <a:xfrm>
          <a:off x="0" y="0"/>
          <a:ext cx="0" cy="0"/>
          <a:chOff x="0" y="0"/>
          <a:chExt cx="0" cy="0"/>
        </a:xfrm>
      </p:grpSpPr>
      <p:sp>
        <p:nvSpPr>
          <p:cNvPr id="112" name="Google Shape;112;p25"/>
          <p:cNvSpPr/>
          <p:nvPr>
            <p:ph idx="2" type="media"/>
          </p:nvPr>
        </p:nvSpPr>
        <p:spPr>
          <a:xfrm>
            <a:off x="204952" y="189186"/>
            <a:ext cx="8726100" cy="4737600"/>
          </a:xfrm>
          <a:prstGeom prst="rect">
            <a:avLst/>
          </a:prstGeom>
          <a:noFill/>
          <a:ln>
            <a:noFill/>
          </a:ln>
        </p:spPr>
        <p:txBody>
          <a:bodyPr anchorCtr="0" anchor="ctr" bIns="0" lIns="0" spcFirstLastPara="1" rIns="0" wrap="square" tIns="0">
            <a:noAutofit/>
          </a:bodyPr>
          <a:lstStyle>
            <a:lvl1pPr lvl="0" marR="0" rtl="0" algn="ctr">
              <a:lnSpc>
                <a:spcPct val="100000"/>
              </a:lnSpc>
              <a:spcBef>
                <a:spcPts val="500"/>
              </a:spcBef>
              <a:spcAft>
                <a:spcPts val="0"/>
              </a:spcAft>
              <a:buClr>
                <a:schemeClr val="dk1"/>
              </a:buClr>
              <a:buSzPts val="2100"/>
              <a:buFont typeface="Arial"/>
              <a:buNone/>
              <a:defRPr b="1" i="0" sz="21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accent3"/>
              </a:buClr>
              <a:buSzPts val="1700"/>
              <a:buFont typeface="Arial"/>
              <a:buNone/>
              <a:defRPr b="0" i="0" sz="1700" u="none" cap="none" strike="noStrike">
                <a:solidFill>
                  <a:schemeClr val="dk1"/>
                </a:solidFill>
                <a:latin typeface="Arial"/>
                <a:ea typeface="Arial"/>
                <a:cs typeface="Arial"/>
                <a:sym typeface="Arial"/>
              </a:defRPr>
            </a:lvl2pPr>
            <a:lvl3pPr lvl="2" marR="0" rtl="0" algn="l">
              <a:lnSpc>
                <a:spcPct val="100000"/>
              </a:lnSpc>
              <a:spcBef>
                <a:spcPts val="500"/>
              </a:spcBef>
              <a:spcAft>
                <a:spcPts val="0"/>
              </a:spcAft>
              <a:buClr>
                <a:schemeClr val="dk2"/>
              </a:buClr>
              <a:buSzPts val="1700"/>
              <a:buFont typeface="Arial"/>
              <a:buChar char="•"/>
              <a:defRPr b="0" i="0" sz="1700" u="none" cap="none" strike="noStrike">
                <a:solidFill>
                  <a:schemeClr val="dk1"/>
                </a:solidFill>
                <a:latin typeface="Arial"/>
                <a:ea typeface="Arial"/>
                <a:cs typeface="Arial"/>
                <a:sym typeface="Arial"/>
              </a:defRPr>
            </a:lvl3pPr>
            <a:lvl4pPr lvl="3" marR="0" rtl="0" algn="l">
              <a:lnSpc>
                <a:spcPct val="100000"/>
              </a:lnSpc>
              <a:spcBef>
                <a:spcPts val="500"/>
              </a:spcBef>
              <a:spcAft>
                <a:spcPts val="0"/>
              </a:spcAft>
              <a:buClr>
                <a:schemeClr val="dk2"/>
              </a:buClr>
              <a:buSzPts val="1700"/>
              <a:buFont typeface="Arial"/>
              <a:buChar char="•"/>
              <a:defRPr b="0" i="0" sz="1700" u="none" cap="none" strike="noStrike">
                <a:solidFill>
                  <a:schemeClr val="dk1"/>
                </a:solidFill>
                <a:latin typeface="Arial"/>
                <a:ea typeface="Arial"/>
                <a:cs typeface="Arial"/>
                <a:sym typeface="Arial"/>
              </a:defRPr>
            </a:lvl4pPr>
            <a:lvl5pPr lvl="4" marR="0" rtl="0" algn="l">
              <a:lnSpc>
                <a:spcPct val="100000"/>
              </a:lnSpc>
              <a:spcBef>
                <a:spcPts val="500"/>
              </a:spcBef>
              <a:spcAft>
                <a:spcPts val="0"/>
              </a:spcAft>
              <a:buClr>
                <a:schemeClr val="dk2"/>
              </a:buClr>
              <a:buSzPts val="1700"/>
              <a:buFont typeface="Arial"/>
              <a:buChar char="•"/>
              <a:defRPr b="0" i="0" sz="17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lvl="6"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lvl="7"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lvl="8"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p:cSld name="End slide">
    <p:bg>
      <p:bgPr>
        <a:blipFill>
          <a:blip r:embed="rId2">
            <a:alphaModFix/>
          </a:blip>
          <a:stretch>
            <a:fillRect/>
          </a:stretch>
        </a:blipFill>
      </p:bgPr>
    </p:bg>
    <p:spTree>
      <p:nvGrpSpPr>
        <p:cNvPr id="113" name="Shape 113"/>
        <p:cNvGrpSpPr/>
        <p:nvPr/>
      </p:nvGrpSpPr>
      <p:grpSpPr>
        <a:xfrm>
          <a:off x="0" y="0"/>
          <a:ext cx="0" cy="0"/>
          <a:chOff x="0" y="0"/>
          <a:chExt cx="0" cy="0"/>
        </a:xfrm>
      </p:grpSpPr>
      <p:sp>
        <p:nvSpPr>
          <p:cNvPr id="114" name="Google Shape;114;p26"/>
          <p:cNvSpPr txBox="1"/>
          <p:nvPr>
            <p:ph idx="1" type="body"/>
          </p:nvPr>
        </p:nvSpPr>
        <p:spPr>
          <a:xfrm>
            <a:off x="486422" y="4541957"/>
            <a:ext cx="3061800" cy="26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500"/>
              </a:spcBef>
              <a:spcAft>
                <a:spcPts val="0"/>
              </a:spcAft>
              <a:buClr>
                <a:schemeClr val="dk2"/>
              </a:buClr>
              <a:buSzPts val="1400"/>
              <a:buNone/>
              <a:defRPr b="0" sz="1400">
                <a:solidFill>
                  <a:schemeClr val="dk2"/>
                </a:solidFill>
              </a:defRPr>
            </a:lvl1pPr>
            <a:lvl2pPr indent="-228600" lvl="1" marL="914400" algn="l">
              <a:lnSpc>
                <a:spcPct val="100000"/>
              </a:lnSpc>
              <a:spcBef>
                <a:spcPts val="0"/>
              </a:spcBef>
              <a:spcAft>
                <a:spcPts val="0"/>
              </a:spcAft>
              <a:buSzPts val="1400"/>
              <a:buNone/>
              <a:defRPr/>
            </a:lvl2pPr>
            <a:lvl3pPr indent="-317500" lvl="2" marL="1371600" algn="l">
              <a:lnSpc>
                <a:spcPct val="100000"/>
              </a:lnSpc>
              <a:spcBef>
                <a:spcPts val="500"/>
              </a:spcBef>
              <a:spcAft>
                <a:spcPts val="0"/>
              </a:spcAft>
              <a:buSzPts val="1400"/>
              <a:buChar char="•"/>
              <a:defRPr/>
            </a:lvl3pPr>
            <a:lvl4pPr indent="-317500" lvl="3" marL="1828800" algn="l">
              <a:lnSpc>
                <a:spcPct val="100000"/>
              </a:lnSpc>
              <a:spcBef>
                <a:spcPts val="500"/>
              </a:spcBef>
              <a:spcAft>
                <a:spcPts val="0"/>
              </a:spcAft>
              <a:buSzPts val="1400"/>
              <a:buChar char="•"/>
              <a:defRPr/>
            </a:lvl4pPr>
            <a:lvl5pPr indent="-317500" lvl="4" marL="2286000" algn="l">
              <a:lnSpc>
                <a:spcPct val="100000"/>
              </a:lnSpc>
              <a:spcBef>
                <a:spcPts val="500"/>
              </a:spcBef>
              <a:spcAft>
                <a:spcPts val="0"/>
              </a:spcAft>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115" name="Google Shape;115;p26"/>
          <p:cNvPicPr preferRelativeResize="0"/>
          <p:nvPr/>
        </p:nvPicPr>
        <p:blipFill rotWithShape="1">
          <a:blip r:embed="rId3">
            <a:alphaModFix/>
          </a:blip>
          <a:srcRect b="0" l="0" r="0" t="0"/>
          <a:stretch/>
        </p:blipFill>
        <p:spPr>
          <a:xfrm>
            <a:off x="427665" y="466748"/>
            <a:ext cx="1175288" cy="707732"/>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ellow background">
  <p:cSld name="Yellow background">
    <p:bg>
      <p:bgPr>
        <a:blipFill>
          <a:blip r:embed="rId2">
            <a:alphaModFix/>
          </a:blip>
          <a:stretch>
            <a:fillRect/>
          </a:stretch>
        </a:blipFill>
      </p:bgPr>
    </p:bg>
    <p:spTree>
      <p:nvGrpSpPr>
        <p:cNvPr id="116" name="Shape 116"/>
        <p:cNvGrpSpPr/>
        <p:nvPr/>
      </p:nvGrpSpPr>
      <p:grpSpPr>
        <a:xfrm>
          <a:off x="0" y="0"/>
          <a:ext cx="0" cy="0"/>
          <a:chOff x="0" y="0"/>
          <a:chExt cx="0" cy="0"/>
        </a:xfrm>
      </p:grpSpPr>
      <p:sp>
        <p:nvSpPr>
          <p:cNvPr id="117" name="Google Shape;117;p27"/>
          <p:cNvSpPr/>
          <p:nvPr>
            <p:ph idx="2" type="pic"/>
          </p:nvPr>
        </p:nvSpPr>
        <p:spPr>
          <a:xfrm>
            <a:off x="346841" y="224347"/>
            <a:ext cx="8442600" cy="4702200"/>
          </a:xfrm>
          <a:prstGeom prst="rect">
            <a:avLst/>
          </a:prstGeom>
          <a:noFill/>
          <a:ln>
            <a:noFill/>
          </a:ln>
        </p:spPr>
      </p:sp>
      <p:sp>
        <p:nvSpPr>
          <p:cNvPr id="118" name="Google Shape;118;p27"/>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119" name="Google Shape;119;p27"/>
          <p:cNvSpPr txBox="1"/>
          <p:nvPr>
            <p:ph idx="1" type="body"/>
          </p:nvPr>
        </p:nvSpPr>
        <p:spPr>
          <a:xfrm>
            <a:off x="598409" y="628499"/>
            <a:ext cx="4494900" cy="3708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700"/>
              <a:buNone/>
              <a:defRPr/>
            </a:lvl1pPr>
            <a:lvl2pPr indent="-228600" lvl="1" marL="914400" algn="l">
              <a:lnSpc>
                <a:spcPct val="100000"/>
              </a:lnSpc>
              <a:spcBef>
                <a:spcPts val="500"/>
              </a:spcBef>
              <a:spcAft>
                <a:spcPts val="0"/>
              </a:spcAft>
              <a:buSzPts val="1700"/>
              <a:buFont typeface="Arial"/>
              <a:buNone/>
              <a:defRPr sz="1700"/>
            </a:lvl2pPr>
            <a:lvl3pPr indent="-336550" lvl="2" marL="1371600" algn="l">
              <a:lnSpc>
                <a:spcPct val="100000"/>
              </a:lnSpc>
              <a:spcBef>
                <a:spcPts val="500"/>
              </a:spcBef>
              <a:spcAft>
                <a:spcPts val="0"/>
              </a:spcAft>
              <a:buSzPts val="1700"/>
              <a:buChar char="•"/>
              <a:defRPr sz="1700"/>
            </a:lvl3pPr>
            <a:lvl4pPr indent="-336550" lvl="3" marL="1828800" algn="l">
              <a:lnSpc>
                <a:spcPct val="100000"/>
              </a:lnSpc>
              <a:spcBef>
                <a:spcPts val="500"/>
              </a:spcBef>
              <a:spcAft>
                <a:spcPts val="0"/>
              </a:spcAft>
              <a:buSzPts val="1700"/>
              <a:buChar char="•"/>
              <a:defRPr sz="1700"/>
            </a:lvl4pPr>
            <a:lvl5pPr indent="-336550" lvl="4" marL="2286000" algn="l">
              <a:lnSpc>
                <a:spcPct val="100000"/>
              </a:lnSpc>
              <a:spcBef>
                <a:spcPts val="500"/>
              </a:spcBef>
              <a:spcAft>
                <a:spcPts val="0"/>
              </a:spcAft>
              <a:buSzPts val="1700"/>
              <a:buChar char="•"/>
              <a:defRPr sz="17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blipFill>
          <a:blip r:embed="rId2">
            <a:alphaModFix/>
          </a:blip>
          <a:stretch>
            <a:fillRect/>
          </a:stretch>
        </a:blipFill>
      </p:bgPr>
    </p:bg>
    <p:spTree>
      <p:nvGrpSpPr>
        <p:cNvPr id="120" name="Shape 120"/>
        <p:cNvGrpSpPr/>
        <p:nvPr/>
      </p:nvGrpSpPr>
      <p:grpSpPr>
        <a:xfrm>
          <a:off x="0" y="0"/>
          <a:ext cx="0" cy="0"/>
          <a:chOff x="0" y="0"/>
          <a:chExt cx="0" cy="0"/>
        </a:xfrm>
      </p:grpSpPr>
      <p:sp>
        <p:nvSpPr>
          <p:cNvPr id="121" name="Google Shape;121;p28"/>
          <p:cNvSpPr txBox="1"/>
          <p:nvPr>
            <p:ph idx="1" type="body"/>
          </p:nvPr>
        </p:nvSpPr>
        <p:spPr>
          <a:xfrm>
            <a:off x="313200" y="1408307"/>
            <a:ext cx="4227300" cy="3114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700"/>
              <a:buNone/>
              <a:defRPr/>
            </a:lvl1pPr>
            <a:lvl2pPr indent="-228600" lvl="1" marL="914400" algn="l">
              <a:lnSpc>
                <a:spcPct val="100000"/>
              </a:lnSpc>
              <a:spcBef>
                <a:spcPts val="500"/>
              </a:spcBef>
              <a:spcAft>
                <a:spcPts val="0"/>
              </a:spcAft>
              <a:buSzPts val="1700"/>
              <a:buFont typeface="Arial"/>
              <a:buNone/>
              <a:defRPr b="0" sz="1700">
                <a:solidFill>
                  <a:schemeClr val="dk1"/>
                </a:solidFill>
                <a:latin typeface="Arial"/>
                <a:ea typeface="Arial"/>
                <a:cs typeface="Arial"/>
                <a:sym typeface="Arial"/>
              </a:defRPr>
            </a:lvl2pPr>
            <a:lvl3pPr indent="-336550" lvl="2" marL="1371600" algn="l">
              <a:lnSpc>
                <a:spcPct val="100000"/>
              </a:lnSpc>
              <a:spcBef>
                <a:spcPts val="500"/>
              </a:spcBef>
              <a:spcAft>
                <a:spcPts val="0"/>
              </a:spcAft>
              <a:buSzPts val="1700"/>
              <a:buChar char="•"/>
              <a:defRPr sz="1700"/>
            </a:lvl3pPr>
            <a:lvl4pPr indent="-336550" lvl="3" marL="1828800" algn="l">
              <a:lnSpc>
                <a:spcPct val="100000"/>
              </a:lnSpc>
              <a:spcBef>
                <a:spcPts val="500"/>
              </a:spcBef>
              <a:spcAft>
                <a:spcPts val="0"/>
              </a:spcAft>
              <a:buSzPts val="1700"/>
              <a:buChar char="•"/>
              <a:defRPr sz="1700"/>
            </a:lvl4pPr>
            <a:lvl5pPr indent="-336550" lvl="4" marL="2286000" algn="l">
              <a:lnSpc>
                <a:spcPct val="100000"/>
              </a:lnSpc>
              <a:spcBef>
                <a:spcPts val="500"/>
              </a:spcBef>
              <a:spcAft>
                <a:spcPts val="0"/>
              </a:spcAft>
              <a:buSzPts val="1700"/>
              <a:buChar char="•"/>
              <a:defRPr sz="17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2" name="Google Shape;122;p28"/>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123" name="Google Shape;123;p28"/>
          <p:cNvSpPr txBox="1"/>
          <p:nvPr>
            <p:ph type="title"/>
          </p:nvPr>
        </p:nvSpPr>
        <p:spPr>
          <a:xfrm>
            <a:off x="440100" y="345600"/>
            <a:ext cx="8100000" cy="415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2"/>
              </a:buClr>
              <a:buSzPts val="2100"/>
              <a:buFont typeface="Arial"/>
              <a:buNone/>
              <a:defRPr>
                <a:solidFill>
                  <a:schemeClr val="dk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4" name="Google Shape;124;p28"/>
          <p:cNvSpPr txBox="1"/>
          <p:nvPr>
            <p:ph idx="2" type="body"/>
          </p:nvPr>
        </p:nvSpPr>
        <p:spPr>
          <a:xfrm>
            <a:off x="4751785" y="1409400"/>
            <a:ext cx="4106400" cy="31278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400"/>
              <a:buNone/>
              <a:defRPr/>
            </a:lvl1pPr>
            <a:lvl2pPr indent="-228600" lvl="1" marL="914400" algn="l">
              <a:lnSpc>
                <a:spcPct val="100000"/>
              </a:lnSpc>
              <a:spcBef>
                <a:spcPts val="500"/>
              </a:spcBef>
              <a:spcAft>
                <a:spcPts val="0"/>
              </a:spcAft>
              <a:buSzPts val="1700"/>
              <a:buFont typeface="Arial"/>
              <a:buNone/>
              <a:defRPr b="0" sz="1700">
                <a:solidFill>
                  <a:schemeClr val="dk1"/>
                </a:solidFill>
                <a:latin typeface="Arial"/>
                <a:ea typeface="Arial"/>
                <a:cs typeface="Arial"/>
                <a:sym typeface="Arial"/>
              </a:defRPr>
            </a:lvl2pPr>
            <a:lvl3pPr indent="-317500" lvl="2" marL="1371600" algn="l">
              <a:lnSpc>
                <a:spcPct val="100000"/>
              </a:lnSpc>
              <a:spcBef>
                <a:spcPts val="500"/>
              </a:spcBef>
              <a:spcAft>
                <a:spcPts val="0"/>
              </a:spcAft>
              <a:buSzPts val="1400"/>
              <a:buChar char="•"/>
              <a:defRPr/>
            </a:lvl3pPr>
            <a:lvl4pPr indent="-317500" lvl="3" marL="1828800" algn="l">
              <a:lnSpc>
                <a:spcPct val="100000"/>
              </a:lnSpc>
              <a:spcBef>
                <a:spcPts val="500"/>
              </a:spcBef>
              <a:spcAft>
                <a:spcPts val="0"/>
              </a:spcAft>
              <a:buSzPts val="1400"/>
              <a:buChar char="•"/>
              <a:defRPr/>
            </a:lvl4pPr>
            <a:lvl5pPr indent="-317500" lvl="4" marL="2286000" algn="l">
              <a:lnSpc>
                <a:spcPct val="100000"/>
              </a:lnSpc>
              <a:spcBef>
                <a:spcPts val="500"/>
              </a:spcBef>
              <a:spcAft>
                <a:spcPts val="0"/>
              </a:spcAft>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5" name="Google Shape;125;p28"/>
          <p:cNvSpPr txBox="1"/>
          <p:nvPr>
            <p:ph idx="11" type="ftr"/>
          </p:nvPr>
        </p:nvSpPr>
        <p:spPr>
          <a:xfrm>
            <a:off x="440100" y="4780973"/>
            <a:ext cx="3086100" cy="273900"/>
          </a:xfrm>
          <a:prstGeom prst="rect">
            <a:avLst/>
          </a:prstGeom>
          <a:noFill/>
          <a:ln>
            <a:noFill/>
          </a:ln>
        </p:spPr>
        <p:txBody>
          <a:bodyPr anchorCtr="0" anchor="ctr" bIns="34275" lIns="0"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object content">
  <p:cSld name="Text and object content">
    <p:bg>
      <p:bgPr>
        <a:blipFill>
          <a:blip r:embed="rId2">
            <a:alphaModFix/>
          </a:blip>
          <a:stretch>
            <a:fillRect/>
          </a:stretch>
        </a:blipFill>
      </p:bgPr>
    </p:bg>
    <p:spTree>
      <p:nvGrpSpPr>
        <p:cNvPr id="126" name="Shape 126"/>
        <p:cNvGrpSpPr/>
        <p:nvPr/>
      </p:nvGrpSpPr>
      <p:grpSpPr>
        <a:xfrm>
          <a:off x="0" y="0"/>
          <a:ext cx="0" cy="0"/>
          <a:chOff x="0" y="0"/>
          <a:chExt cx="0" cy="0"/>
        </a:xfrm>
      </p:grpSpPr>
      <p:sp>
        <p:nvSpPr>
          <p:cNvPr id="127" name="Google Shape;127;p29"/>
          <p:cNvSpPr txBox="1"/>
          <p:nvPr>
            <p:ph idx="1" type="body"/>
          </p:nvPr>
        </p:nvSpPr>
        <p:spPr>
          <a:xfrm>
            <a:off x="313200" y="1409400"/>
            <a:ext cx="3829500" cy="3263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700"/>
              <a:buNone/>
              <a:defRPr/>
            </a:lvl1pPr>
            <a:lvl2pPr indent="-228600" lvl="1" marL="914400" algn="l">
              <a:lnSpc>
                <a:spcPct val="100000"/>
              </a:lnSpc>
              <a:spcBef>
                <a:spcPts val="500"/>
              </a:spcBef>
              <a:spcAft>
                <a:spcPts val="0"/>
              </a:spcAft>
              <a:buSzPts val="1700"/>
              <a:buFont typeface="Arial"/>
              <a:buNone/>
              <a:defRPr b="0" sz="1700">
                <a:solidFill>
                  <a:schemeClr val="dk1"/>
                </a:solidFill>
                <a:latin typeface="Arial"/>
                <a:ea typeface="Arial"/>
                <a:cs typeface="Arial"/>
                <a:sym typeface="Arial"/>
              </a:defRPr>
            </a:lvl2pPr>
            <a:lvl3pPr indent="-336550" lvl="2" marL="1371600" algn="l">
              <a:lnSpc>
                <a:spcPct val="100000"/>
              </a:lnSpc>
              <a:spcBef>
                <a:spcPts val="500"/>
              </a:spcBef>
              <a:spcAft>
                <a:spcPts val="0"/>
              </a:spcAft>
              <a:buSzPts val="1700"/>
              <a:buChar char="•"/>
              <a:defRPr sz="1700"/>
            </a:lvl3pPr>
            <a:lvl4pPr indent="-336550" lvl="3" marL="1828800" algn="l">
              <a:lnSpc>
                <a:spcPct val="100000"/>
              </a:lnSpc>
              <a:spcBef>
                <a:spcPts val="500"/>
              </a:spcBef>
              <a:spcAft>
                <a:spcPts val="0"/>
              </a:spcAft>
              <a:buSzPts val="1700"/>
              <a:buChar char="•"/>
              <a:defRPr sz="1700"/>
            </a:lvl4pPr>
            <a:lvl5pPr indent="-336550" lvl="4" marL="2286000" algn="l">
              <a:lnSpc>
                <a:spcPct val="100000"/>
              </a:lnSpc>
              <a:spcBef>
                <a:spcPts val="500"/>
              </a:spcBef>
              <a:spcAft>
                <a:spcPts val="0"/>
              </a:spcAft>
              <a:buSzPts val="1700"/>
              <a:buChar char="•"/>
              <a:defRPr sz="17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8" name="Google Shape;128;p29"/>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129" name="Google Shape;129;p29"/>
          <p:cNvSpPr txBox="1"/>
          <p:nvPr>
            <p:ph idx="11" type="ftr"/>
          </p:nvPr>
        </p:nvSpPr>
        <p:spPr>
          <a:xfrm>
            <a:off x="475664" y="4780973"/>
            <a:ext cx="3086100" cy="273900"/>
          </a:xfrm>
          <a:prstGeom prst="rect">
            <a:avLst/>
          </a:prstGeom>
          <a:noFill/>
          <a:ln>
            <a:noFill/>
          </a:ln>
        </p:spPr>
        <p:txBody>
          <a:bodyPr anchorCtr="0" anchor="ctr" bIns="34275" lIns="0"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0" name="Google Shape;130;p29"/>
          <p:cNvSpPr txBox="1"/>
          <p:nvPr>
            <p:ph idx="2" type="body"/>
          </p:nvPr>
        </p:nvSpPr>
        <p:spPr>
          <a:xfrm>
            <a:off x="4698773" y="1409400"/>
            <a:ext cx="3829500" cy="3263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700"/>
              <a:buNone/>
              <a:defRPr/>
            </a:lvl1pPr>
            <a:lvl2pPr indent="-228600" lvl="1" marL="914400" algn="l">
              <a:lnSpc>
                <a:spcPct val="100000"/>
              </a:lnSpc>
              <a:spcBef>
                <a:spcPts val="500"/>
              </a:spcBef>
              <a:spcAft>
                <a:spcPts val="0"/>
              </a:spcAft>
              <a:buSzPts val="1800"/>
              <a:buFont typeface="Arial"/>
              <a:buNone/>
              <a:defRPr sz="1800"/>
            </a:lvl2pPr>
            <a:lvl3pPr indent="-342900" lvl="2" marL="1371600" algn="l">
              <a:lnSpc>
                <a:spcPct val="100000"/>
              </a:lnSpc>
              <a:spcBef>
                <a:spcPts val="500"/>
              </a:spcBef>
              <a:spcAft>
                <a:spcPts val="0"/>
              </a:spcAft>
              <a:buSzPts val="1800"/>
              <a:buChar char="•"/>
              <a:defRPr sz="1800"/>
            </a:lvl3pPr>
            <a:lvl4pPr indent="-342900" lvl="3" marL="1828800" algn="l">
              <a:lnSpc>
                <a:spcPct val="100000"/>
              </a:lnSpc>
              <a:spcBef>
                <a:spcPts val="500"/>
              </a:spcBef>
              <a:spcAft>
                <a:spcPts val="0"/>
              </a:spcAft>
              <a:buSzPts val="1800"/>
              <a:buChar char="•"/>
              <a:defRPr sz="1800"/>
            </a:lvl4pPr>
            <a:lvl5pPr indent="-336550" lvl="4" marL="2286000" algn="l">
              <a:lnSpc>
                <a:spcPct val="100000"/>
              </a:lnSpc>
              <a:spcBef>
                <a:spcPts val="500"/>
              </a:spcBef>
              <a:spcAft>
                <a:spcPts val="0"/>
              </a:spcAft>
              <a:buSzPts val="17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1" name="Google Shape;131;p29"/>
          <p:cNvSpPr txBox="1"/>
          <p:nvPr/>
        </p:nvSpPr>
        <p:spPr>
          <a:xfrm>
            <a:off x="440100" y="345600"/>
            <a:ext cx="7988400" cy="41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2"/>
              </a:buClr>
              <a:buSzPts val="2100"/>
              <a:buFont typeface="Arial"/>
              <a:buNone/>
            </a:pPr>
            <a:r>
              <a:rPr b="1" i="0" lang="en-GB" sz="2100" u="none" cap="none" strike="noStrike">
                <a:solidFill>
                  <a:schemeClr val="dk2"/>
                </a:solidFill>
                <a:latin typeface="Arial"/>
                <a:ea typeface="Arial"/>
                <a:cs typeface="Arial"/>
                <a:sym typeface="Arial"/>
              </a:rPr>
              <a:t>Click to edit Master title style</a:t>
            </a:r>
            <a:endParaRPr b="0" i="0" sz="1100" u="none" cap="none" strike="noStrike">
              <a:solidFill>
                <a:srgbClr val="000000"/>
              </a:solidFill>
              <a:latin typeface="Arial"/>
              <a:ea typeface="Arial"/>
              <a:cs typeface="Arial"/>
              <a:sym typeface="Arial"/>
            </a:endParaRPr>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lide 1">
  <p:cSld name="Quote slide 1">
    <p:bg>
      <p:bgPr>
        <a:blipFill>
          <a:blip r:embed="rId2">
            <a:alphaModFix/>
          </a:blip>
          <a:stretch>
            <a:fillRect/>
          </a:stretch>
        </a:blipFill>
      </p:bgPr>
    </p:bg>
    <p:spTree>
      <p:nvGrpSpPr>
        <p:cNvPr id="132" name="Shape 132"/>
        <p:cNvGrpSpPr/>
        <p:nvPr/>
      </p:nvGrpSpPr>
      <p:grpSpPr>
        <a:xfrm>
          <a:off x="0" y="0"/>
          <a:ext cx="0" cy="0"/>
          <a:chOff x="0" y="0"/>
          <a:chExt cx="0" cy="0"/>
        </a:xfrm>
      </p:grpSpPr>
      <p:sp>
        <p:nvSpPr>
          <p:cNvPr id="133" name="Google Shape;133;p30"/>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134" name="Google Shape;134;p30"/>
          <p:cNvSpPr txBox="1"/>
          <p:nvPr>
            <p:ph idx="1" type="body"/>
          </p:nvPr>
        </p:nvSpPr>
        <p:spPr>
          <a:xfrm>
            <a:off x="5433059" y="746160"/>
            <a:ext cx="3711000" cy="1691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dk1"/>
              </a:buClr>
              <a:buSzPts val="1700"/>
              <a:buNone/>
              <a:defRPr/>
            </a:lvl1pPr>
            <a:lvl2pPr indent="-228600" lvl="1" marL="914400" algn="l">
              <a:lnSpc>
                <a:spcPct val="100000"/>
              </a:lnSpc>
              <a:spcBef>
                <a:spcPts val="500"/>
              </a:spcBef>
              <a:spcAft>
                <a:spcPts val="0"/>
              </a:spcAft>
              <a:buSzPts val="1800"/>
              <a:buFont typeface="Arial"/>
              <a:buNone/>
              <a:defRPr sz="1800"/>
            </a:lvl2pPr>
            <a:lvl3pPr indent="-342900" lvl="2" marL="1371600" algn="l">
              <a:lnSpc>
                <a:spcPct val="100000"/>
              </a:lnSpc>
              <a:spcBef>
                <a:spcPts val="500"/>
              </a:spcBef>
              <a:spcAft>
                <a:spcPts val="0"/>
              </a:spcAft>
              <a:buSzPts val="1800"/>
              <a:buChar char="•"/>
              <a:defRPr sz="1800"/>
            </a:lvl3pPr>
            <a:lvl4pPr indent="-342900" lvl="3" marL="1828800" algn="l">
              <a:lnSpc>
                <a:spcPct val="100000"/>
              </a:lnSpc>
              <a:spcBef>
                <a:spcPts val="500"/>
              </a:spcBef>
              <a:spcAft>
                <a:spcPts val="0"/>
              </a:spcAft>
              <a:buSzPts val="1800"/>
              <a:buChar char="•"/>
              <a:defRPr sz="1800"/>
            </a:lvl4pPr>
            <a:lvl5pPr indent="-336550" lvl="4" marL="2286000" algn="l">
              <a:lnSpc>
                <a:spcPct val="100000"/>
              </a:lnSpc>
              <a:spcBef>
                <a:spcPts val="500"/>
              </a:spcBef>
              <a:spcAft>
                <a:spcPts val="0"/>
              </a:spcAft>
              <a:buSzPts val="17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5" name="Google Shape;135;p30"/>
          <p:cNvSpPr txBox="1"/>
          <p:nvPr/>
        </p:nvSpPr>
        <p:spPr>
          <a:xfrm>
            <a:off x="1080121" y="746160"/>
            <a:ext cx="4075800" cy="33189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accent2"/>
              </a:buClr>
              <a:buSzPts val="3000"/>
              <a:buFont typeface="Arial"/>
              <a:buNone/>
            </a:pPr>
            <a:r>
              <a:rPr b="1" i="0" lang="en-GB" sz="3000" u="none" cap="none" strike="noStrike">
                <a:solidFill>
                  <a:schemeClr val="accent2"/>
                </a:solidFill>
                <a:latin typeface="Arial"/>
                <a:ea typeface="Arial"/>
                <a:cs typeface="Arial"/>
                <a:sym typeface="Arial"/>
              </a:rPr>
              <a:t>Click to edit Master title style</a:t>
            </a:r>
            <a:endParaRPr b="0" i="0" sz="1100" u="none" cap="none" strike="noStrike">
              <a:solidFill>
                <a:srgbClr val="000000"/>
              </a:solidFill>
              <a:latin typeface="Arial"/>
              <a:ea typeface="Arial"/>
              <a:cs typeface="Arial"/>
              <a:sym typeface="Arial"/>
            </a:endParaRPr>
          </a:p>
        </p:txBody>
      </p:sp>
      <p:sp>
        <p:nvSpPr>
          <p:cNvPr id="136" name="Google Shape;136;p30"/>
          <p:cNvSpPr txBox="1"/>
          <p:nvPr>
            <p:ph idx="2" type="body"/>
          </p:nvPr>
        </p:nvSpPr>
        <p:spPr>
          <a:xfrm>
            <a:off x="5930867" y="3386241"/>
            <a:ext cx="3101100" cy="819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accent2"/>
              </a:buClr>
              <a:buSzPts val="1700"/>
              <a:buNone/>
              <a:defRPr b="1">
                <a:solidFill>
                  <a:schemeClr val="accent2"/>
                </a:solidFill>
              </a:defRPr>
            </a:lvl1pPr>
            <a:lvl2pPr indent="-228600" lvl="1" marL="914400" algn="l">
              <a:lnSpc>
                <a:spcPct val="100000"/>
              </a:lnSpc>
              <a:spcBef>
                <a:spcPts val="500"/>
              </a:spcBef>
              <a:spcAft>
                <a:spcPts val="0"/>
              </a:spcAft>
              <a:buSzPts val="1700"/>
              <a:buFont typeface="Arial"/>
              <a:buNone/>
              <a:defRPr sz="1700"/>
            </a:lvl2pPr>
            <a:lvl3pPr indent="-228600" lvl="2" marL="1371600" algn="l">
              <a:lnSpc>
                <a:spcPct val="100000"/>
              </a:lnSpc>
              <a:spcBef>
                <a:spcPts val="500"/>
              </a:spcBef>
              <a:spcAft>
                <a:spcPts val="0"/>
              </a:spcAft>
              <a:buSzPts val="1700"/>
              <a:buNone/>
              <a:defRPr sz="1700"/>
            </a:lvl3pPr>
            <a:lvl4pPr indent="-336550" lvl="3" marL="1828800" algn="l">
              <a:lnSpc>
                <a:spcPct val="100000"/>
              </a:lnSpc>
              <a:spcBef>
                <a:spcPts val="500"/>
              </a:spcBef>
              <a:spcAft>
                <a:spcPts val="0"/>
              </a:spcAft>
              <a:buSzPts val="1700"/>
              <a:buChar char="•"/>
              <a:defRPr sz="1700"/>
            </a:lvl4pPr>
            <a:lvl5pPr indent="-336550" lvl="4" marL="2286000" algn="l">
              <a:lnSpc>
                <a:spcPct val="100000"/>
              </a:lnSpc>
              <a:spcBef>
                <a:spcPts val="500"/>
              </a:spcBef>
              <a:spcAft>
                <a:spcPts val="0"/>
              </a:spcAft>
              <a:buSzPts val="1700"/>
              <a:buChar char="•"/>
              <a:defRPr sz="17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7" name="Google Shape;137;p30"/>
          <p:cNvSpPr txBox="1"/>
          <p:nvPr>
            <p:ph idx="11" type="ftr"/>
          </p:nvPr>
        </p:nvSpPr>
        <p:spPr>
          <a:xfrm>
            <a:off x="440100" y="4780973"/>
            <a:ext cx="3086100" cy="273900"/>
          </a:xfrm>
          <a:prstGeom prst="rect">
            <a:avLst/>
          </a:prstGeom>
          <a:noFill/>
          <a:ln>
            <a:noFill/>
          </a:ln>
        </p:spPr>
        <p:txBody>
          <a:bodyPr anchorCtr="0" anchor="ctr" bIns="34275" lIns="0"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lide 2">
  <p:cSld name="Quote slide 2">
    <p:bg>
      <p:bgPr>
        <a:blipFill>
          <a:blip r:embed="rId2">
            <a:alphaModFix/>
          </a:blip>
          <a:stretch>
            <a:fillRect/>
          </a:stretch>
        </a:blipFill>
      </p:bgPr>
    </p:bg>
    <p:spTree>
      <p:nvGrpSpPr>
        <p:cNvPr id="138" name="Shape 138"/>
        <p:cNvGrpSpPr/>
        <p:nvPr/>
      </p:nvGrpSpPr>
      <p:grpSpPr>
        <a:xfrm>
          <a:off x="0" y="0"/>
          <a:ext cx="0" cy="0"/>
          <a:chOff x="0" y="0"/>
          <a:chExt cx="0" cy="0"/>
        </a:xfrm>
      </p:grpSpPr>
      <p:sp>
        <p:nvSpPr>
          <p:cNvPr id="139" name="Google Shape;139;p31"/>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140" name="Google Shape;140;p31"/>
          <p:cNvSpPr txBox="1"/>
          <p:nvPr>
            <p:ph idx="1" type="body"/>
          </p:nvPr>
        </p:nvSpPr>
        <p:spPr>
          <a:xfrm>
            <a:off x="5433059" y="0"/>
            <a:ext cx="3711000" cy="2571900"/>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500"/>
              </a:spcBef>
              <a:spcAft>
                <a:spcPts val="0"/>
              </a:spcAft>
              <a:buClr>
                <a:schemeClr val="dk1"/>
              </a:buClr>
              <a:buSzPts val="1700"/>
              <a:buNone/>
              <a:defRPr/>
            </a:lvl1pPr>
            <a:lvl2pPr indent="-228600" lvl="1" marL="914400" algn="l">
              <a:lnSpc>
                <a:spcPct val="100000"/>
              </a:lnSpc>
              <a:spcBef>
                <a:spcPts val="500"/>
              </a:spcBef>
              <a:spcAft>
                <a:spcPts val="0"/>
              </a:spcAft>
              <a:buSzPts val="1800"/>
              <a:buFont typeface="Arial"/>
              <a:buNone/>
              <a:defRPr sz="1800"/>
            </a:lvl2pPr>
            <a:lvl3pPr indent="-342900" lvl="2" marL="1371600" algn="l">
              <a:lnSpc>
                <a:spcPct val="100000"/>
              </a:lnSpc>
              <a:spcBef>
                <a:spcPts val="500"/>
              </a:spcBef>
              <a:spcAft>
                <a:spcPts val="0"/>
              </a:spcAft>
              <a:buSzPts val="1800"/>
              <a:buChar char="•"/>
              <a:defRPr sz="1800"/>
            </a:lvl3pPr>
            <a:lvl4pPr indent="-342900" lvl="3" marL="1828800" algn="l">
              <a:lnSpc>
                <a:spcPct val="100000"/>
              </a:lnSpc>
              <a:spcBef>
                <a:spcPts val="500"/>
              </a:spcBef>
              <a:spcAft>
                <a:spcPts val="0"/>
              </a:spcAft>
              <a:buSzPts val="1800"/>
              <a:buChar char="•"/>
              <a:defRPr sz="1800"/>
            </a:lvl4pPr>
            <a:lvl5pPr indent="-336550" lvl="4" marL="2286000" algn="l">
              <a:lnSpc>
                <a:spcPct val="100000"/>
              </a:lnSpc>
              <a:spcBef>
                <a:spcPts val="500"/>
              </a:spcBef>
              <a:spcAft>
                <a:spcPts val="0"/>
              </a:spcAft>
              <a:buSzPts val="17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1" name="Google Shape;141;p31"/>
          <p:cNvSpPr txBox="1"/>
          <p:nvPr/>
        </p:nvSpPr>
        <p:spPr>
          <a:xfrm>
            <a:off x="1080121" y="746160"/>
            <a:ext cx="4075800" cy="33189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accent2"/>
              </a:buClr>
              <a:buSzPts val="3000"/>
              <a:buFont typeface="Arial"/>
              <a:buNone/>
            </a:pPr>
            <a:r>
              <a:rPr b="1" i="0" lang="en-GB" sz="3000" u="none" cap="none" strike="noStrike">
                <a:solidFill>
                  <a:schemeClr val="accent2"/>
                </a:solidFill>
                <a:latin typeface="Arial"/>
                <a:ea typeface="Arial"/>
                <a:cs typeface="Arial"/>
                <a:sym typeface="Arial"/>
              </a:rPr>
              <a:t>Click to edit Master title style</a:t>
            </a:r>
            <a:endParaRPr b="0" i="0" sz="1100" u="none" cap="none" strike="noStrike">
              <a:solidFill>
                <a:srgbClr val="000000"/>
              </a:solidFill>
              <a:latin typeface="Arial"/>
              <a:ea typeface="Arial"/>
              <a:cs typeface="Arial"/>
              <a:sym typeface="Arial"/>
            </a:endParaRPr>
          </a:p>
        </p:txBody>
      </p:sp>
      <p:sp>
        <p:nvSpPr>
          <p:cNvPr id="142" name="Google Shape;142;p31"/>
          <p:cNvSpPr txBox="1"/>
          <p:nvPr>
            <p:ph idx="2" type="body"/>
          </p:nvPr>
        </p:nvSpPr>
        <p:spPr>
          <a:xfrm>
            <a:off x="5930867" y="3386241"/>
            <a:ext cx="3101100" cy="819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500"/>
              </a:spcBef>
              <a:spcAft>
                <a:spcPts val="0"/>
              </a:spcAft>
              <a:buClr>
                <a:schemeClr val="accent2"/>
              </a:buClr>
              <a:buSzPts val="1700"/>
              <a:buNone/>
              <a:defRPr b="1">
                <a:solidFill>
                  <a:schemeClr val="accent2"/>
                </a:solidFill>
              </a:defRPr>
            </a:lvl1pPr>
            <a:lvl2pPr indent="-228600" lvl="1" marL="914400" algn="l">
              <a:lnSpc>
                <a:spcPct val="100000"/>
              </a:lnSpc>
              <a:spcBef>
                <a:spcPts val="500"/>
              </a:spcBef>
              <a:spcAft>
                <a:spcPts val="0"/>
              </a:spcAft>
              <a:buSzPts val="1700"/>
              <a:buFont typeface="Arial"/>
              <a:buNone/>
              <a:defRPr sz="1700"/>
            </a:lvl2pPr>
            <a:lvl3pPr indent="-228600" lvl="2" marL="1371600" algn="l">
              <a:lnSpc>
                <a:spcPct val="100000"/>
              </a:lnSpc>
              <a:spcBef>
                <a:spcPts val="500"/>
              </a:spcBef>
              <a:spcAft>
                <a:spcPts val="0"/>
              </a:spcAft>
              <a:buSzPts val="1700"/>
              <a:buNone/>
              <a:defRPr sz="1700"/>
            </a:lvl3pPr>
            <a:lvl4pPr indent="-336550" lvl="3" marL="1828800" algn="l">
              <a:lnSpc>
                <a:spcPct val="100000"/>
              </a:lnSpc>
              <a:spcBef>
                <a:spcPts val="500"/>
              </a:spcBef>
              <a:spcAft>
                <a:spcPts val="0"/>
              </a:spcAft>
              <a:buSzPts val="1700"/>
              <a:buChar char="•"/>
              <a:defRPr sz="1700"/>
            </a:lvl4pPr>
            <a:lvl5pPr indent="-336550" lvl="4" marL="2286000" algn="l">
              <a:lnSpc>
                <a:spcPct val="100000"/>
              </a:lnSpc>
              <a:spcBef>
                <a:spcPts val="500"/>
              </a:spcBef>
              <a:spcAft>
                <a:spcPts val="0"/>
              </a:spcAft>
              <a:buSzPts val="1700"/>
              <a:buChar char="•"/>
              <a:defRPr sz="17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3" name="Google Shape;143;p31"/>
          <p:cNvSpPr txBox="1"/>
          <p:nvPr>
            <p:ph idx="11" type="ftr"/>
          </p:nvPr>
        </p:nvSpPr>
        <p:spPr>
          <a:xfrm>
            <a:off x="440100" y="4780973"/>
            <a:ext cx="3086100" cy="273900"/>
          </a:xfrm>
          <a:prstGeom prst="rect">
            <a:avLst/>
          </a:prstGeom>
          <a:noFill/>
          <a:ln>
            <a:noFill/>
          </a:ln>
        </p:spPr>
        <p:txBody>
          <a:bodyPr anchorCtr="0" anchor="ctr" bIns="34275" lIns="0"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image">
  <p:cSld name="Text and image">
    <p:bg>
      <p:bgPr>
        <a:blipFill>
          <a:blip r:embed="rId2">
            <a:alphaModFix/>
          </a:blip>
          <a:stretch>
            <a:fillRect/>
          </a:stretch>
        </a:blipFill>
      </p:bgPr>
    </p:bg>
    <p:spTree>
      <p:nvGrpSpPr>
        <p:cNvPr id="144" name="Shape 144"/>
        <p:cNvGrpSpPr/>
        <p:nvPr/>
      </p:nvGrpSpPr>
      <p:grpSpPr>
        <a:xfrm>
          <a:off x="0" y="0"/>
          <a:ext cx="0" cy="0"/>
          <a:chOff x="0" y="0"/>
          <a:chExt cx="0" cy="0"/>
        </a:xfrm>
      </p:grpSpPr>
      <p:sp>
        <p:nvSpPr>
          <p:cNvPr id="145" name="Google Shape;145;p32"/>
          <p:cNvSpPr txBox="1"/>
          <p:nvPr>
            <p:ph idx="12" type="sldNum"/>
          </p:nvPr>
        </p:nvSpPr>
        <p:spPr>
          <a:xfrm>
            <a:off x="8398417" y="4821382"/>
            <a:ext cx="633900" cy="2262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146" name="Google Shape;146;p32"/>
          <p:cNvSpPr txBox="1"/>
          <p:nvPr>
            <p:ph idx="1" type="body"/>
          </p:nvPr>
        </p:nvSpPr>
        <p:spPr>
          <a:xfrm>
            <a:off x="4654446" y="0"/>
            <a:ext cx="4489800" cy="4665600"/>
          </a:xfrm>
          <a:prstGeom prst="rect">
            <a:avLst/>
          </a:prstGeom>
          <a:solidFill>
            <a:schemeClr val="lt1"/>
          </a:solidFill>
          <a:ln>
            <a:noFill/>
          </a:ln>
        </p:spPr>
        <p:txBody>
          <a:bodyPr anchorCtr="0" anchor="ctr" bIns="0" lIns="0" spcFirstLastPara="1" rIns="0" wrap="square" tIns="0">
            <a:noAutofit/>
          </a:bodyPr>
          <a:lstStyle>
            <a:lvl1pPr indent="-228600" lvl="0" marL="457200" algn="ctr">
              <a:lnSpc>
                <a:spcPct val="100000"/>
              </a:lnSpc>
              <a:spcBef>
                <a:spcPts val="500"/>
              </a:spcBef>
              <a:spcAft>
                <a:spcPts val="0"/>
              </a:spcAft>
              <a:buClr>
                <a:schemeClr val="dk1"/>
              </a:buClr>
              <a:buSzPts val="1700"/>
              <a:buNone/>
              <a:defRPr/>
            </a:lvl1pPr>
            <a:lvl2pPr indent="-228600" lvl="1" marL="914400" algn="l">
              <a:lnSpc>
                <a:spcPct val="100000"/>
              </a:lnSpc>
              <a:spcBef>
                <a:spcPts val="500"/>
              </a:spcBef>
              <a:spcAft>
                <a:spcPts val="0"/>
              </a:spcAft>
              <a:buSzPts val="1800"/>
              <a:buFont typeface="Arial"/>
              <a:buNone/>
              <a:defRPr sz="1800"/>
            </a:lvl2pPr>
            <a:lvl3pPr indent="-342900" lvl="2" marL="1371600" algn="l">
              <a:lnSpc>
                <a:spcPct val="100000"/>
              </a:lnSpc>
              <a:spcBef>
                <a:spcPts val="500"/>
              </a:spcBef>
              <a:spcAft>
                <a:spcPts val="0"/>
              </a:spcAft>
              <a:buSzPts val="1800"/>
              <a:buChar char="•"/>
              <a:defRPr sz="1800"/>
            </a:lvl3pPr>
            <a:lvl4pPr indent="-342900" lvl="3" marL="1828800" algn="l">
              <a:lnSpc>
                <a:spcPct val="100000"/>
              </a:lnSpc>
              <a:spcBef>
                <a:spcPts val="500"/>
              </a:spcBef>
              <a:spcAft>
                <a:spcPts val="0"/>
              </a:spcAft>
              <a:buSzPts val="1800"/>
              <a:buChar char="•"/>
              <a:defRPr sz="1800"/>
            </a:lvl4pPr>
            <a:lvl5pPr indent="-336550" lvl="4" marL="2286000" algn="l">
              <a:lnSpc>
                <a:spcPct val="100000"/>
              </a:lnSpc>
              <a:spcBef>
                <a:spcPts val="500"/>
              </a:spcBef>
              <a:spcAft>
                <a:spcPts val="0"/>
              </a:spcAft>
              <a:buSzPts val="17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7" name="Google Shape;147;p32"/>
          <p:cNvSpPr txBox="1"/>
          <p:nvPr>
            <p:ph type="title"/>
          </p:nvPr>
        </p:nvSpPr>
        <p:spPr>
          <a:xfrm>
            <a:off x="440100" y="345600"/>
            <a:ext cx="3867000" cy="510600"/>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dk2"/>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8" name="Google Shape;148;p32"/>
          <p:cNvSpPr txBox="1"/>
          <p:nvPr>
            <p:ph idx="2" type="body"/>
          </p:nvPr>
        </p:nvSpPr>
        <p:spPr>
          <a:xfrm>
            <a:off x="540544" y="1563291"/>
            <a:ext cx="3787500" cy="2743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500"/>
              </a:spcBef>
              <a:spcAft>
                <a:spcPts val="0"/>
              </a:spcAft>
              <a:buClr>
                <a:schemeClr val="accent2"/>
              </a:buClr>
              <a:buSzPts val="1700"/>
              <a:buNone/>
              <a:defRPr>
                <a:solidFill>
                  <a:schemeClr val="accent2"/>
                </a:solidFill>
              </a:defRPr>
            </a:lvl1pPr>
            <a:lvl2pPr indent="-228600" lvl="1" marL="914400" algn="l">
              <a:lnSpc>
                <a:spcPct val="100000"/>
              </a:lnSpc>
              <a:spcBef>
                <a:spcPts val="500"/>
              </a:spcBef>
              <a:spcAft>
                <a:spcPts val="0"/>
              </a:spcAft>
              <a:buSzPts val="1700"/>
              <a:buFont typeface="Arial"/>
              <a:buNone/>
              <a:defRPr b="0" sz="1700">
                <a:solidFill>
                  <a:schemeClr val="dk1"/>
                </a:solidFill>
                <a:latin typeface="Arial"/>
                <a:ea typeface="Arial"/>
                <a:cs typeface="Arial"/>
                <a:sym typeface="Arial"/>
              </a:defRPr>
            </a:lvl2pPr>
            <a:lvl3pPr indent="-228600" lvl="2" marL="1371600" algn="l">
              <a:lnSpc>
                <a:spcPct val="100000"/>
              </a:lnSpc>
              <a:spcBef>
                <a:spcPts val="500"/>
              </a:spcBef>
              <a:spcAft>
                <a:spcPts val="0"/>
              </a:spcAft>
              <a:buSzPts val="1700"/>
              <a:buFont typeface="Arial"/>
              <a:buNone/>
              <a:defRPr b="0" sz="1700">
                <a:solidFill>
                  <a:schemeClr val="dk1"/>
                </a:solidFill>
                <a:latin typeface="Arial"/>
                <a:ea typeface="Arial"/>
                <a:cs typeface="Arial"/>
                <a:sym typeface="Arial"/>
              </a:defRPr>
            </a:lvl3pPr>
            <a:lvl4pPr indent="-317500" lvl="3" marL="1828800" algn="l">
              <a:lnSpc>
                <a:spcPct val="100000"/>
              </a:lnSpc>
              <a:spcBef>
                <a:spcPts val="500"/>
              </a:spcBef>
              <a:spcAft>
                <a:spcPts val="0"/>
              </a:spcAft>
              <a:buSzPts val="1400"/>
              <a:buChar char="•"/>
              <a:defRPr/>
            </a:lvl4pPr>
            <a:lvl5pPr indent="-317500" lvl="4" marL="2286000" algn="l">
              <a:lnSpc>
                <a:spcPct val="100000"/>
              </a:lnSpc>
              <a:spcBef>
                <a:spcPts val="500"/>
              </a:spcBef>
              <a:spcAft>
                <a:spcPts val="0"/>
              </a:spcAft>
              <a:buSzPts val="14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9" name="Google Shape;149;p32"/>
          <p:cNvSpPr txBox="1"/>
          <p:nvPr>
            <p:ph idx="11" type="ftr"/>
          </p:nvPr>
        </p:nvSpPr>
        <p:spPr>
          <a:xfrm>
            <a:off x="440100" y="4780973"/>
            <a:ext cx="3086100" cy="273900"/>
          </a:xfrm>
          <a:prstGeom prst="rect">
            <a:avLst/>
          </a:prstGeom>
          <a:noFill/>
          <a:ln>
            <a:noFill/>
          </a:ln>
        </p:spPr>
        <p:txBody>
          <a:bodyPr anchorCtr="0" anchor="ctr" bIns="34275" lIns="0"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cons blue">
  <p:cSld name="Icons blue">
    <p:bg>
      <p:bgPr>
        <a:blipFill>
          <a:blip r:embed="rId2">
            <a:alphaModFix/>
          </a:blip>
          <a:stretch>
            <a:fillRect/>
          </a:stretch>
        </a:blipFill>
      </p:bgPr>
    </p:bg>
    <p:spTree>
      <p:nvGrpSpPr>
        <p:cNvPr id="150" name="Shape 150"/>
        <p:cNvGrpSpPr/>
        <p:nvPr/>
      </p:nvGrpSpPr>
      <p:grpSpPr>
        <a:xfrm>
          <a:off x="0" y="0"/>
          <a:ext cx="0" cy="0"/>
          <a:chOff x="0" y="0"/>
          <a:chExt cx="0" cy="0"/>
        </a:xfrm>
      </p:grpSpPr>
      <p:sp>
        <p:nvSpPr>
          <p:cNvPr id="151" name="Google Shape;151;p33"/>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152" name="Google Shape;152;p33"/>
          <p:cNvSpPr txBox="1"/>
          <p:nvPr>
            <p:ph type="title"/>
          </p:nvPr>
        </p:nvSpPr>
        <p:spPr>
          <a:xfrm>
            <a:off x="440100" y="345600"/>
            <a:ext cx="7988400" cy="415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2"/>
              </a:buClr>
              <a:buSzPts val="3300"/>
              <a:buFont typeface="Arial"/>
              <a:buNone/>
              <a:defRPr sz="3300">
                <a:solidFill>
                  <a:schemeClr val="accent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3" name="Google Shape;153;p33"/>
          <p:cNvSpPr txBox="1"/>
          <p:nvPr>
            <p:ph idx="11" type="ftr"/>
          </p:nvPr>
        </p:nvSpPr>
        <p:spPr>
          <a:xfrm>
            <a:off x="440100" y="4780973"/>
            <a:ext cx="3086100" cy="273900"/>
          </a:xfrm>
          <a:prstGeom prst="rect">
            <a:avLst/>
          </a:prstGeom>
          <a:noFill/>
          <a:ln>
            <a:noFill/>
          </a:ln>
        </p:spPr>
        <p:txBody>
          <a:bodyPr anchorCtr="0" anchor="ctr" bIns="34275" lIns="0"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column slide">
  <p:cSld name="CUSTOM_4">
    <p:spTree>
      <p:nvGrpSpPr>
        <p:cNvPr id="154" name="Shape 154"/>
        <p:cNvGrpSpPr/>
        <p:nvPr/>
      </p:nvGrpSpPr>
      <p:grpSpPr>
        <a:xfrm>
          <a:off x="0" y="0"/>
          <a:ext cx="0" cy="0"/>
          <a:chOff x="0" y="0"/>
          <a:chExt cx="0" cy="0"/>
        </a:xfrm>
      </p:grpSpPr>
      <p:sp>
        <p:nvSpPr>
          <p:cNvPr id="155" name="Google Shape;155;p34"/>
          <p:cNvSpPr/>
          <p:nvPr/>
        </p:nvSpPr>
        <p:spPr>
          <a:xfrm>
            <a:off x="-21375" y="-6700"/>
            <a:ext cx="3618300" cy="5143500"/>
          </a:xfrm>
          <a:prstGeom prst="rect">
            <a:avLst/>
          </a:prstGeom>
          <a:solidFill>
            <a:srgbClr val="00307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highlight>
                <a:srgbClr val="003078"/>
              </a:highlight>
              <a:latin typeface="Arial"/>
              <a:ea typeface="Arial"/>
              <a:cs typeface="Arial"/>
              <a:sym typeface="Arial"/>
            </a:endParaRPr>
          </a:p>
        </p:txBody>
      </p:sp>
      <p:sp>
        <p:nvSpPr>
          <p:cNvPr id="156" name="Google Shape;156;p34"/>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157" name="Google Shape;157;p34"/>
          <p:cNvSpPr txBox="1"/>
          <p:nvPr/>
        </p:nvSpPr>
        <p:spPr>
          <a:xfrm>
            <a:off x="0" y="4629150"/>
            <a:ext cx="9144000" cy="514500"/>
          </a:xfrm>
          <a:prstGeom prst="rect">
            <a:avLst/>
          </a:prstGeom>
          <a:solidFill>
            <a:srgbClr val="003078"/>
          </a:solidFill>
          <a:ln>
            <a:noFill/>
          </a:ln>
        </p:spPr>
        <p:txBody>
          <a:bodyPr anchorCtr="0" anchor="ctr" bIns="22850" lIns="22850" spcFirstLastPara="1" rIns="22850" wrap="square" tIns="22850">
            <a:noAutofit/>
          </a:bodyPr>
          <a:lstStyle/>
          <a:p>
            <a:pPr indent="0" lvl="0" marL="25400" marR="0" rtl="0" algn="ctr">
              <a:lnSpc>
                <a:spcPct val="100000"/>
              </a:lnSpc>
              <a:spcBef>
                <a:spcPts val="0"/>
              </a:spcBef>
              <a:spcAft>
                <a:spcPts val="0"/>
              </a:spcAft>
              <a:buClr>
                <a:srgbClr val="000000"/>
              </a:buClr>
              <a:buSzPts val="3100"/>
              <a:buFont typeface="Arial"/>
              <a:buNone/>
            </a:pPr>
            <a:r>
              <a:t/>
            </a:r>
            <a:endParaRPr b="0" i="0" sz="3100" u="none" cap="none" strike="noStrike">
              <a:solidFill>
                <a:srgbClr val="000000"/>
              </a:solidFill>
              <a:latin typeface="Cabin"/>
              <a:ea typeface="Cabin"/>
              <a:cs typeface="Cabin"/>
              <a:sym typeface="Cabin"/>
            </a:endParaRPr>
          </a:p>
        </p:txBody>
      </p:sp>
      <p:sp>
        <p:nvSpPr>
          <p:cNvPr id="158" name="Google Shape;158;p34"/>
          <p:cNvSpPr txBox="1"/>
          <p:nvPr/>
        </p:nvSpPr>
        <p:spPr>
          <a:xfrm>
            <a:off x="5909310" y="4720590"/>
            <a:ext cx="2720400" cy="285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900"/>
              <a:buFont typeface="Helvetica Neue"/>
              <a:buNone/>
            </a:pPr>
            <a:r>
              <a:rPr b="0" i="0" lang="en-GB" sz="1900" u="none" cap="none" strike="noStrike">
                <a:solidFill>
                  <a:srgbClr val="FFFFFF"/>
                </a:solidFill>
                <a:latin typeface="Helvetica Neue"/>
                <a:ea typeface="Helvetica Neue"/>
                <a:cs typeface="Helvetica Neue"/>
                <a:sym typeface="Helvetica Neue"/>
              </a:rPr>
              <a:t>CDDO</a:t>
            </a:r>
            <a:endParaRPr b="0" i="0" sz="6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slide">
  <p:cSld name="CUSTOM_1">
    <p:spTree>
      <p:nvGrpSpPr>
        <p:cNvPr id="159" name="Shape 159"/>
        <p:cNvGrpSpPr/>
        <p:nvPr/>
      </p:nvGrpSpPr>
      <p:grpSpPr>
        <a:xfrm>
          <a:off x="0" y="0"/>
          <a:ext cx="0" cy="0"/>
          <a:chOff x="0" y="0"/>
          <a:chExt cx="0" cy="0"/>
        </a:xfrm>
      </p:grpSpPr>
      <p:sp>
        <p:nvSpPr>
          <p:cNvPr id="160" name="Google Shape;160;p35"/>
          <p:cNvSpPr txBox="1"/>
          <p:nvPr/>
        </p:nvSpPr>
        <p:spPr>
          <a:xfrm>
            <a:off x="0" y="4629150"/>
            <a:ext cx="9144000" cy="514500"/>
          </a:xfrm>
          <a:prstGeom prst="rect">
            <a:avLst/>
          </a:prstGeom>
          <a:solidFill>
            <a:srgbClr val="003078"/>
          </a:solidFill>
          <a:ln>
            <a:noFill/>
          </a:ln>
        </p:spPr>
        <p:txBody>
          <a:bodyPr anchorCtr="0" anchor="ctr" bIns="22850" lIns="22850" spcFirstLastPara="1" rIns="22850" wrap="square" tIns="22850">
            <a:noAutofit/>
          </a:bodyPr>
          <a:lstStyle/>
          <a:p>
            <a:pPr indent="0" lvl="0" marL="25400" marR="0" rtl="0" algn="ctr">
              <a:lnSpc>
                <a:spcPct val="100000"/>
              </a:lnSpc>
              <a:spcBef>
                <a:spcPts val="0"/>
              </a:spcBef>
              <a:spcAft>
                <a:spcPts val="0"/>
              </a:spcAft>
              <a:buClr>
                <a:srgbClr val="000000"/>
              </a:buClr>
              <a:buSzPts val="3100"/>
              <a:buFont typeface="Arial"/>
              <a:buNone/>
            </a:pPr>
            <a:r>
              <a:t/>
            </a:r>
            <a:endParaRPr b="0" i="0" sz="3100" u="none" cap="none" strike="noStrike">
              <a:solidFill>
                <a:srgbClr val="000000"/>
              </a:solidFill>
              <a:latin typeface="Cabin"/>
              <a:ea typeface="Cabin"/>
              <a:cs typeface="Cabin"/>
              <a:sym typeface="Cabin"/>
            </a:endParaRPr>
          </a:p>
        </p:txBody>
      </p:sp>
      <p:sp>
        <p:nvSpPr>
          <p:cNvPr id="161" name="Google Shape;161;p35"/>
          <p:cNvSpPr txBox="1"/>
          <p:nvPr/>
        </p:nvSpPr>
        <p:spPr>
          <a:xfrm>
            <a:off x="5909310" y="4720590"/>
            <a:ext cx="2720400" cy="285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1900"/>
              <a:buFont typeface="Helvetica Neue"/>
              <a:buNone/>
            </a:pPr>
            <a:r>
              <a:rPr b="0" i="0" lang="en-GB" sz="1900" u="none" cap="none" strike="noStrike">
                <a:solidFill>
                  <a:srgbClr val="FFFFFF"/>
                </a:solidFill>
                <a:latin typeface="Helvetica Neue"/>
                <a:ea typeface="Helvetica Neue"/>
                <a:cs typeface="Helvetica Neue"/>
                <a:sym typeface="Helvetica Neue"/>
              </a:rPr>
              <a:t>CDDO</a:t>
            </a:r>
            <a:endParaRPr b="0" i="0" sz="6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162" name="Shape 162"/>
        <p:cNvGrpSpPr/>
        <p:nvPr/>
      </p:nvGrpSpPr>
      <p:grpSpPr>
        <a:xfrm>
          <a:off x="0" y="0"/>
          <a:ext cx="0" cy="0"/>
          <a:chOff x="0" y="0"/>
          <a:chExt cx="0" cy="0"/>
        </a:xfrm>
      </p:grpSpPr>
      <p:sp>
        <p:nvSpPr>
          <p:cNvPr id="163" name="Google Shape;163;p36"/>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64" name="Google Shape;164;p36"/>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
  <p:cSld name="TITLE_1">
    <p:spTree>
      <p:nvGrpSpPr>
        <p:cNvPr id="165" name="Shape 165"/>
        <p:cNvGrpSpPr/>
        <p:nvPr/>
      </p:nvGrpSpPr>
      <p:grpSpPr>
        <a:xfrm>
          <a:off x="0" y="0"/>
          <a:ext cx="0" cy="0"/>
          <a:chOff x="0" y="0"/>
          <a:chExt cx="0" cy="0"/>
        </a:xfrm>
      </p:grpSpPr>
      <p:sp>
        <p:nvSpPr>
          <p:cNvPr id="166" name="Google Shape;166;p37"/>
          <p:cNvSpPr txBox="1"/>
          <p:nvPr>
            <p:ph type="ctrTitle"/>
          </p:nvPr>
        </p:nvSpPr>
        <p:spPr>
          <a:xfrm>
            <a:off x="311708" y="744575"/>
            <a:ext cx="8520600" cy="2052600"/>
          </a:xfrm>
          <a:prstGeom prst="rect">
            <a:avLst/>
          </a:prstGeom>
        </p:spPr>
        <p:txBody>
          <a:bodyPr anchorCtr="0" anchor="b" bIns="0" lIns="0" spcFirstLastPara="1" rIns="0" wrap="square" tIns="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67" name="Google Shape;167;p37"/>
          <p:cNvSpPr txBox="1"/>
          <p:nvPr>
            <p:ph idx="1" type="subTitle"/>
          </p:nvPr>
        </p:nvSpPr>
        <p:spPr>
          <a:xfrm>
            <a:off x="311700" y="2834125"/>
            <a:ext cx="8520600" cy="792600"/>
          </a:xfrm>
          <a:prstGeom prst="rect">
            <a:avLst/>
          </a:prstGeom>
        </p:spPr>
        <p:txBody>
          <a:bodyPr anchorCtr="0" anchor="t" bIns="0" lIns="0" spcFirstLastPara="1" rIns="0" wrap="square" tIns="0">
            <a:normAutofit/>
          </a:bodyPr>
          <a:lstStyle>
            <a:lvl1pPr lvl="0" algn="ctr">
              <a:lnSpc>
                <a:spcPct val="100000"/>
              </a:lnSpc>
              <a:spcBef>
                <a:spcPts val="50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500"/>
              </a:spcBef>
              <a:spcAft>
                <a:spcPts val="0"/>
              </a:spcAft>
              <a:buSzPts val="2800"/>
              <a:buNone/>
              <a:defRPr sz="2800"/>
            </a:lvl3pPr>
            <a:lvl4pPr lvl="3" algn="ctr">
              <a:lnSpc>
                <a:spcPct val="100000"/>
              </a:lnSpc>
              <a:spcBef>
                <a:spcPts val="500"/>
              </a:spcBef>
              <a:spcAft>
                <a:spcPts val="0"/>
              </a:spcAft>
              <a:buSzPts val="2800"/>
              <a:buNone/>
              <a:defRPr sz="2800"/>
            </a:lvl4pPr>
            <a:lvl5pPr lvl="4" algn="ctr">
              <a:lnSpc>
                <a:spcPct val="100000"/>
              </a:lnSpc>
              <a:spcBef>
                <a:spcPts val="500"/>
              </a:spcBef>
              <a:spcAft>
                <a:spcPts val="0"/>
              </a:spcAft>
              <a:buSzPts val="2800"/>
              <a:buNone/>
              <a:defRPr sz="2800"/>
            </a:lvl5pPr>
            <a:lvl6pPr lvl="5" algn="ctr">
              <a:lnSpc>
                <a:spcPct val="100000"/>
              </a:lnSpc>
              <a:spcBef>
                <a:spcPts val="500"/>
              </a:spcBef>
              <a:spcAft>
                <a:spcPts val="0"/>
              </a:spcAft>
              <a:buSzPts val="2800"/>
              <a:buNone/>
              <a:defRPr sz="2800"/>
            </a:lvl6pPr>
            <a:lvl7pPr lvl="6" algn="ctr">
              <a:lnSpc>
                <a:spcPct val="100000"/>
              </a:lnSpc>
              <a:spcBef>
                <a:spcPts val="400"/>
              </a:spcBef>
              <a:spcAft>
                <a:spcPts val="0"/>
              </a:spcAft>
              <a:buSzPts val="2800"/>
              <a:buNone/>
              <a:defRPr sz="2800"/>
            </a:lvl7pPr>
            <a:lvl8pPr lvl="7" algn="ctr">
              <a:lnSpc>
                <a:spcPct val="100000"/>
              </a:lnSpc>
              <a:spcBef>
                <a:spcPts val="400"/>
              </a:spcBef>
              <a:spcAft>
                <a:spcPts val="0"/>
              </a:spcAft>
              <a:buSzPts val="2800"/>
              <a:buNone/>
              <a:defRPr sz="2800"/>
            </a:lvl8pPr>
            <a:lvl9pPr lvl="8" algn="ctr">
              <a:lnSpc>
                <a:spcPct val="100000"/>
              </a:lnSpc>
              <a:spcBef>
                <a:spcPts val="400"/>
              </a:spcBef>
              <a:spcAft>
                <a:spcPts val="0"/>
              </a:spcAft>
              <a:buSzPts val="2800"/>
              <a:buNone/>
              <a:defRPr sz="2800"/>
            </a:lvl9pPr>
          </a:lstStyle>
          <a:p/>
        </p:txBody>
      </p:sp>
      <p:sp>
        <p:nvSpPr>
          <p:cNvPr id="168" name="Google Shape;168;p37"/>
          <p:cNvSpPr txBox="1"/>
          <p:nvPr>
            <p:ph idx="12" type="sldNum"/>
          </p:nvPr>
        </p:nvSpPr>
        <p:spPr>
          <a:xfrm>
            <a:off x="8472458" y="4663217"/>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p:cSld name="TITLE_1_2_1">
    <p:spTree>
      <p:nvGrpSpPr>
        <p:cNvPr id="173" name="Shape 173"/>
        <p:cNvGrpSpPr/>
        <p:nvPr/>
      </p:nvGrpSpPr>
      <p:grpSpPr>
        <a:xfrm>
          <a:off x="0" y="0"/>
          <a:ext cx="0" cy="0"/>
          <a:chOff x="0" y="0"/>
          <a:chExt cx="0" cy="0"/>
        </a:xfrm>
      </p:grpSpPr>
      <p:pic>
        <p:nvPicPr>
          <p:cNvPr id="174" name="Google Shape;174;p39"/>
          <p:cNvPicPr preferRelativeResize="0"/>
          <p:nvPr/>
        </p:nvPicPr>
        <p:blipFill rotWithShape="1">
          <a:blip r:embed="rId2">
            <a:alphaModFix/>
          </a:blip>
          <a:srcRect b="0" l="0" r="0" t="0"/>
          <a:stretch/>
        </p:blipFill>
        <p:spPr>
          <a:xfrm flipH="1">
            <a:off x="0" y="2233"/>
            <a:ext cx="9144003" cy="5139037"/>
          </a:xfrm>
          <a:prstGeom prst="rect">
            <a:avLst/>
          </a:prstGeom>
          <a:noFill/>
          <a:ln>
            <a:noFill/>
          </a:ln>
        </p:spPr>
      </p:pic>
      <p:sp>
        <p:nvSpPr>
          <p:cNvPr id="175" name="Google Shape;175;p39"/>
          <p:cNvSpPr txBox="1"/>
          <p:nvPr>
            <p:ph type="ctrTitle"/>
          </p:nvPr>
        </p:nvSpPr>
        <p:spPr>
          <a:xfrm>
            <a:off x="360000" y="360000"/>
            <a:ext cx="6847200" cy="4500000"/>
          </a:xfrm>
          <a:prstGeom prst="rect">
            <a:avLst/>
          </a:prstGeom>
          <a:noFill/>
          <a:ln>
            <a:noFill/>
          </a:ln>
        </p:spPr>
        <p:txBody>
          <a:bodyPr anchorCtr="0" anchor="ctr" bIns="91425" lIns="91425" spcFirstLastPara="1" rIns="91425" wrap="square" tIns="91425">
            <a:normAutofit/>
          </a:bodyPr>
          <a:lstStyle>
            <a:lvl1pPr lvl="0" algn="l">
              <a:lnSpc>
                <a:spcPct val="90000"/>
              </a:lnSpc>
              <a:spcBef>
                <a:spcPts val="0"/>
              </a:spcBef>
              <a:spcAft>
                <a:spcPts val="0"/>
              </a:spcAft>
              <a:buSzPts val="6200"/>
              <a:buNone/>
              <a:defRPr/>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
        <p:nvSpPr>
          <p:cNvPr id="176" name="Google Shape;176;p39"/>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7" name="Shape 177"/>
        <p:cNvGrpSpPr/>
        <p:nvPr/>
      </p:nvGrpSpPr>
      <p:grpSpPr>
        <a:xfrm>
          <a:off x="0" y="0"/>
          <a:ext cx="0" cy="0"/>
          <a:chOff x="0" y="0"/>
          <a:chExt cx="0" cy="0"/>
        </a:xfrm>
      </p:grpSpPr>
      <p:sp>
        <p:nvSpPr>
          <p:cNvPr id="178" name="Google Shape;178;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9pPr>
          </a:lstStyle>
          <a:p/>
        </p:txBody>
      </p:sp>
      <p:sp>
        <p:nvSpPr>
          <p:cNvPr id="179" name="Google Shape;179;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1pPr>
            <a:lvl2pPr indent="-317500" lvl="1" marL="9144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180" name="Google Shape;180;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0 master">
  <p:cSld name="Slide 20 master">
    <p:bg>
      <p:bgPr>
        <a:solidFill>
          <a:srgbClr val="000000"/>
        </a:solidFill>
      </p:bgPr>
    </p:bg>
    <p:spTree>
      <p:nvGrpSpPr>
        <p:cNvPr id="181" name="Shape 181"/>
        <p:cNvGrpSpPr/>
        <p:nvPr/>
      </p:nvGrpSpPr>
      <p:grpSpPr>
        <a:xfrm>
          <a:off x="0" y="0"/>
          <a:ext cx="0" cy="0"/>
          <a:chOff x="0" y="0"/>
          <a:chExt cx="0" cy="0"/>
        </a:xfrm>
      </p:grpSpPr>
      <p:sp>
        <p:nvSpPr>
          <p:cNvPr id="182" name="Google Shape;182;p41"/>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83" name="Google Shape;183;p41"/>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bg>
      <p:bgPr>
        <a:solidFill>
          <a:srgbClr val="000000"/>
        </a:solidFill>
      </p:bgPr>
    </p:bg>
    <p:spTree>
      <p:nvGrpSpPr>
        <p:cNvPr id="184" name="Shape 184"/>
        <p:cNvGrpSpPr/>
        <p:nvPr/>
      </p:nvGrpSpPr>
      <p:grpSpPr>
        <a:xfrm>
          <a:off x="0" y="0"/>
          <a:ext cx="0" cy="0"/>
          <a:chOff x="0" y="0"/>
          <a:chExt cx="0" cy="0"/>
        </a:xfrm>
      </p:grpSpPr>
      <p:sp>
        <p:nvSpPr>
          <p:cNvPr id="185" name="Google Shape;185;p42"/>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186" name="Google Shape;186;p42"/>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out - Discuss">
  <p:cSld name="TITLE_1_2_2_2">
    <p:bg>
      <p:bgPr>
        <a:solidFill>
          <a:srgbClr val="FC83B3"/>
        </a:solidFill>
      </p:bgPr>
    </p:bg>
    <p:spTree>
      <p:nvGrpSpPr>
        <p:cNvPr id="187" name="Shape 187"/>
        <p:cNvGrpSpPr/>
        <p:nvPr/>
      </p:nvGrpSpPr>
      <p:grpSpPr>
        <a:xfrm>
          <a:off x="0" y="0"/>
          <a:ext cx="0" cy="0"/>
          <a:chOff x="0" y="0"/>
          <a:chExt cx="0" cy="0"/>
        </a:xfrm>
      </p:grpSpPr>
      <p:sp>
        <p:nvSpPr>
          <p:cNvPr id="188" name="Google Shape;188;p43"/>
          <p:cNvSpPr txBox="1"/>
          <p:nvPr>
            <p:ph type="ctrTitle"/>
          </p:nvPr>
        </p:nvSpPr>
        <p:spPr>
          <a:xfrm>
            <a:off x="360000" y="360000"/>
            <a:ext cx="6839400" cy="45003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SzPts val="4200"/>
              <a:buNone/>
              <a:defRPr sz="4200"/>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
        <p:nvSpPr>
          <p:cNvPr id="189" name="Google Shape;189;p43"/>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
        <p:nvSpPr>
          <p:cNvPr id="190" name="Google Shape;190;p43"/>
          <p:cNvSpPr txBox="1"/>
          <p:nvPr/>
        </p:nvSpPr>
        <p:spPr>
          <a:xfrm>
            <a:off x="6402025" y="4119500"/>
            <a:ext cx="2382000" cy="74070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Clr>
                <a:srgbClr val="000000"/>
              </a:buClr>
              <a:buSzPts val="3000"/>
              <a:buFont typeface="Arial"/>
              <a:buNone/>
            </a:pPr>
            <a:r>
              <a:rPr b="0" i="0" lang="en-GB" sz="3000" u="none" cap="none" strike="noStrike">
                <a:solidFill>
                  <a:schemeClr val="lt1"/>
                </a:solidFill>
                <a:latin typeface="Work Sans SemiBold"/>
                <a:ea typeface="Work Sans SemiBold"/>
                <a:cs typeface="Work Sans SemiBold"/>
                <a:sym typeface="Work Sans SemiBold"/>
              </a:rPr>
              <a:t>Discuss</a:t>
            </a:r>
            <a:r>
              <a:rPr b="0" i="0" lang="en-GB" sz="3000" u="none" cap="none" strike="noStrike">
                <a:solidFill>
                  <a:schemeClr val="dk1"/>
                </a:solidFill>
                <a:latin typeface="Work Sans SemiBold"/>
                <a:ea typeface="Work Sans SemiBold"/>
                <a:cs typeface="Work Sans SemiBold"/>
                <a:sym typeface="Work Sans SemiBold"/>
              </a:rPr>
              <a:t>.</a:t>
            </a:r>
            <a:endParaRPr b="0" i="0" sz="3000" u="none" cap="none" strike="noStrike">
              <a:solidFill>
                <a:schemeClr val="dk1"/>
              </a:solidFill>
              <a:latin typeface="Work Sans SemiBold"/>
              <a:ea typeface="Work Sans SemiBold"/>
              <a:cs typeface="Work Sans SemiBold"/>
              <a:sym typeface="Work Sans SemiBo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p:cSld name="TITLE_1_2_2_1">
    <p:bg>
      <p:bgPr>
        <a:solidFill>
          <a:srgbClr val="AB7FC1"/>
        </a:solidFill>
      </p:bgPr>
    </p:bg>
    <p:spTree>
      <p:nvGrpSpPr>
        <p:cNvPr id="191" name="Shape 191"/>
        <p:cNvGrpSpPr/>
        <p:nvPr/>
      </p:nvGrpSpPr>
      <p:grpSpPr>
        <a:xfrm>
          <a:off x="0" y="0"/>
          <a:ext cx="0" cy="0"/>
          <a:chOff x="0" y="0"/>
          <a:chExt cx="0" cy="0"/>
        </a:xfrm>
      </p:grpSpPr>
      <p:sp>
        <p:nvSpPr>
          <p:cNvPr id="192" name="Google Shape;192;p44"/>
          <p:cNvSpPr txBox="1"/>
          <p:nvPr>
            <p:ph type="ctrTitle"/>
          </p:nvPr>
        </p:nvSpPr>
        <p:spPr>
          <a:xfrm>
            <a:off x="360000" y="360000"/>
            <a:ext cx="6839400" cy="45003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SzPts val="4200"/>
              <a:buNone/>
              <a:defRPr sz="4200"/>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
        <p:nvSpPr>
          <p:cNvPr id="193" name="Google Shape;193;p44"/>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
        <p:nvSpPr>
          <p:cNvPr id="194" name="Google Shape;194;p44"/>
          <p:cNvSpPr txBox="1"/>
          <p:nvPr/>
        </p:nvSpPr>
        <p:spPr>
          <a:xfrm>
            <a:off x="6402025" y="4119500"/>
            <a:ext cx="2382000" cy="74070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Clr>
                <a:srgbClr val="000000"/>
              </a:buClr>
              <a:buSzPts val="3000"/>
              <a:buFont typeface="Arial"/>
              <a:buNone/>
            </a:pPr>
            <a:r>
              <a:rPr b="0" i="0" lang="en-GB" sz="3000" u="none" cap="none" strike="noStrike">
                <a:solidFill>
                  <a:schemeClr val="lt1"/>
                </a:solidFill>
                <a:latin typeface="Work Sans SemiBold"/>
                <a:ea typeface="Work Sans SemiBold"/>
                <a:cs typeface="Work Sans SemiBold"/>
                <a:sym typeface="Work Sans SemiBold"/>
              </a:rPr>
              <a:t>Demo</a:t>
            </a:r>
            <a:r>
              <a:rPr b="0" i="0" lang="en-GB" sz="3000" u="none" cap="none" strike="noStrike">
                <a:solidFill>
                  <a:schemeClr val="dk1"/>
                </a:solidFill>
                <a:latin typeface="Work Sans SemiBold"/>
                <a:ea typeface="Work Sans SemiBold"/>
                <a:cs typeface="Work Sans SemiBold"/>
                <a:sym typeface="Work Sans SemiBold"/>
              </a:rPr>
              <a:t>.</a:t>
            </a:r>
            <a:endParaRPr b="0" i="0" sz="3000" u="none" cap="none" strike="noStrike">
              <a:solidFill>
                <a:schemeClr val="dk1"/>
              </a:solidFill>
              <a:latin typeface="Work Sans SemiBold"/>
              <a:ea typeface="Work Sans SemiBold"/>
              <a:cs typeface="Work Sans SemiBold"/>
              <a:sym typeface="Work Sans SemiBo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ssion title" type="title">
  <p:cSld name="TITLE">
    <p:bg>
      <p:bgPr>
        <a:solidFill>
          <a:srgbClr val="666666"/>
        </a:solidFill>
      </p:bgPr>
    </p:bg>
    <p:spTree>
      <p:nvGrpSpPr>
        <p:cNvPr id="195" name="Shape 195"/>
        <p:cNvGrpSpPr/>
        <p:nvPr/>
      </p:nvGrpSpPr>
      <p:grpSpPr>
        <a:xfrm>
          <a:off x="0" y="0"/>
          <a:ext cx="0" cy="0"/>
          <a:chOff x="0" y="0"/>
          <a:chExt cx="0" cy="0"/>
        </a:xfrm>
      </p:grpSpPr>
      <p:sp>
        <p:nvSpPr>
          <p:cNvPr id="196" name="Google Shape;196;p45"/>
          <p:cNvSpPr txBox="1"/>
          <p:nvPr>
            <p:ph type="ctrTitle"/>
          </p:nvPr>
        </p:nvSpPr>
        <p:spPr>
          <a:xfrm>
            <a:off x="360000" y="360000"/>
            <a:ext cx="6831300" cy="4421700"/>
          </a:xfrm>
          <a:prstGeom prst="rect">
            <a:avLst/>
          </a:prstGeom>
          <a:noFill/>
          <a:ln>
            <a:noFill/>
          </a:ln>
        </p:spPr>
        <p:txBody>
          <a:bodyPr anchorCtr="0" anchor="ctr" bIns="91425" lIns="91425" spcFirstLastPara="1" rIns="91425" wrap="square" tIns="91425">
            <a:normAutofit/>
          </a:bodyPr>
          <a:lstStyle>
            <a:lvl1pPr lvl="0" algn="l">
              <a:lnSpc>
                <a:spcPct val="90000"/>
              </a:lnSpc>
              <a:spcBef>
                <a:spcPts val="0"/>
              </a:spcBef>
              <a:spcAft>
                <a:spcPts val="0"/>
              </a:spcAft>
              <a:buClr>
                <a:schemeClr val="lt1"/>
              </a:buClr>
              <a:buSzPts val="6200"/>
              <a:buNone/>
              <a:defRPr>
                <a:solidFill>
                  <a:schemeClr val="lt1"/>
                </a:solidFill>
              </a:defRPr>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
        <p:nvSpPr>
          <p:cNvPr id="197" name="Google Shape;197;p45"/>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
        <p:nvSpPr>
          <p:cNvPr id="198" name="Google Shape;198;p45"/>
          <p:cNvSpPr txBox="1"/>
          <p:nvPr/>
        </p:nvSpPr>
        <p:spPr>
          <a:xfrm>
            <a:off x="495300" y="2423800"/>
            <a:ext cx="5638800" cy="447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Work Sans"/>
              <a:ea typeface="Work Sans"/>
              <a:cs typeface="Work Sans"/>
              <a:sym typeface="Work Sans"/>
            </a:endParaRPr>
          </a:p>
        </p:txBody>
      </p:sp>
    </p:spTree>
  </p:cSld>
  <p:clrMapOvr>
    <a:masterClrMapping/>
  </p:clrMapOvr>
  <p:extLst>
    <p:ext uri="{DCECCB84-F9BA-43D5-87BE-67443E8EF086}">
      <p15:sldGuideLst>
        <p15:guide id="1" pos="312">
          <p15:clr>
            <a:srgbClr val="E46962"/>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nti">
  <p:cSld name="TITLE_1_2">
    <p:bg>
      <p:bgPr>
        <a:solidFill>
          <a:srgbClr val="7FC3E1"/>
        </a:solidFill>
      </p:bgPr>
    </p:bg>
    <p:spTree>
      <p:nvGrpSpPr>
        <p:cNvPr id="199" name="Shape 199"/>
        <p:cNvGrpSpPr/>
        <p:nvPr/>
      </p:nvGrpSpPr>
      <p:grpSpPr>
        <a:xfrm>
          <a:off x="0" y="0"/>
          <a:ext cx="0" cy="0"/>
          <a:chOff x="0" y="0"/>
          <a:chExt cx="0" cy="0"/>
        </a:xfrm>
      </p:grpSpPr>
      <p:sp>
        <p:nvSpPr>
          <p:cNvPr id="200" name="Google Shape;200;p46"/>
          <p:cNvSpPr txBox="1"/>
          <p:nvPr>
            <p:ph type="ctrTitle"/>
          </p:nvPr>
        </p:nvSpPr>
        <p:spPr>
          <a:xfrm>
            <a:off x="360000" y="360000"/>
            <a:ext cx="6839400" cy="45003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SzPts val="4200"/>
              <a:buNone/>
              <a:defRPr sz="4200"/>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
        <p:nvSpPr>
          <p:cNvPr id="201" name="Google Shape;201;p46"/>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
        <p:nvSpPr>
          <p:cNvPr id="202" name="Google Shape;202;p46"/>
          <p:cNvSpPr txBox="1"/>
          <p:nvPr/>
        </p:nvSpPr>
        <p:spPr>
          <a:xfrm>
            <a:off x="6402025" y="4119500"/>
            <a:ext cx="2382000" cy="74070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Clr>
                <a:srgbClr val="000000"/>
              </a:buClr>
              <a:buSzPts val="3000"/>
              <a:buFont typeface="Arial"/>
              <a:buNone/>
            </a:pPr>
            <a:r>
              <a:rPr b="0" i="0" lang="en-GB" sz="3000" u="none" cap="none" strike="noStrike">
                <a:solidFill>
                  <a:schemeClr val="lt1"/>
                </a:solidFill>
                <a:latin typeface="Work Sans SemiBold"/>
                <a:ea typeface="Work Sans SemiBold"/>
                <a:cs typeface="Work Sans SemiBold"/>
                <a:sym typeface="Work Sans SemiBold"/>
              </a:rPr>
              <a:t>Think</a:t>
            </a:r>
            <a:r>
              <a:rPr b="0" i="0" lang="en-GB" sz="3000" u="none" cap="none" strike="noStrike">
                <a:solidFill>
                  <a:schemeClr val="dk1"/>
                </a:solidFill>
                <a:latin typeface="Work Sans SemiBold"/>
                <a:ea typeface="Work Sans SemiBold"/>
                <a:cs typeface="Work Sans SemiBold"/>
                <a:sym typeface="Work Sans SemiBold"/>
              </a:rPr>
              <a:t>.</a:t>
            </a:r>
            <a:endParaRPr b="0" i="0" sz="3000" u="none" cap="none" strike="noStrike">
              <a:solidFill>
                <a:schemeClr val="dk1"/>
              </a:solidFill>
              <a:latin typeface="Work Sans SemiBold"/>
              <a:ea typeface="Work Sans SemiBold"/>
              <a:cs typeface="Work Sans SemiBold"/>
              <a:sym typeface="Work Sans SemiBold"/>
            </a:endParaRPr>
          </a:p>
        </p:txBody>
      </p:sp>
      <p:sp>
        <p:nvSpPr>
          <p:cNvPr id="203" name="Google Shape;203;p46"/>
          <p:cNvSpPr txBox="1"/>
          <p:nvPr/>
        </p:nvSpPr>
        <p:spPr>
          <a:xfrm>
            <a:off x="6063700" y="4119500"/>
            <a:ext cx="2720400" cy="74070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Clr>
                <a:srgbClr val="000000"/>
              </a:buClr>
              <a:buSzPts val="3000"/>
              <a:buFont typeface="Arial"/>
              <a:buNone/>
            </a:pPr>
            <a:r>
              <a:rPr b="0" i="0" lang="en-GB" sz="3000" u="none" cap="none" strike="noStrike">
                <a:solidFill>
                  <a:schemeClr val="lt1"/>
                </a:solidFill>
                <a:latin typeface="Work Sans SemiBold"/>
                <a:ea typeface="Work Sans SemiBold"/>
                <a:cs typeface="Work Sans SemiBold"/>
                <a:sym typeface="Work Sans SemiBold"/>
              </a:rPr>
              <a:t>Think</a:t>
            </a:r>
            <a:r>
              <a:rPr b="0" i="0" lang="en-GB" sz="3000" u="none" cap="none" strike="noStrike">
                <a:solidFill>
                  <a:schemeClr val="dk1"/>
                </a:solidFill>
                <a:latin typeface="Work Sans SemiBold"/>
                <a:ea typeface="Work Sans SemiBold"/>
                <a:cs typeface="Work Sans SemiBold"/>
                <a:sym typeface="Work Sans SemiBold"/>
              </a:rPr>
              <a:t>.</a:t>
            </a:r>
            <a:endParaRPr b="0" i="0" sz="3000" u="none" cap="none" strike="noStrike">
              <a:solidFill>
                <a:schemeClr val="dk1"/>
              </a:solidFill>
              <a:latin typeface="Work Sans SemiBold"/>
              <a:ea typeface="Work Sans SemiBold"/>
              <a:cs typeface="Work Sans SemiBold"/>
              <a:sym typeface="Work Sans SemiBo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takeaways" type="secHead">
  <p:cSld name="SECTION_HEADER">
    <p:bg>
      <p:bgPr>
        <a:solidFill>
          <a:srgbClr val="595959"/>
        </a:solidFill>
      </p:bgPr>
    </p:bg>
    <p:spTree>
      <p:nvGrpSpPr>
        <p:cNvPr id="204" name="Shape 204"/>
        <p:cNvGrpSpPr/>
        <p:nvPr/>
      </p:nvGrpSpPr>
      <p:grpSpPr>
        <a:xfrm>
          <a:off x="0" y="0"/>
          <a:ext cx="0" cy="0"/>
          <a:chOff x="0" y="0"/>
          <a:chExt cx="0" cy="0"/>
        </a:xfrm>
      </p:grpSpPr>
      <p:sp>
        <p:nvSpPr>
          <p:cNvPr id="205" name="Google Shape;205;p47"/>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pic>
        <p:nvPicPr>
          <p:cNvPr id="206" name="Google Shape;206;p47"/>
          <p:cNvPicPr preferRelativeResize="0"/>
          <p:nvPr/>
        </p:nvPicPr>
        <p:blipFill rotWithShape="1">
          <a:blip r:embed="rId2">
            <a:alphaModFix/>
          </a:blip>
          <a:srcRect b="0" l="0" r="0" t="16618"/>
          <a:stretch/>
        </p:blipFill>
        <p:spPr>
          <a:xfrm>
            <a:off x="0" y="0"/>
            <a:ext cx="9144003" cy="5218849"/>
          </a:xfrm>
          <a:prstGeom prst="rect">
            <a:avLst/>
          </a:prstGeom>
          <a:noFill/>
          <a:ln>
            <a:noFill/>
          </a:ln>
        </p:spPr>
      </p:pic>
      <p:sp>
        <p:nvSpPr>
          <p:cNvPr id="207" name="Google Shape;207;p47"/>
          <p:cNvSpPr txBox="1"/>
          <p:nvPr>
            <p:ph type="ctrTitle"/>
          </p:nvPr>
        </p:nvSpPr>
        <p:spPr>
          <a:xfrm>
            <a:off x="360000" y="360000"/>
            <a:ext cx="6847200" cy="20526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Clr>
                <a:schemeClr val="lt1"/>
              </a:buClr>
              <a:buSzPts val="6200"/>
              <a:buNone/>
              <a:defRPr>
                <a:solidFill>
                  <a:schemeClr val="lt1"/>
                </a:solidFill>
              </a:defRPr>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Tree>
  </p:cSld>
  <p:clrMapOvr>
    <a:masterClrMapping/>
  </p:clrMapOvr>
  <p:extLst>
    <p:ext uri="{DCECCB84-F9BA-43D5-87BE-67443E8EF086}">
      <p15:sldGuideLst>
        <p15:guide id="1" pos="315">
          <p15:clr>
            <a:srgbClr val="E46962"/>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so much">
  <p:cSld name="TITLE_1_1_1_1_2">
    <p:bg>
      <p:bgPr>
        <a:solidFill>
          <a:schemeClr val="dk2"/>
        </a:solidFill>
      </p:bgPr>
    </p:bg>
    <p:spTree>
      <p:nvGrpSpPr>
        <p:cNvPr id="208" name="Shape 208"/>
        <p:cNvGrpSpPr/>
        <p:nvPr/>
      </p:nvGrpSpPr>
      <p:grpSpPr>
        <a:xfrm>
          <a:off x="0" y="0"/>
          <a:ext cx="0" cy="0"/>
          <a:chOff x="0" y="0"/>
          <a:chExt cx="0" cy="0"/>
        </a:xfrm>
      </p:grpSpPr>
      <p:pic>
        <p:nvPicPr>
          <p:cNvPr id="209" name="Google Shape;209;p48"/>
          <p:cNvPicPr preferRelativeResize="0"/>
          <p:nvPr/>
        </p:nvPicPr>
        <p:blipFill rotWithShape="1">
          <a:blip r:embed="rId2">
            <a:alphaModFix/>
          </a:blip>
          <a:srcRect b="7727" l="0" r="0" t="7727"/>
          <a:stretch/>
        </p:blipFill>
        <p:spPr>
          <a:xfrm flipH="1">
            <a:off x="-179825" y="-71750"/>
            <a:ext cx="9390700" cy="5291450"/>
          </a:xfrm>
          <a:prstGeom prst="rect">
            <a:avLst/>
          </a:prstGeom>
          <a:noFill/>
          <a:ln>
            <a:noFill/>
          </a:ln>
        </p:spPr>
      </p:pic>
      <p:sp>
        <p:nvSpPr>
          <p:cNvPr id="210" name="Google Shape;210;p48"/>
          <p:cNvSpPr txBox="1"/>
          <p:nvPr>
            <p:ph type="ctrTitle"/>
          </p:nvPr>
        </p:nvSpPr>
        <p:spPr>
          <a:xfrm>
            <a:off x="360000" y="360000"/>
            <a:ext cx="4497900" cy="45000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Clr>
                <a:schemeClr val="lt1"/>
              </a:buClr>
              <a:buSzPts val="6200"/>
              <a:buNone/>
              <a:defRPr>
                <a:solidFill>
                  <a:schemeClr val="lt1"/>
                </a:solidFill>
              </a:defRPr>
            </a:lvl1pPr>
            <a:lvl2pPr lvl="1" algn="ctr">
              <a:lnSpc>
                <a:spcPct val="90000"/>
              </a:lnSpc>
              <a:spcBef>
                <a:spcPts val="0"/>
              </a:spcBef>
              <a:spcAft>
                <a:spcPts val="0"/>
              </a:spcAft>
              <a:buClr>
                <a:schemeClr val="lt1"/>
              </a:buClr>
              <a:buSzPts val="6200"/>
              <a:buNone/>
              <a:defRPr>
                <a:solidFill>
                  <a:schemeClr val="lt1"/>
                </a:solidFill>
              </a:defRPr>
            </a:lvl2pPr>
            <a:lvl3pPr lvl="2" algn="ctr">
              <a:lnSpc>
                <a:spcPct val="90000"/>
              </a:lnSpc>
              <a:spcBef>
                <a:spcPts val="0"/>
              </a:spcBef>
              <a:spcAft>
                <a:spcPts val="0"/>
              </a:spcAft>
              <a:buClr>
                <a:schemeClr val="lt1"/>
              </a:buClr>
              <a:buSzPts val="6200"/>
              <a:buNone/>
              <a:defRPr>
                <a:solidFill>
                  <a:schemeClr val="lt1"/>
                </a:solidFill>
              </a:defRPr>
            </a:lvl3pPr>
            <a:lvl4pPr lvl="3" algn="ctr">
              <a:lnSpc>
                <a:spcPct val="90000"/>
              </a:lnSpc>
              <a:spcBef>
                <a:spcPts val="0"/>
              </a:spcBef>
              <a:spcAft>
                <a:spcPts val="0"/>
              </a:spcAft>
              <a:buClr>
                <a:schemeClr val="lt1"/>
              </a:buClr>
              <a:buSzPts val="6200"/>
              <a:buNone/>
              <a:defRPr>
                <a:solidFill>
                  <a:schemeClr val="lt1"/>
                </a:solidFill>
              </a:defRPr>
            </a:lvl4pPr>
            <a:lvl5pPr lvl="4" algn="ctr">
              <a:lnSpc>
                <a:spcPct val="90000"/>
              </a:lnSpc>
              <a:spcBef>
                <a:spcPts val="0"/>
              </a:spcBef>
              <a:spcAft>
                <a:spcPts val="0"/>
              </a:spcAft>
              <a:buClr>
                <a:schemeClr val="lt1"/>
              </a:buClr>
              <a:buSzPts val="6200"/>
              <a:buNone/>
              <a:defRPr>
                <a:solidFill>
                  <a:schemeClr val="lt1"/>
                </a:solidFill>
              </a:defRPr>
            </a:lvl5pPr>
            <a:lvl6pPr lvl="5" algn="ctr">
              <a:lnSpc>
                <a:spcPct val="90000"/>
              </a:lnSpc>
              <a:spcBef>
                <a:spcPts val="0"/>
              </a:spcBef>
              <a:spcAft>
                <a:spcPts val="0"/>
              </a:spcAft>
              <a:buClr>
                <a:schemeClr val="lt1"/>
              </a:buClr>
              <a:buSzPts val="6200"/>
              <a:buNone/>
              <a:defRPr>
                <a:solidFill>
                  <a:schemeClr val="lt1"/>
                </a:solidFill>
              </a:defRPr>
            </a:lvl6pPr>
            <a:lvl7pPr lvl="6" algn="ctr">
              <a:lnSpc>
                <a:spcPct val="90000"/>
              </a:lnSpc>
              <a:spcBef>
                <a:spcPts val="0"/>
              </a:spcBef>
              <a:spcAft>
                <a:spcPts val="0"/>
              </a:spcAft>
              <a:buClr>
                <a:schemeClr val="lt1"/>
              </a:buClr>
              <a:buSzPts val="6200"/>
              <a:buNone/>
              <a:defRPr>
                <a:solidFill>
                  <a:schemeClr val="lt1"/>
                </a:solidFill>
              </a:defRPr>
            </a:lvl7pPr>
            <a:lvl8pPr lvl="7" algn="ctr">
              <a:lnSpc>
                <a:spcPct val="90000"/>
              </a:lnSpc>
              <a:spcBef>
                <a:spcPts val="0"/>
              </a:spcBef>
              <a:spcAft>
                <a:spcPts val="0"/>
              </a:spcAft>
              <a:buClr>
                <a:schemeClr val="lt1"/>
              </a:buClr>
              <a:buSzPts val="6200"/>
              <a:buNone/>
              <a:defRPr>
                <a:solidFill>
                  <a:schemeClr val="lt1"/>
                </a:solidFill>
              </a:defRPr>
            </a:lvl8pPr>
            <a:lvl9pPr lvl="8" algn="ctr">
              <a:lnSpc>
                <a:spcPct val="90000"/>
              </a:lnSpc>
              <a:spcBef>
                <a:spcPts val="0"/>
              </a:spcBef>
              <a:spcAft>
                <a:spcPts val="0"/>
              </a:spcAft>
              <a:buClr>
                <a:schemeClr val="lt1"/>
              </a:buClr>
              <a:buSzPts val="6200"/>
              <a:buNone/>
              <a:defRPr>
                <a:solidFill>
                  <a:schemeClr val="lt1"/>
                </a:solidFill>
              </a:defRPr>
            </a:lvl9pPr>
          </a:lstStyle>
          <a:p/>
        </p:txBody>
      </p:sp>
      <p:sp>
        <p:nvSpPr>
          <p:cNvPr id="211" name="Google Shape;211;p48"/>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
  <p:cSld name="TITLE_1_1_1_1">
    <p:bg>
      <p:bgPr>
        <a:solidFill>
          <a:schemeClr val="dk2"/>
        </a:solidFill>
      </p:bgPr>
    </p:bg>
    <p:spTree>
      <p:nvGrpSpPr>
        <p:cNvPr id="212" name="Shape 212"/>
        <p:cNvGrpSpPr/>
        <p:nvPr/>
      </p:nvGrpSpPr>
      <p:grpSpPr>
        <a:xfrm>
          <a:off x="0" y="0"/>
          <a:ext cx="0" cy="0"/>
          <a:chOff x="0" y="0"/>
          <a:chExt cx="0" cy="0"/>
        </a:xfrm>
      </p:grpSpPr>
      <p:pic>
        <p:nvPicPr>
          <p:cNvPr id="213" name="Google Shape;213;p49"/>
          <p:cNvPicPr preferRelativeResize="0"/>
          <p:nvPr/>
        </p:nvPicPr>
        <p:blipFill rotWithShape="1">
          <a:blip r:embed="rId2">
            <a:alphaModFix amt="91000"/>
          </a:blip>
          <a:srcRect b="8430" l="749" r="758" t="8438"/>
          <a:stretch/>
        </p:blipFill>
        <p:spPr>
          <a:xfrm flipH="1">
            <a:off x="-169299" y="-95250"/>
            <a:ext cx="9482624" cy="5334000"/>
          </a:xfrm>
          <a:prstGeom prst="rect">
            <a:avLst/>
          </a:prstGeom>
          <a:noFill/>
          <a:ln>
            <a:noFill/>
          </a:ln>
        </p:spPr>
      </p:pic>
      <p:sp>
        <p:nvSpPr>
          <p:cNvPr id="214" name="Google Shape;214;p49"/>
          <p:cNvSpPr txBox="1"/>
          <p:nvPr>
            <p:ph type="ctrTitle"/>
          </p:nvPr>
        </p:nvSpPr>
        <p:spPr>
          <a:xfrm>
            <a:off x="360000" y="360000"/>
            <a:ext cx="4497900" cy="45000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Clr>
                <a:schemeClr val="lt1"/>
              </a:buClr>
              <a:buSzPts val="6200"/>
              <a:buNone/>
              <a:defRPr>
                <a:solidFill>
                  <a:schemeClr val="lt1"/>
                </a:solidFill>
              </a:defRPr>
            </a:lvl1pPr>
            <a:lvl2pPr lvl="1" algn="ctr">
              <a:lnSpc>
                <a:spcPct val="90000"/>
              </a:lnSpc>
              <a:spcBef>
                <a:spcPts val="0"/>
              </a:spcBef>
              <a:spcAft>
                <a:spcPts val="0"/>
              </a:spcAft>
              <a:buClr>
                <a:schemeClr val="lt1"/>
              </a:buClr>
              <a:buSzPts val="6200"/>
              <a:buNone/>
              <a:defRPr>
                <a:solidFill>
                  <a:schemeClr val="lt1"/>
                </a:solidFill>
              </a:defRPr>
            </a:lvl2pPr>
            <a:lvl3pPr lvl="2" algn="ctr">
              <a:lnSpc>
                <a:spcPct val="90000"/>
              </a:lnSpc>
              <a:spcBef>
                <a:spcPts val="0"/>
              </a:spcBef>
              <a:spcAft>
                <a:spcPts val="0"/>
              </a:spcAft>
              <a:buClr>
                <a:schemeClr val="lt1"/>
              </a:buClr>
              <a:buSzPts val="6200"/>
              <a:buNone/>
              <a:defRPr>
                <a:solidFill>
                  <a:schemeClr val="lt1"/>
                </a:solidFill>
              </a:defRPr>
            </a:lvl3pPr>
            <a:lvl4pPr lvl="3" algn="ctr">
              <a:lnSpc>
                <a:spcPct val="90000"/>
              </a:lnSpc>
              <a:spcBef>
                <a:spcPts val="0"/>
              </a:spcBef>
              <a:spcAft>
                <a:spcPts val="0"/>
              </a:spcAft>
              <a:buClr>
                <a:schemeClr val="lt1"/>
              </a:buClr>
              <a:buSzPts val="6200"/>
              <a:buNone/>
              <a:defRPr>
                <a:solidFill>
                  <a:schemeClr val="lt1"/>
                </a:solidFill>
              </a:defRPr>
            </a:lvl4pPr>
            <a:lvl5pPr lvl="4" algn="ctr">
              <a:lnSpc>
                <a:spcPct val="90000"/>
              </a:lnSpc>
              <a:spcBef>
                <a:spcPts val="0"/>
              </a:spcBef>
              <a:spcAft>
                <a:spcPts val="0"/>
              </a:spcAft>
              <a:buClr>
                <a:schemeClr val="lt1"/>
              </a:buClr>
              <a:buSzPts val="6200"/>
              <a:buNone/>
              <a:defRPr>
                <a:solidFill>
                  <a:schemeClr val="lt1"/>
                </a:solidFill>
              </a:defRPr>
            </a:lvl5pPr>
            <a:lvl6pPr lvl="5" algn="ctr">
              <a:lnSpc>
                <a:spcPct val="90000"/>
              </a:lnSpc>
              <a:spcBef>
                <a:spcPts val="0"/>
              </a:spcBef>
              <a:spcAft>
                <a:spcPts val="0"/>
              </a:spcAft>
              <a:buClr>
                <a:schemeClr val="lt1"/>
              </a:buClr>
              <a:buSzPts val="6200"/>
              <a:buNone/>
              <a:defRPr>
                <a:solidFill>
                  <a:schemeClr val="lt1"/>
                </a:solidFill>
              </a:defRPr>
            </a:lvl6pPr>
            <a:lvl7pPr lvl="6" algn="ctr">
              <a:lnSpc>
                <a:spcPct val="90000"/>
              </a:lnSpc>
              <a:spcBef>
                <a:spcPts val="0"/>
              </a:spcBef>
              <a:spcAft>
                <a:spcPts val="0"/>
              </a:spcAft>
              <a:buClr>
                <a:schemeClr val="lt1"/>
              </a:buClr>
              <a:buSzPts val="6200"/>
              <a:buNone/>
              <a:defRPr>
                <a:solidFill>
                  <a:schemeClr val="lt1"/>
                </a:solidFill>
              </a:defRPr>
            </a:lvl7pPr>
            <a:lvl8pPr lvl="7" algn="ctr">
              <a:lnSpc>
                <a:spcPct val="90000"/>
              </a:lnSpc>
              <a:spcBef>
                <a:spcPts val="0"/>
              </a:spcBef>
              <a:spcAft>
                <a:spcPts val="0"/>
              </a:spcAft>
              <a:buClr>
                <a:schemeClr val="lt1"/>
              </a:buClr>
              <a:buSzPts val="6200"/>
              <a:buNone/>
              <a:defRPr>
                <a:solidFill>
                  <a:schemeClr val="lt1"/>
                </a:solidFill>
              </a:defRPr>
            </a:lvl8pPr>
            <a:lvl9pPr lvl="8" algn="ctr">
              <a:lnSpc>
                <a:spcPct val="90000"/>
              </a:lnSpc>
              <a:spcBef>
                <a:spcPts val="0"/>
              </a:spcBef>
              <a:spcAft>
                <a:spcPts val="0"/>
              </a:spcAft>
              <a:buClr>
                <a:schemeClr val="lt1"/>
              </a:buClr>
              <a:buSzPts val="6200"/>
              <a:buNone/>
              <a:defRPr>
                <a:solidFill>
                  <a:schemeClr val="lt1"/>
                </a:solidFill>
              </a:defRPr>
            </a:lvl9pPr>
          </a:lstStyle>
          <a:p/>
        </p:txBody>
      </p:sp>
      <p:sp>
        <p:nvSpPr>
          <p:cNvPr id="215" name="Google Shape;215;p49"/>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2">
    <p:bg>
      <p:bgPr>
        <a:solidFill>
          <a:srgbClr val="666666"/>
        </a:solidFill>
      </p:bgPr>
    </p:bg>
    <p:spTree>
      <p:nvGrpSpPr>
        <p:cNvPr id="216" name="Shape 216"/>
        <p:cNvGrpSpPr/>
        <p:nvPr/>
      </p:nvGrpSpPr>
      <p:grpSpPr>
        <a:xfrm>
          <a:off x="0" y="0"/>
          <a:ext cx="0" cy="0"/>
          <a:chOff x="0" y="0"/>
          <a:chExt cx="0" cy="0"/>
        </a:xfrm>
      </p:grpSpPr>
      <p:sp>
        <p:nvSpPr>
          <p:cNvPr id="217" name="Google Shape;217;p50"/>
          <p:cNvSpPr txBox="1"/>
          <p:nvPr>
            <p:ph type="ctrTitle"/>
          </p:nvPr>
        </p:nvSpPr>
        <p:spPr>
          <a:xfrm>
            <a:off x="360000" y="360000"/>
            <a:ext cx="6847200" cy="20637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Clr>
                <a:schemeClr val="lt1"/>
              </a:buClr>
              <a:buSzPts val="6200"/>
              <a:buNone/>
              <a:defRPr>
                <a:solidFill>
                  <a:schemeClr val="lt1"/>
                </a:solidFill>
              </a:defRPr>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
        <p:nvSpPr>
          <p:cNvPr id="218" name="Google Shape;218;p50"/>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extLst>
    <p:ext uri="{DCECCB84-F9BA-43D5-87BE-67443E8EF086}">
      <p15:sldGuideLst>
        <p15:guide id="1" pos="312">
          <p15:clr>
            <a:srgbClr val="E46962"/>
          </p15:clr>
        </p15:guide>
      </p15:sldGuideLst>
    </p:ext>
  </p:extLst>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TITLE_1">
    <p:spTree>
      <p:nvGrpSpPr>
        <p:cNvPr id="219" name="Shape 219"/>
        <p:cNvGrpSpPr/>
        <p:nvPr/>
      </p:nvGrpSpPr>
      <p:grpSpPr>
        <a:xfrm>
          <a:off x="0" y="0"/>
          <a:ext cx="0" cy="0"/>
          <a:chOff x="0" y="0"/>
          <a:chExt cx="0" cy="0"/>
        </a:xfrm>
      </p:grpSpPr>
      <p:pic>
        <p:nvPicPr>
          <p:cNvPr id="220" name="Google Shape;220;p51"/>
          <p:cNvPicPr preferRelativeResize="0"/>
          <p:nvPr/>
        </p:nvPicPr>
        <p:blipFill rotWithShape="1">
          <a:blip r:embed="rId2">
            <a:alphaModFix/>
          </a:blip>
          <a:srcRect b="0" l="0" r="0" t="0"/>
          <a:stretch/>
        </p:blipFill>
        <p:spPr>
          <a:xfrm>
            <a:off x="0" y="5881"/>
            <a:ext cx="9144003" cy="5143500"/>
          </a:xfrm>
          <a:prstGeom prst="rect">
            <a:avLst/>
          </a:prstGeom>
          <a:noFill/>
          <a:ln>
            <a:noFill/>
          </a:ln>
        </p:spPr>
      </p:pic>
      <p:sp>
        <p:nvSpPr>
          <p:cNvPr id="221" name="Google Shape;221;p51"/>
          <p:cNvSpPr txBox="1"/>
          <p:nvPr>
            <p:ph type="ctrTitle"/>
          </p:nvPr>
        </p:nvSpPr>
        <p:spPr>
          <a:xfrm>
            <a:off x="360000" y="360000"/>
            <a:ext cx="6831600" cy="20526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SzPts val="6200"/>
              <a:buNone/>
              <a:defRPr/>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
        <p:nvSpPr>
          <p:cNvPr id="222" name="Google Shape;222;p51"/>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extLst>
    <p:ext uri="{DCECCB84-F9BA-43D5-87BE-67443E8EF086}">
      <p15:sldGuideLst>
        <p15:guide id="1" pos="310">
          <p15:clr>
            <a:srgbClr val="E46962"/>
          </p15:clr>
        </p15:guide>
      </p15:sldGuideLst>
    </p:ext>
  </p:extLs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out - Collaborate">
  <p:cSld name="TITLE_1_2_2">
    <p:bg>
      <p:bgPr>
        <a:solidFill>
          <a:srgbClr val="C0E38B"/>
        </a:solidFill>
      </p:bgPr>
    </p:bg>
    <p:spTree>
      <p:nvGrpSpPr>
        <p:cNvPr id="223" name="Shape 223"/>
        <p:cNvGrpSpPr/>
        <p:nvPr/>
      </p:nvGrpSpPr>
      <p:grpSpPr>
        <a:xfrm>
          <a:off x="0" y="0"/>
          <a:ext cx="0" cy="0"/>
          <a:chOff x="0" y="0"/>
          <a:chExt cx="0" cy="0"/>
        </a:xfrm>
      </p:grpSpPr>
      <p:sp>
        <p:nvSpPr>
          <p:cNvPr id="224" name="Google Shape;224;p52"/>
          <p:cNvSpPr txBox="1"/>
          <p:nvPr>
            <p:ph type="ctrTitle"/>
          </p:nvPr>
        </p:nvSpPr>
        <p:spPr>
          <a:xfrm>
            <a:off x="360000" y="360000"/>
            <a:ext cx="6839400" cy="45003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SzPts val="4200"/>
              <a:buNone/>
              <a:defRPr sz="4200"/>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
        <p:nvSpPr>
          <p:cNvPr id="225" name="Google Shape;225;p52"/>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
        <p:nvSpPr>
          <p:cNvPr id="226" name="Google Shape;226;p52"/>
          <p:cNvSpPr txBox="1"/>
          <p:nvPr/>
        </p:nvSpPr>
        <p:spPr>
          <a:xfrm>
            <a:off x="6063700" y="4119500"/>
            <a:ext cx="2720400" cy="74070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Clr>
                <a:srgbClr val="000000"/>
              </a:buClr>
              <a:buSzPts val="3000"/>
              <a:buFont typeface="Arial"/>
              <a:buNone/>
            </a:pPr>
            <a:r>
              <a:rPr b="0" i="0" lang="en-GB" sz="3000" u="none" cap="none" strike="noStrike">
                <a:solidFill>
                  <a:schemeClr val="lt1"/>
                </a:solidFill>
                <a:latin typeface="Work Sans SemiBold"/>
                <a:ea typeface="Work Sans SemiBold"/>
                <a:cs typeface="Work Sans SemiBold"/>
                <a:sym typeface="Work Sans SemiBold"/>
              </a:rPr>
              <a:t>Collaborate</a:t>
            </a:r>
            <a:r>
              <a:rPr b="0" i="0" lang="en-GB" sz="3000" u="none" cap="none" strike="noStrike">
                <a:solidFill>
                  <a:schemeClr val="dk1"/>
                </a:solidFill>
                <a:latin typeface="Work Sans SemiBold"/>
                <a:ea typeface="Work Sans SemiBold"/>
                <a:cs typeface="Work Sans SemiBold"/>
                <a:sym typeface="Work Sans SemiBold"/>
              </a:rPr>
              <a:t>.</a:t>
            </a:r>
            <a:endParaRPr b="0" i="0" sz="3000" u="none" cap="none" strike="noStrike">
              <a:solidFill>
                <a:schemeClr val="dk1"/>
              </a:solidFill>
              <a:latin typeface="Work Sans SemiBold"/>
              <a:ea typeface="Work Sans SemiBold"/>
              <a:cs typeface="Work Sans SemiBold"/>
              <a:sym typeface="Work Sans SemiBo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enario">
  <p:cSld name="TITLE_1_2_2_1_1">
    <p:bg>
      <p:bgPr>
        <a:solidFill>
          <a:srgbClr val="2ECC71"/>
        </a:solidFill>
      </p:bgPr>
    </p:bg>
    <p:spTree>
      <p:nvGrpSpPr>
        <p:cNvPr id="227" name="Shape 227"/>
        <p:cNvGrpSpPr/>
        <p:nvPr/>
      </p:nvGrpSpPr>
      <p:grpSpPr>
        <a:xfrm>
          <a:off x="0" y="0"/>
          <a:ext cx="0" cy="0"/>
          <a:chOff x="0" y="0"/>
          <a:chExt cx="0" cy="0"/>
        </a:xfrm>
      </p:grpSpPr>
      <p:sp>
        <p:nvSpPr>
          <p:cNvPr id="228" name="Google Shape;228;p53"/>
          <p:cNvSpPr txBox="1"/>
          <p:nvPr>
            <p:ph type="ctrTitle"/>
          </p:nvPr>
        </p:nvSpPr>
        <p:spPr>
          <a:xfrm>
            <a:off x="360000" y="360000"/>
            <a:ext cx="6839400" cy="13911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SzPts val="4200"/>
              <a:buNone/>
              <a:defRPr sz="4200"/>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
        <p:nvSpPr>
          <p:cNvPr id="229" name="Google Shape;229;p53"/>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
        <p:nvSpPr>
          <p:cNvPr id="230" name="Google Shape;230;p53"/>
          <p:cNvSpPr txBox="1"/>
          <p:nvPr/>
        </p:nvSpPr>
        <p:spPr>
          <a:xfrm>
            <a:off x="6402025" y="4119500"/>
            <a:ext cx="2382000" cy="74070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Clr>
                <a:srgbClr val="000000"/>
              </a:buClr>
              <a:buSzPts val="3000"/>
              <a:buFont typeface="Arial"/>
              <a:buNone/>
            </a:pPr>
            <a:r>
              <a:rPr b="0" i="0" lang="en-GB" sz="3000" u="none" cap="none" strike="noStrike">
                <a:solidFill>
                  <a:schemeClr val="lt1"/>
                </a:solidFill>
                <a:latin typeface="Work Sans SemiBold"/>
                <a:ea typeface="Work Sans SemiBold"/>
                <a:cs typeface="Work Sans SemiBold"/>
                <a:sym typeface="Work Sans SemiBold"/>
              </a:rPr>
              <a:t>Scenario</a:t>
            </a:r>
            <a:r>
              <a:rPr b="0" i="0" lang="en-GB" sz="3000" u="none" cap="none" strike="noStrike">
                <a:solidFill>
                  <a:schemeClr val="dk1"/>
                </a:solidFill>
                <a:latin typeface="Work Sans SemiBold"/>
                <a:ea typeface="Work Sans SemiBold"/>
                <a:cs typeface="Work Sans SemiBold"/>
                <a:sym typeface="Work Sans SemiBold"/>
              </a:rPr>
              <a:t>.</a:t>
            </a:r>
            <a:endParaRPr b="0" i="0" sz="3000" u="none" cap="none" strike="noStrike">
              <a:solidFill>
                <a:schemeClr val="dk1"/>
              </a:solidFill>
              <a:latin typeface="Work Sans SemiBold"/>
              <a:ea typeface="Work Sans SemiBold"/>
              <a:cs typeface="Work Sans SemiBold"/>
              <a:sym typeface="Work Sans SemiBo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left and diagram right">
  <p:cSld name="TITLE_1_1">
    <p:spTree>
      <p:nvGrpSpPr>
        <p:cNvPr id="231" name="Shape 231"/>
        <p:cNvGrpSpPr/>
        <p:nvPr/>
      </p:nvGrpSpPr>
      <p:grpSpPr>
        <a:xfrm>
          <a:off x="0" y="0"/>
          <a:ext cx="0" cy="0"/>
          <a:chOff x="0" y="0"/>
          <a:chExt cx="0" cy="0"/>
        </a:xfrm>
      </p:grpSpPr>
      <p:sp>
        <p:nvSpPr>
          <p:cNvPr id="232" name="Google Shape;232;p54"/>
          <p:cNvSpPr txBox="1"/>
          <p:nvPr>
            <p:ph type="ctrTitle"/>
          </p:nvPr>
        </p:nvSpPr>
        <p:spPr>
          <a:xfrm>
            <a:off x="360000" y="360000"/>
            <a:ext cx="5031300" cy="45000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SzPts val="6200"/>
              <a:buNone/>
              <a:defRPr/>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
        <p:nvSpPr>
          <p:cNvPr id="233" name="Google Shape;233;p54"/>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cons">
  <p:cSld name="TITLE_1_1_1">
    <p:spTree>
      <p:nvGrpSpPr>
        <p:cNvPr id="234" name="Shape 234"/>
        <p:cNvGrpSpPr/>
        <p:nvPr/>
      </p:nvGrpSpPr>
      <p:grpSpPr>
        <a:xfrm>
          <a:off x="0" y="0"/>
          <a:ext cx="0" cy="0"/>
          <a:chOff x="0" y="0"/>
          <a:chExt cx="0" cy="0"/>
        </a:xfrm>
      </p:grpSpPr>
      <p:sp>
        <p:nvSpPr>
          <p:cNvPr id="235" name="Google Shape;235;p55"/>
          <p:cNvSpPr txBox="1"/>
          <p:nvPr>
            <p:ph type="ctrTitle"/>
          </p:nvPr>
        </p:nvSpPr>
        <p:spPr>
          <a:xfrm>
            <a:off x="360000" y="360000"/>
            <a:ext cx="6847200" cy="20526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SzPts val="6200"/>
              <a:buNone/>
              <a:defRPr/>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
        <p:nvSpPr>
          <p:cNvPr id="236" name="Google Shape;236;p55"/>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extLst>
    <p:ext uri="{DCECCB84-F9BA-43D5-87BE-67443E8EF086}">
      <p15:sldGuideLst>
        <p15:guide id="1" pos="310">
          <p15:clr>
            <a:srgbClr val="E46962"/>
          </p15:clr>
        </p15:guide>
      </p15:sldGuideLst>
    </p:ext>
  </p:extLs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ll body text only">
  <p:cSld name="TITLE_1_1_1_1_1">
    <p:bg>
      <p:bgPr>
        <a:solidFill>
          <a:schemeClr val="dk2"/>
        </a:solidFill>
      </p:bgPr>
    </p:bg>
    <p:spTree>
      <p:nvGrpSpPr>
        <p:cNvPr id="237" name="Shape 237"/>
        <p:cNvGrpSpPr/>
        <p:nvPr/>
      </p:nvGrpSpPr>
      <p:grpSpPr>
        <a:xfrm>
          <a:off x="0" y="0"/>
          <a:ext cx="0" cy="0"/>
          <a:chOff x="0" y="0"/>
          <a:chExt cx="0" cy="0"/>
        </a:xfrm>
      </p:grpSpPr>
      <p:sp>
        <p:nvSpPr>
          <p:cNvPr id="238" name="Google Shape;238;p56"/>
          <p:cNvSpPr txBox="1"/>
          <p:nvPr>
            <p:ph type="ctrTitle"/>
          </p:nvPr>
        </p:nvSpPr>
        <p:spPr>
          <a:xfrm>
            <a:off x="360000" y="360000"/>
            <a:ext cx="5021700" cy="4500000"/>
          </a:xfrm>
          <a:prstGeom prst="rect">
            <a:avLst/>
          </a:prstGeom>
          <a:noFill/>
          <a:ln>
            <a:noFill/>
          </a:ln>
        </p:spPr>
        <p:txBody>
          <a:bodyPr anchorCtr="0" anchor="b" bIns="91425" lIns="91425" spcFirstLastPara="1" rIns="91425" wrap="square" tIns="91425">
            <a:normAutofit/>
          </a:bodyPr>
          <a:lstStyle>
            <a:lvl1pPr lvl="0" algn="l">
              <a:lnSpc>
                <a:spcPct val="90000"/>
              </a:lnSpc>
              <a:spcBef>
                <a:spcPts val="0"/>
              </a:spcBef>
              <a:spcAft>
                <a:spcPts val="0"/>
              </a:spcAft>
              <a:buClr>
                <a:schemeClr val="lt1"/>
              </a:buClr>
              <a:buSzPts val="4200"/>
              <a:buNone/>
              <a:defRPr sz="4200">
                <a:solidFill>
                  <a:schemeClr val="lt1"/>
                </a:solidFill>
              </a:defRPr>
            </a:lvl1pPr>
            <a:lvl2pPr lvl="1" algn="ctr">
              <a:lnSpc>
                <a:spcPct val="90000"/>
              </a:lnSpc>
              <a:spcBef>
                <a:spcPts val="0"/>
              </a:spcBef>
              <a:spcAft>
                <a:spcPts val="0"/>
              </a:spcAft>
              <a:buClr>
                <a:schemeClr val="lt1"/>
              </a:buClr>
              <a:buSzPts val="4200"/>
              <a:buNone/>
              <a:defRPr sz="4200">
                <a:solidFill>
                  <a:schemeClr val="lt1"/>
                </a:solidFill>
              </a:defRPr>
            </a:lvl2pPr>
            <a:lvl3pPr lvl="2" algn="ctr">
              <a:lnSpc>
                <a:spcPct val="90000"/>
              </a:lnSpc>
              <a:spcBef>
                <a:spcPts val="0"/>
              </a:spcBef>
              <a:spcAft>
                <a:spcPts val="0"/>
              </a:spcAft>
              <a:buClr>
                <a:schemeClr val="lt1"/>
              </a:buClr>
              <a:buSzPts val="4200"/>
              <a:buNone/>
              <a:defRPr sz="4200">
                <a:solidFill>
                  <a:schemeClr val="lt1"/>
                </a:solidFill>
              </a:defRPr>
            </a:lvl3pPr>
            <a:lvl4pPr lvl="3" algn="ctr">
              <a:lnSpc>
                <a:spcPct val="90000"/>
              </a:lnSpc>
              <a:spcBef>
                <a:spcPts val="0"/>
              </a:spcBef>
              <a:spcAft>
                <a:spcPts val="0"/>
              </a:spcAft>
              <a:buClr>
                <a:schemeClr val="lt1"/>
              </a:buClr>
              <a:buSzPts val="4200"/>
              <a:buNone/>
              <a:defRPr sz="4200">
                <a:solidFill>
                  <a:schemeClr val="lt1"/>
                </a:solidFill>
              </a:defRPr>
            </a:lvl4pPr>
            <a:lvl5pPr lvl="4" algn="ctr">
              <a:lnSpc>
                <a:spcPct val="90000"/>
              </a:lnSpc>
              <a:spcBef>
                <a:spcPts val="0"/>
              </a:spcBef>
              <a:spcAft>
                <a:spcPts val="0"/>
              </a:spcAft>
              <a:buClr>
                <a:schemeClr val="lt1"/>
              </a:buClr>
              <a:buSzPts val="4200"/>
              <a:buNone/>
              <a:defRPr sz="4200">
                <a:solidFill>
                  <a:schemeClr val="lt1"/>
                </a:solidFill>
              </a:defRPr>
            </a:lvl5pPr>
            <a:lvl6pPr lvl="5" algn="ctr">
              <a:lnSpc>
                <a:spcPct val="90000"/>
              </a:lnSpc>
              <a:spcBef>
                <a:spcPts val="0"/>
              </a:spcBef>
              <a:spcAft>
                <a:spcPts val="0"/>
              </a:spcAft>
              <a:buClr>
                <a:schemeClr val="lt1"/>
              </a:buClr>
              <a:buSzPts val="4200"/>
              <a:buNone/>
              <a:defRPr sz="4200">
                <a:solidFill>
                  <a:schemeClr val="lt1"/>
                </a:solidFill>
              </a:defRPr>
            </a:lvl6pPr>
            <a:lvl7pPr lvl="6" algn="ctr">
              <a:lnSpc>
                <a:spcPct val="90000"/>
              </a:lnSpc>
              <a:spcBef>
                <a:spcPts val="0"/>
              </a:spcBef>
              <a:spcAft>
                <a:spcPts val="0"/>
              </a:spcAft>
              <a:buClr>
                <a:schemeClr val="lt1"/>
              </a:buClr>
              <a:buSzPts val="4200"/>
              <a:buNone/>
              <a:defRPr sz="4200">
                <a:solidFill>
                  <a:schemeClr val="lt1"/>
                </a:solidFill>
              </a:defRPr>
            </a:lvl7pPr>
            <a:lvl8pPr lvl="7" algn="ctr">
              <a:lnSpc>
                <a:spcPct val="90000"/>
              </a:lnSpc>
              <a:spcBef>
                <a:spcPts val="0"/>
              </a:spcBef>
              <a:spcAft>
                <a:spcPts val="0"/>
              </a:spcAft>
              <a:buClr>
                <a:schemeClr val="lt1"/>
              </a:buClr>
              <a:buSzPts val="4200"/>
              <a:buNone/>
              <a:defRPr sz="4200">
                <a:solidFill>
                  <a:schemeClr val="lt1"/>
                </a:solidFill>
              </a:defRPr>
            </a:lvl8pPr>
            <a:lvl9pPr lvl="8" algn="ctr">
              <a:lnSpc>
                <a:spcPct val="90000"/>
              </a:lnSpc>
              <a:spcBef>
                <a:spcPts val="0"/>
              </a:spcBef>
              <a:spcAft>
                <a:spcPts val="0"/>
              </a:spcAft>
              <a:buClr>
                <a:schemeClr val="lt1"/>
              </a:buClr>
              <a:buSzPts val="4200"/>
              <a:buNone/>
              <a:defRPr sz="4200">
                <a:solidFill>
                  <a:schemeClr val="lt1"/>
                </a:solidFill>
              </a:defRPr>
            </a:lvl9pPr>
          </a:lstStyle>
          <a:p/>
        </p:txBody>
      </p:sp>
      <p:sp>
        <p:nvSpPr>
          <p:cNvPr id="239" name="Google Shape;239;p56"/>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TITLE_1_1_1_1_1_1">
    <p:bg>
      <p:bgPr>
        <a:solidFill>
          <a:schemeClr val="dk2"/>
        </a:solidFill>
      </p:bgPr>
    </p:bg>
    <p:spTree>
      <p:nvGrpSpPr>
        <p:cNvPr id="240" name="Shape 240"/>
        <p:cNvGrpSpPr/>
        <p:nvPr/>
      </p:nvGrpSpPr>
      <p:grpSpPr>
        <a:xfrm>
          <a:off x="0" y="0"/>
          <a:ext cx="0" cy="0"/>
          <a:chOff x="0" y="0"/>
          <a:chExt cx="0" cy="0"/>
        </a:xfrm>
      </p:grpSpPr>
      <p:sp>
        <p:nvSpPr>
          <p:cNvPr id="241" name="Google Shape;241;p57"/>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type="blank">
  <p:cSld name="BLANK">
    <p:spTree>
      <p:nvGrpSpPr>
        <p:cNvPr id="242" name="Shape 242"/>
        <p:cNvGrpSpPr/>
        <p:nvPr/>
      </p:nvGrpSpPr>
      <p:grpSpPr>
        <a:xfrm>
          <a:off x="0" y="0"/>
          <a:ext cx="0" cy="0"/>
          <a:chOff x="0" y="0"/>
          <a:chExt cx="0" cy="0"/>
        </a:xfrm>
      </p:grpSpPr>
      <p:sp>
        <p:nvSpPr>
          <p:cNvPr id="243" name="Google Shape;243;p58"/>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245" name="Shape 245"/>
        <p:cNvGrpSpPr/>
        <p:nvPr/>
      </p:nvGrpSpPr>
      <p:grpSpPr>
        <a:xfrm>
          <a:off x="0" y="0"/>
          <a:ext cx="0" cy="0"/>
          <a:chOff x="0" y="0"/>
          <a:chExt cx="0" cy="0"/>
        </a:xfrm>
      </p:grpSpPr>
      <p:sp>
        <p:nvSpPr>
          <p:cNvPr id="246" name="Google Shape;246;p60"/>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47" name="Google Shape;247;p60"/>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248" name="Shape 248"/>
        <p:cNvGrpSpPr/>
        <p:nvPr/>
      </p:nvGrpSpPr>
      <p:grpSpPr>
        <a:xfrm>
          <a:off x="0" y="0"/>
          <a:ext cx="0" cy="0"/>
          <a:chOff x="0" y="0"/>
          <a:chExt cx="0" cy="0"/>
        </a:xfrm>
      </p:grpSpPr>
      <p:sp>
        <p:nvSpPr>
          <p:cNvPr id="249" name="Google Shape;249;p61"/>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50" name="Google Shape;250;p61"/>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251" name="Shape 251"/>
        <p:cNvGrpSpPr/>
        <p:nvPr/>
      </p:nvGrpSpPr>
      <p:grpSpPr>
        <a:xfrm>
          <a:off x="0" y="0"/>
          <a:ext cx="0" cy="0"/>
          <a:chOff x="0" y="0"/>
          <a:chExt cx="0" cy="0"/>
        </a:xfrm>
      </p:grpSpPr>
      <p:sp>
        <p:nvSpPr>
          <p:cNvPr id="252" name="Google Shape;252;p62"/>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53" name="Google Shape;253;p62"/>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4" name="Shape 254"/>
        <p:cNvGrpSpPr/>
        <p:nvPr/>
      </p:nvGrpSpPr>
      <p:grpSpPr>
        <a:xfrm>
          <a:off x="0" y="0"/>
          <a:ext cx="0" cy="0"/>
          <a:chOff x="0" y="0"/>
          <a:chExt cx="0" cy="0"/>
        </a:xfrm>
      </p:grpSpPr>
      <p:sp>
        <p:nvSpPr>
          <p:cNvPr id="255" name="Google Shape;255;p6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800"/>
              <a:buFont typeface="Arial"/>
              <a:buNone/>
              <a:defRPr b="0" i="0" sz="1400" u="none" cap="none" strike="noStrike">
                <a:solidFill>
                  <a:srgbClr val="000000"/>
                </a:solidFill>
                <a:latin typeface="Arial"/>
                <a:ea typeface="Arial"/>
                <a:cs typeface="Arial"/>
                <a:sym typeface="Arial"/>
              </a:defRPr>
            </a:lvl9pPr>
          </a:lstStyle>
          <a:p/>
        </p:txBody>
      </p:sp>
      <p:sp>
        <p:nvSpPr>
          <p:cNvPr id="256" name="Google Shape;256;p6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1pPr>
            <a:lvl2pPr indent="-317500" lvl="1" marL="914400" marR="0" rtl="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rtl="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rtl="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rtl="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rtl="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rtl="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l">
              <a:lnSpc>
                <a:spcPct val="115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257" name="Google Shape;257;p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7 master">
  <p:cSld name="Slide 27 master">
    <p:bg>
      <p:bgPr>
        <a:solidFill>
          <a:srgbClr val="000000"/>
        </a:solidFill>
      </p:bgPr>
    </p:bg>
    <p:spTree>
      <p:nvGrpSpPr>
        <p:cNvPr id="258" name="Shape 258"/>
        <p:cNvGrpSpPr/>
        <p:nvPr/>
      </p:nvGrpSpPr>
      <p:grpSpPr>
        <a:xfrm>
          <a:off x="0" y="0"/>
          <a:ext cx="0" cy="0"/>
          <a:chOff x="0" y="0"/>
          <a:chExt cx="0" cy="0"/>
        </a:xfrm>
      </p:grpSpPr>
      <p:sp>
        <p:nvSpPr>
          <p:cNvPr id="259" name="Google Shape;259;p64"/>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60" name="Google Shape;260;p64"/>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blipFill>
          <a:blip r:embed="rId2">
            <a:alphaModFix/>
          </a:blip>
          <a:stretch>
            <a:fillRect/>
          </a:stretch>
        </a:blipFill>
      </p:bgPr>
    </p:bg>
    <p:spTree>
      <p:nvGrpSpPr>
        <p:cNvPr id="261" name="Shape 261"/>
        <p:cNvGrpSpPr/>
        <p:nvPr/>
      </p:nvGrpSpPr>
      <p:grpSpPr>
        <a:xfrm>
          <a:off x="0" y="0"/>
          <a:ext cx="0" cy="0"/>
          <a:chOff x="0" y="0"/>
          <a:chExt cx="0" cy="0"/>
        </a:xfrm>
      </p:grpSpPr>
      <p:sp>
        <p:nvSpPr>
          <p:cNvPr id="262" name="Google Shape;262;p65"/>
          <p:cNvSpPr txBox="1"/>
          <p:nvPr>
            <p:ph type="ctrTitle"/>
          </p:nvPr>
        </p:nvSpPr>
        <p:spPr>
          <a:xfrm>
            <a:off x="880144" y="3481084"/>
            <a:ext cx="7021500" cy="11028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3000"/>
              <a:buFont typeface="Arial"/>
              <a:buChar char="●"/>
              <a:defRPr b="1" i="0" sz="30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63" name="Google Shape;263;p65"/>
          <p:cNvSpPr txBox="1"/>
          <p:nvPr>
            <p:ph idx="1" type="subTitle"/>
          </p:nvPr>
        </p:nvSpPr>
        <p:spPr>
          <a:xfrm>
            <a:off x="886614" y="4499643"/>
            <a:ext cx="5065500" cy="369300"/>
          </a:xfrm>
          <a:prstGeom prst="rect">
            <a:avLst/>
          </a:prstGeom>
          <a:noFill/>
          <a:ln>
            <a:noFill/>
          </a:ln>
        </p:spPr>
        <p:txBody>
          <a:bodyPr anchorCtr="0" anchor="t" bIns="0" lIns="0" spcFirstLastPara="1" rIns="0" wrap="square" tIns="0">
            <a:noAutofit/>
          </a:bodyPr>
          <a:lstStyle>
            <a:lvl1pPr lvl="0" marR="0" rtl="0" algn="l">
              <a:lnSpc>
                <a:spcPct val="100000"/>
              </a:lnSpc>
              <a:spcBef>
                <a:spcPts val="500"/>
              </a:spcBef>
              <a:spcAft>
                <a:spcPts val="0"/>
              </a:spcAft>
              <a:buClr>
                <a:schemeClr val="dk1"/>
              </a:buClr>
              <a:buSzPts val="1800"/>
              <a:buFont typeface="Arial"/>
              <a:buNone/>
              <a:defRPr b="0" i="0" sz="18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ctr">
              <a:lnSpc>
                <a:spcPct val="100000"/>
              </a:lnSpc>
              <a:spcBef>
                <a:spcPts val="50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ctr">
              <a:lnSpc>
                <a:spcPct val="100000"/>
              </a:lnSpc>
              <a:spcBef>
                <a:spcPts val="50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4pPr>
            <a:lvl5pPr lvl="4" marR="0" rtl="0" algn="ctr">
              <a:lnSpc>
                <a:spcPct val="100000"/>
              </a:lnSpc>
              <a:spcBef>
                <a:spcPts val="50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5pPr>
            <a:lvl6pPr lvl="5" marR="0" rtl="0" algn="ctr">
              <a:lnSpc>
                <a:spcPct val="90000"/>
              </a:lnSpc>
              <a:spcBef>
                <a:spcPts val="5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6pPr>
            <a:lvl7pPr lvl="6" marR="0" rtl="0" algn="ctr">
              <a:lnSpc>
                <a:spcPct val="900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7pPr>
            <a:lvl8pPr lvl="7" marR="0" rtl="0" algn="ctr">
              <a:lnSpc>
                <a:spcPct val="900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8pPr>
            <a:lvl9pPr lvl="8" marR="0" rtl="0" algn="ctr">
              <a:lnSpc>
                <a:spcPct val="900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9pPr>
          </a:lstStyle>
          <a:p/>
        </p:txBody>
      </p:sp>
      <p:sp>
        <p:nvSpPr>
          <p:cNvPr id="264" name="Google Shape;264;p65"/>
          <p:cNvSpPr txBox="1"/>
          <p:nvPr>
            <p:ph idx="2" type="body"/>
          </p:nvPr>
        </p:nvSpPr>
        <p:spPr>
          <a:xfrm>
            <a:off x="7410584" y="4503884"/>
            <a:ext cx="1446600" cy="351300"/>
          </a:xfrm>
          <a:prstGeom prst="rect">
            <a:avLst/>
          </a:prstGeom>
          <a:noFill/>
          <a:ln>
            <a:noFill/>
          </a:ln>
        </p:spPr>
        <p:txBody>
          <a:bodyPr anchorCtr="0" anchor="t" bIns="0" lIns="0" spcFirstLastPara="1" rIns="0" wrap="square" tIns="0">
            <a:noAutofit/>
          </a:bodyPr>
          <a:lstStyle>
            <a:lvl1pPr indent="-342900" lvl="0" marL="457200" marR="0" rtl="0" algn="l">
              <a:lnSpc>
                <a:spcPct val="100000"/>
              </a:lnSpc>
              <a:spcBef>
                <a:spcPts val="500"/>
              </a:spcBef>
              <a:spcAft>
                <a:spcPts val="0"/>
              </a:spcAft>
              <a:buClr>
                <a:schemeClr val="dk1"/>
              </a:buClr>
              <a:buSzPts val="1800"/>
              <a:buFont typeface="Arial"/>
              <a:buChar char="●"/>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700"/>
              <a:buFont typeface="Arial"/>
              <a:buNone/>
              <a:defRPr b="0" i="0" sz="1400" u="none" cap="none" strike="noStrike">
                <a:solidFill>
                  <a:srgbClr val="000000"/>
                </a:solidFill>
                <a:latin typeface="Arial"/>
                <a:ea typeface="Arial"/>
                <a:cs typeface="Arial"/>
                <a:sym typeface="Arial"/>
              </a:defRPr>
            </a:lvl2pPr>
            <a:lvl3pPr indent="-317500" lvl="2" marL="1371600" marR="0" rtl="0" algn="l">
              <a:lnSpc>
                <a:spcPct val="100000"/>
              </a:lnSpc>
              <a:spcBef>
                <a:spcPts val="50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rtl="0" algn="l">
              <a:lnSpc>
                <a:spcPct val="100000"/>
              </a:lnSpc>
              <a:spcBef>
                <a:spcPts val="50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rtl="0" algn="l">
              <a:lnSpc>
                <a:spcPct val="100000"/>
              </a:lnSpc>
              <a:spcBef>
                <a:spcPts val="50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317500" lvl="5" marL="2743200" marR="0" rtl="0" algn="l">
              <a:lnSpc>
                <a:spcPct val="90000"/>
              </a:lnSpc>
              <a:spcBef>
                <a:spcPts val="5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9pPr>
          </a:lstStyle>
          <a:p/>
        </p:txBody>
      </p:sp>
      <p:pic>
        <p:nvPicPr>
          <p:cNvPr id="265" name="Google Shape;265;p65"/>
          <p:cNvPicPr preferRelativeResize="0"/>
          <p:nvPr/>
        </p:nvPicPr>
        <p:blipFill rotWithShape="1">
          <a:blip r:embed="rId3">
            <a:alphaModFix/>
          </a:blip>
          <a:srcRect b="0" l="0" r="0" t="0"/>
          <a:stretch/>
        </p:blipFill>
        <p:spPr>
          <a:xfrm>
            <a:off x="427665" y="466748"/>
            <a:ext cx="1175288" cy="707732"/>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slide 1">
  <p:cSld name="Contents slide 1">
    <p:bg>
      <p:bgPr>
        <a:blipFill>
          <a:blip r:embed="rId2">
            <a:alphaModFix/>
          </a:blip>
          <a:stretch>
            <a:fillRect/>
          </a:stretch>
        </a:blipFill>
      </p:bgPr>
    </p:bg>
    <p:spTree>
      <p:nvGrpSpPr>
        <p:cNvPr id="266" name="Shape 266"/>
        <p:cNvGrpSpPr/>
        <p:nvPr/>
      </p:nvGrpSpPr>
      <p:grpSpPr>
        <a:xfrm>
          <a:off x="0" y="0"/>
          <a:ext cx="0" cy="0"/>
          <a:chOff x="0" y="0"/>
          <a:chExt cx="0" cy="0"/>
        </a:xfrm>
      </p:grpSpPr>
      <p:sp>
        <p:nvSpPr>
          <p:cNvPr id="267" name="Google Shape;267;p66"/>
          <p:cNvSpPr txBox="1"/>
          <p:nvPr>
            <p:ph idx="1" type="body"/>
          </p:nvPr>
        </p:nvSpPr>
        <p:spPr>
          <a:xfrm>
            <a:off x="433863" y="1530770"/>
            <a:ext cx="532800" cy="25026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500"/>
              </a:spcBef>
              <a:spcAft>
                <a:spcPts val="0"/>
              </a:spcAft>
              <a:buClr>
                <a:schemeClr val="dk1"/>
              </a:buClr>
              <a:buSzPts val="1700"/>
              <a:buFont typeface="Arial"/>
              <a:buNone/>
              <a:defRPr b="1" i="0" sz="1700" u="none" cap="none" strike="noStrike">
                <a:solidFill>
                  <a:schemeClr val="dk1"/>
                </a:solidFill>
                <a:latin typeface="Arial"/>
                <a:ea typeface="Arial"/>
                <a:cs typeface="Arial"/>
                <a:sym typeface="Arial"/>
              </a:defRPr>
            </a:lvl1pPr>
            <a:lvl2pPr indent="-336550" lvl="1" marL="914400" marR="0" rtl="0" algn="l">
              <a:lnSpc>
                <a:spcPct val="100000"/>
              </a:lnSpc>
              <a:spcBef>
                <a:spcPts val="1800"/>
              </a:spcBef>
              <a:spcAft>
                <a:spcPts val="0"/>
              </a:spcAft>
              <a:buClr>
                <a:srgbClr val="000000"/>
              </a:buClr>
              <a:buSzPts val="1700"/>
              <a:buFont typeface="Arial"/>
              <a:buChar char="○"/>
              <a:defRPr b="0" i="0" sz="1700" u="none" cap="none" strike="noStrike">
                <a:solidFill>
                  <a:srgbClr val="000000"/>
                </a:solidFill>
                <a:latin typeface="Arial"/>
                <a:ea typeface="Arial"/>
                <a:cs typeface="Arial"/>
                <a:sym typeface="Arial"/>
              </a:defRPr>
            </a:lvl2pPr>
            <a:lvl3pPr indent="-336550" lvl="2" marL="1371600" marR="0" rtl="0" algn="l">
              <a:lnSpc>
                <a:spcPct val="100000"/>
              </a:lnSpc>
              <a:spcBef>
                <a:spcPts val="500"/>
              </a:spcBef>
              <a:spcAft>
                <a:spcPts val="0"/>
              </a:spcAft>
              <a:buClr>
                <a:srgbClr val="000000"/>
              </a:buClr>
              <a:buSzPts val="1700"/>
              <a:buFont typeface="Arial"/>
              <a:buChar char="■"/>
              <a:defRPr b="0" i="0" sz="1700" u="none" cap="none" strike="noStrike">
                <a:solidFill>
                  <a:srgbClr val="000000"/>
                </a:solidFill>
                <a:latin typeface="Arial"/>
                <a:ea typeface="Arial"/>
                <a:cs typeface="Arial"/>
                <a:sym typeface="Arial"/>
              </a:defRPr>
            </a:lvl3pPr>
            <a:lvl4pPr indent="-336550" lvl="3" marL="1828800" marR="0" rtl="0" algn="l">
              <a:lnSpc>
                <a:spcPct val="100000"/>
              </a:lnSpc>
              <a:spcBef>
                <a:spcPts val="500"/>
              </a:spcBef>
              <a:spcAft>
                <a:spcPts val="0"/>
              </a:spcAft>
              <a:buClr>
                <a:srgbClr val="000000"/>
              </a:buClr>
              <a:buSzPts val="1700"/>
              <a:buFont typeface="Arial"/>
              <a:buChar char="●"/>
              <a:defRPr b="0" i="0" sz="1700" u="none" cap="none" strike="noStrike">
                <a:solidFill>
                  <a:srgbClr val="000000"/>
                </a:solidFill>
                <a:latin typeface="Arial"/>
                <a:ea typeface="Arial"/>
                <a:cs typeface="Arial"/>
                <a:sym typeface="Arial"/>
              </a:defRPr>
            </a:lvl4pPr>
            <a:lvl5pPr indent="-336550" lvl="4" marL="2286000" marR="0" rtl="0" algn="l">
              <a:lnSpc>
                <a:spcPct val="100000"/>
              </a:lnSpc>
              <a:spcBef>
                <a:spcPts val="500"/>
              </a:spcBef>
              <a:spcAft>
                <a:spcPts val="0"/>
              </a:spcAft>
              <a:buClr>
                <a:srgbClr val="000000"/>
              </a:buClr>
              <a:buSzPts val="1700"/>
              <a:buFont typeface="Arial"/>
              <a:buChar char="○"/>
              <a:defRPr b="0" i="0" sz="1700" u="none" cap="none" strike="noStrike">
                <a:solidFill>
                  <a:srgbClr val="000000"/>
                </a:solidFill>
                <a:latin typeface="Arial"/>
                <a:ea typeface="Arial"/>
                <a:cs typeface="Arial"/>
                <a:sym typeface="Arial"/>
              </a:defRPr>
            </a:lvl5pPr>
            <a:lvl6pPr indent="-317500" lvl="5" marL="2743200" marR="0" rtl="0" algn="l">
              <a:lnSpc>
                <a:spcPct val="90000"/>
              </a:lnSpc>
              <a:spcBef>
                <a:spcPts val="5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9pPr>
          </a:lstStyle>
          <a:p/>
        </p:txBody>
      </p:sp>
      <p:sp>
        <p:nvSpPr>
          <p:cNvPr id="268" name="Google Shape;268;p66"/>
          <p:cNvSpPr txBox="1"/>
          <p:nvPr>
            <p:ph type="title"/>
          </p:nvPr>
        </p:nvSpPr>
        <p:spPr>
          <a:xfrm>
            <a:off x="433863" y="317011"/>
            <a:ext cx="7988400" cy="4152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69" name="Google Shape;269;p66"/>
          <p:cNvSpPr txBox="1"/>
          <p:nvPr>
            <p:ph idx="2" type="body"/>
          </p:nvPr>
        </p:nvSpPr>
        <p:spPr>
          <a:xfrm>
            <a:off x="1088928" y="1537301"/>
            <a:ext cx="7339800" cy="25026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500"/>
              </a:spcBef>
              <a:spcAft>
                <a:spcPts val="0"/>
              </a:spcAft>
              <a:buClr>
                <a:schemeClr val="dk1"/>
              </a:buClr>
              <a:buSzPts val="1700"/>
              <a:buFont typeface="Arial"/>
              <a:buNone/>
              <a:defRPr b="0" i="0" sz="1700" u="none" cap="none" strike="noStrike">
                <a:solidFill>
                  <a:schemeClr val="dk1"/>
                </a:solidFill>
                <a:latin typeface="Arial"/>
                <a:ea typeface="Arial"/>
                <a:cs typeface="Arial"/>
                <a:sym typeface="Arial"/>
              </a:defRPr>
            </a:lvl1pPr>
            <a:lvl2pPr indent="-336550" lvl="1" marL="914400" marR="0" rtl="0" algn="l">
              <a:lnSpc>
                <a:spcPct val="100000"/>
              </a:lnSpc>
              <a:spcBef>
                <a:spcPts val="1800"/>
              </a:spcBef>
              <a:spcAft>
                <a:spcPts val="0"/>
              </a:spcAft>
              <a:buClr>
                <a:srgbClr val="000000"/>
              </a:buClr>
              <a:buSzPts val="1700"/>
              <a:buFont typeface="Arial"/>
              <a:buChar char="○"/>
              <a:defRPr b="0" i="0" sz="1700" u="none" cap="none" strike="noStrike">
                <a:solidFill>
                  <a:srgbClr val="000000"/>
                </a:solidFill>
                <a:latin typeface="Arial"/>
                <a:ea typeface="Arial"/>
                <a:cs typeface="Arial"/>
                <a:sym typeface="Arial"/>
              </a:defRPr>
            </a:lvl2pPr>
            <a:lvl3pPr indent="-336550" lvl="2" marL="1371600" marR="0" rtl="0" algn="l">
              <a:lnSpc>
                <a:spcPct val="100000"/>
              </a:lnSpc>
              <a:spcBef>
                <a:spcPts val="500"/>
              </a:spcBef>
              <a:spcAft>
                <a:spcPts val="0"/>
              </a:spcAft>
              <a:buClr>
                <a:srgbClr val="000000"/>
              </a:buClr>
              <a:buSzPts val="1700"/>
              <a:buFont typeface="Arial"/>
              <a:buChar char="■"/>
              <a:defRPr b="0" i="0" sz="1700" u="none" cap="none" strike="noStrike">
                <a:solidFill>
                  <a:srgbClr val="000000"/>
                </a:solidFill>
                <a:latin typeface="Arial"/>
                <a:ea typeface="Arial"/>
                <a:cs typeface="Arial"/>
                <a:sym typeface="Arial"/>
              </a:defRPr>
            </a:lvl3pPr>
            <a:lvl4pPr indent="-336550" lvl="3" marL="1828800" marR="0" rtl="0" algn="l">
              <a:lnSpc>
                <a:spcPct val="100000"/>
              </a:lnSpc>
              <a:spcBef>
                <a:spcPts val="500"/>
              </a:spcBef>
              <a:spcAft>
                <a:spcPts val="0"/>
              </a:spcAft>
              <a:buClr>
                <a:srgbClr val="000000"/>
              </a:buClr>
              <a:buSzPts val="1700"/>
              <a:buFont typeface="Arial"/>
              <a:buChar char="●"/>
              <a:defRPr b="0" i="0" sz="1700" u="none" cap="none" strike="noStrike">
                <a:solidFill>
                  <a:srgbClr val="000000"/>
                </a:solidFill>
                <a:latin typeface="Arial"/>
                <a:ea typeface="Arial"/>
                <a:cs typeface="Arial"/>
                <a:sym typeface="Arial"/>
              </a:defRPr>
            </a:lvl4pPr>
            <a:lvl5pPr indent="-336550" lvl="4" marL="2286000" marR="0" rtl="0" algn="l">
              <a:lnSpc>
                <a:spcPct val="100000"/>
              </a:lnSpc>
              <a:spcBef>
                <a:spcPts val="500"/>
              </a:spcBef>
              <a:spcAft>
                <a:spcPts val="0"/>
              </a:spcAft>
              <a:buClr>
                <a:srgbClr val="000000"/>
              </a:buClr>
              <a:buSzPts val="1700"/>
              <a:buFont typeface="Arial"/>
              <a:buChar char="○"/>
              <a:defRPr b="0" i="0" sz="1700" u="none" cap="none" strike="noStrike">
                <a:solidFill>
                  <a:srgbClr val="000000"/>
                </a:solidFill>
                <a:latin typeface="Arial"/>
                <a:ea typeface="Arial"/>
                <a:cs typeface="Arial"/>
                <a:sym typeface="Arial"/>
              </a:defRPr>
            </a:lvl5pPr>
            <a:lvl6pPr indent="-317500" lvl="5" marL="2743200" marR="0" rtl="0" algn="l">
              <a:lnSpc>
                <a:spcPct val="90000"/>
              </a:lnSpc>
              <a:spcBef>
                <a:spcPts val="5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rgbClr val="000000"/>
                </a:solidFill>
                <a:latin typeface="Arial"/>
                <a:ea typeface="Arial"/>
                <a:cs typeface="Arial"/>
                <a:sym typeface="Arial"/>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0" name="Shape 270"/>
        <p:cNvGrpSpPr/>
        <p:nvPr/>
      </p:nvGrpSpPr>
      <p:grpSpPr>
        <a:xfrm>
          <a:off x="0" y="0"/>
          <a:ext cx="0" cy="0"/>
          <a:chOff x="0" y="0"/>
          <a:chExt cx="0" cy="0"/>
        </a:xfrm>
      </p:grpSpPr>
      <p:sp>
        <p:nvSpPr>
          <p:cNvPr id="271" name="Google Shape;271;p6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272" name="Shape 272"/>
        <p:cNvGrpSpPr/>
        <p:nvPr/>
      </p:nvGrpSpPr>
      <p:grpSpPr>
        <a:xfrm>
          <a:off x="0" y="0"/>
          <a:ext cx="0" cy="0"/>
          <a:chOff x="0" y="0"/>
          <a:chExt cx="0" cy="0"/>
        </a:xfrm>
      </p:grpSpPr>
      <p:sp>
        <p:nvSpPr>
          <p:cNvPr id="273" name="Google Shape;273;p68"/>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74" name="Google Shape;274;p68"/>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ssion title" type="title">
  <p:cSld name="TITLE">
    <p:bg>
      <p:bgPr>
        <a:solidFill>
          <a:srgbClr val="666666"/>
        </a:solidFill>
      </p:bgPr>
    </p:bg>
    <p:spTree>
      <p:nvGrpSpPr>
        <p:cNvPr id="275" name="Shape 275"/>
        <p:cNvGrpSpPr/>
        <p:nvPr/>
      </p:nvGrpSpPr>
      <p:grpSpPr>
        <a:xfrm>
          <a:off x="0" y="0"/>
          <a:ext cx="0" cy="0"/>
          <a:chOff x="0" y="0"/>
          <a:chExt cx="0" cy="0"/>
        </a:xfrm>
      </p:grpSpPr>
      <p:sp>
        <p:nvSpPr>
          <p:cNvPr id="276" name="Google Shape;276;p69"/>
          <p:cNvSpPr txBox="1"/>
          <p:nvPr>
            <p:ph type="ctrTitle"/>
          </p:nvPr>
        </p:nvSpPr>
        <p:spPr>
          <a:xfrm>
            <a:off x="360000" y="360000"/>
            <a:ext cx="6831300" cy="44217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chemeClr val="lt1"/>
              </a:buClr>
              <a:buSzPts val="1400"/>
              <a:buFont typeface="Arial"/>
              <a:buChar char="●"/>
              <a:defRPr b="0" i="0" sz="1400" u="none" cap="none" strike="noStrike">
                <a:solidFill>
                  <a:schemeClr val="lt1"/>
                </a:solidFill>
                <a:latin typeface="Arial"/>
                <a:ea typeface="Arial"/>
                <a:cs typeface="Arial"/>
                <a:sym typeface="Arial"/>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277" name="Google Shape;277;p69"/>
          <p:cNvSpPr txBox="1"/>
          <p:nvPr>
            <p:ph idx="12" type="sldNum"/>
          </p:nvPr>
        </p:nvSpPr>
        <p:spPr>
          <a:xfrm>
            <a:off x="8784000" y="4860025"/>
            <a:ext cx="360000" cy="2835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
        <p:nvSpPr>
          <p:cNvPr id="278" name="Google Shape;278;p69"/>
          <p:cNvSpPr txBox="1"/>
          <p:nvPr/>
        </p:nvSpPr>
        <p:spPr>
          <a:xfrm>
            <a:off x="495300" y="2423800"/>
            <a:ext cx="5638800" cy="447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Work Sans"/>
              <a:ea typeface="Work Sans"/>
              <a:cs typeface="Work Sans"/>
              <a:sym typeface="Work Sans"/>
            </a:endParaRPr>
          </a:p>
        </p:txBody>
      </p:sp>
    </p:spTree>
  </p:cSld>
  <p:clrMapOvr>
    <a:masterClrMapping/>
  </p:clrMapOvr>
  <p:extLst>
    <p:ext uri="{DCECCB84-F9BA-43D5-87BE-67443E8EF086}">
      <p15:sldGuideLst>
        <p15:guide id="1" pos="312">
          <p15:clr>
            <a:srgbClr val="E46962"/>
          </p15:clr>
        </p15:guide>
      </p15:sldGuideLst>
    </p:ext>
  </p:extLst>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279" name="Shape 279"/>
        <p:cNvGrpSpPr/>
        <p:nvPr/>
      </p:nvGrpSpPr>
      <p:grpSpPr>
        <a:xfrm>
          <a:off x="0" y="0"/>
          <a:ext cx="0" cy="0"/>
          <a:chOff x="0" y="0"/>
          <a:chExt cx="0" cy="0"/>
        </a:xfrm>
      </p:grpSpPr>
      <p:sp>
        <p:nvSpPr>
          <p:cNvPr id="280" name="Google Shape;280;p70"/>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81" name="Google Shape;281;p70"/>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0 master">
  <p:cSld name="Slide 20 master">
    <p:bg>
      <p:bgPr>
        <a:solidFill>
          <a:srgbClr val="000000"/>
        </a:solidFill>
      </p:bgPr>
    </p:bg>
    <p:spTree>
      <p:nvGrpSpPr>
        <p:cNvPr id="282" name="Shape 282"/>
        <p:cNvGrpSpPr/>
        <p:nvPr/>
      </p:nvGrpSpPr>
      <p:grpSpPr>
        <a:xfrm>
          <a:off x="0" y="0"/>
          <a:ext cx="0" cy="0"/>
          <a:chOff x="0" y="0"/>
          <a:chExt cx="0" cy="0"/>
        </a:xfrm>
      </p:grpSpPr>
      <p:sp>
        <p:nvSpPr>
          <p:cNvPr id="283" name="Google Shape;283;p71"/>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84" name="Google Shape;284;p71"/>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bg>
      <p:bgPr>
        <a:solidFill>
          <a:srgbClr val="000000"/>
        </a:solidFill>
      </p:bgPr>
    </p:bg>
    <p:spTree>
      <p:nvGrpSpPr>
        <p:cNvPr id="285" name="Shape 285"/>
        <p:cNvGrpSpPr/>
        <p:nvPr/>
      </p:nvGrpSpPr>
      <p:grpSpPr>
        <a:xfrm>
          <a:off x="0" y="0"/>
          <a:ext cx="0" cy="0"/>
          <a:chOff x="0" y="0"/>
          <a:chExt cx="0" cy="0"/>
        </a:xfrm>
      </p:grpSpPr>
      <p:sp>
        <p:nvSpPr>
          <p:cNvPr id="286" name="Google Shape;286;p72"/>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87" name="Google Shape;287;p72"/>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288" name="Shape 288"/>
        <p:cNvGrpSpPr/>
        <p:nvPr/>
      </p:nvGrpSpPr>
      <p:grpSpPr>
        <a:xfrm>
          <a:off x="0" y="0"/>
          <a:ext cx="0" cy="0"/>
          <a:chOff x="0" y="0"/>
          <a:chExt cx="0" cy="0"/>
        </a:xfrm>
      </p:grpSpPr>
      <p:sp>
        <p:nvSpPr>
          <p:cNvPr id="289" name="Google Shape;289;p73"/>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90" name="Google Shape;290;p73"/>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1">
    <p:spTree>
      <p:nvGrpSpPr>
        <p:cNvPr id="291" name="Shape 291"/>
        <p:cNvGrpSpPr/>
        <p:nvPr/>
      </p:nvGrpSpPr>
      <p:grpSpPr>
        <a:xfrm>
          <a:off x="0" y="0"/>
          <a:ext cx="0" cy="0"/>
          <a:chOff x="0" y="0"/>
          <a:chExt cx="0" cy="0"/>
        </a:xfrm>
      </p:grpSpPr>
      <p:sp>
        <p:nvSpPr>
          <p:cNvPr id="292" name="Google Shape;292;p7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marR="0" rtl="0" algn="ctr">
              <a:lnSpc>
                <a:spcPct val="100000"/>
              </a:lnSpc>
              <a:spcBef>
                <a:spcPts val="0"/>
              </a:spcBef>
              <a:spcAft>
                <a:spcPts val="0"/>
              </a:spcAft>
              <a:buClr>
                <a:srgbClr val="000000"/>
              </a:buClr>
              <a:buSzPts val="5200"/>
              <a:buFont typeface="Arial"/>
              <a:buNone/>
              <a:defRPr b="0" i="0" sz="52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5200"/>
              <a:buFont typeface="Arial"/>
              <a:buNone/>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None/>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None/>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None/>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None/>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None/>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None/>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None/>
              <a:defRPr b="0" i="0" sz="5200" u="none" cap="none" strike="noStrike">
                <a:solidFill>
                  <a:srgbClr val="000000"/>
                </a:solidFill>
                <a:latin typeface="Arial"/>
                <a:ea typeface="Arial"/>
                <a:cs typeface="Arial"/>
                <a:sym typeface="Arial"/>
              </a:defRPr>
            </a:lvl9pPr>
          </a:lstStyle>
          <a:p/>
        </p:txBody>
      </p:sp>
      <p:sp>
        <p:nvSpPr>
          <p:cNvPr id="293" name="Google Shape;293;p7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9pPr>
          </a:lstStyle>
          <a:p/>
        </p:txBody>
      </p:sp>
      <p:sp>
        <p:nvSpPr>
          <p:cNvPr id="294" name="Google Shape;294;p7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295" name="Shape 295"/>
        <p:cNvGrpSpPr/>
        <p:nvPr/>
      </p:nvGrpSpPr>
      <p:grpSpPr>
        <a:xfrm>
          <a:off x="0" y="0"/>
          <a:ext cx="0" cy="0"/>
          <a:chOff x="0" y="0"/>
          <a:chExt cx="0" cy="0"/>
        </a:xfrm>
      </p:grpSpPr>
      <p:sp>
        <p:nvSpPr>
          <p:cNvPr id="296" name="Google Shape;296;p75"/>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97" name="Google Shape;297;p75"/>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6 master">
  <p:cSld name="Slide 26 master">
    <p:bg>
      <p:bgPr>
        <a:solidFill>
          <a:srgbClr val="000000"/>
        </a:solidFill>
      </p:bgPr>
    </p:bg>
    <p:spTree>
      <p:nvGrpSpPr>
        <p:cNvPr id="298" name="Shape 298"/>
        <p:cNvGrpSpPr/>
        <p:nvPr/>
      </p:nvGrpSpPr>
      <p:grpSpPr>
        <a:xfrm>
          <a:off x="0" y="0"/>
          <a:ext cx="0" cy="0"/>
          <a:chOff x="0" y="0"/>
          <a:chExt cx="0" cy="0"/>
        </a:xfrm>
      </p:grpSpPr>
      <p:sp>
        <p:nvSpPr>
          <p:cNvPr id="299" name="Google Shape;299;p76"/>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00" name="Google Shape;300;p76"/>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bg>
      <p:bgPr>
        <a:solidFill>
          <a:srgbClr val="000000"/>
        </a:solidFill>
      </p:bgPr>
    </p:bg>
    <p:spTree>
      <p:nvGrpSpPr>
        <p:cNvPr id="301" name="Shape 301"/>
        <p:cNvGrpSpPr/>
        <p:nvPr/>
      </p:nvGrpSpPr>
      <p:grpSpPr>
        <a:xfrm>
          <a:off x="0" y="0"/>
          <a:ext cx="0" cy="0"/>
          <a:chOff x="0" y="0"/>
          <a:chExt cx="0" cy="0"/>
        </a:xfrm>
      </p:grpSpPr>
      <p:sp>
        <p:nvSpPr>
          <p:cNvPr id="302" name="Google Shape;302;p77"/>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03" name="Google Shape;303;p77"/>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4 master">
  <p:cSld name="Slide 24 master">
    <p:bg>
      <p:bgPr>
        <a:solidFill>
          <a:srgbClr val="000000"/>
        </a:solidFill>
      </p:bgPr>
    </p:bg>
    <p:spTree>
      <p:nvGrpSpPr>
        <p:cNvPr id="304" name="Shape 304"/>
        <p:cNvGrpSpPr/>
        <p:nvPr/>
      </p:nvGrpSpPr>
      <p:grpSpPr>
        <a:xfrm>
          <a:off x="0" y="0"/>
          <a:ext cx="0" cy="0"/>
          <a:chOff x="0" y="0"/>
          <a:chExt cx="0" cy="0"/>
        </a:xfrm>
      </p:grpSpPr>
      <p:sp>
        <p:nvSpPr>
          <p:cNvPr id="305" name="Google Shape;305;p78"/>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06" name="Google Shape;306;p78"/>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bg>
      <p:bgPr>
        <a:solidFill>
          <a:srgbClr val="000000"/>
        </a:solidFill>
      </p:bgPr>
    </p:bg>
    <p:spTree>
      <p:nvGrpSpPr>
        <p:cNvPr id="307" name="Shape 307"/>
        <p:cNvGrpSpPr/>
        <p:nvPr/>
      </p:nvGrpSpPr>
      <p:grpSpPr>
        <a:xfrm>
          <a:off x="0" y="0"/>
          <a:ext cx="0" cy="0"/>
          <a:chOff x="0" y="0"/>
          <a:chExt cx="0" cy="0"/>
        </a:xfrm>
      </p:grpSpPr>
      <p:sp>
        <p:nvSpPr>
          <p:cNvPr id="308" name="Google Shape;308;p79"/>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09" name="Google Shape;309;p79"/>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8 master">
  <p:cSld name="Slide 28 master">
    <p:bg>
      <p:bgPr>
        <a:solidFill>
          <a:srgbClr val="000000"/>
        </a:solidFill>
      </p:bgPr>
    </p:bg>
    <p:spTree>
      <p:nvGrpSpPr>
        <p:cNvPr id="310" name="Shape 310"/>
        <p:cNvGrpSpPr/>
        <p:nvPr/>
      </p:nvGrpSpPr>
      <p:grpSpPr>
        <a:xfrm>
          <a:off x="0" y="0"/>
          <a:ext cx="0" cy="0"/>
          <a:chOff x="0" y="0"/>
          <a:chExt cx="0" cy="0"/>
        </a:xfrm>
      </p:grpSpPr>
      <p:sp>
        <p:nvSpPr>
          <p:cNvPr id="311" name="Google Shape;311;p80"/>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12" name="Google Shape;312;p80"/>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9 master">
  <p:cSld name="Slide 29 master">
    <p:bg>
      <p:bgPr>
        <a:solidFill>
          <a:srgbClr val="000000"/>
        </a:solidFill>
      </p:bgPr>
    </p:bg>
    <p:spTree>
      <p:nvGrpSpPr>
        <p:cNvPr id="313" name="Shape 313"/>
        <p:cNvGrpSpPr/>
        <p:nvPr/>
      </p:nvGrpSpPr>
      <p:grpSpPr>
        <a:xfrm>
          <a:off x="0" y="0"/>
          <a:ext cx="0" cy="0"/>
          <a:chOff x="0" y="0"/>
          <a:chExt cx="0" cy="0"/>
        </a:xfrm>
      </p:grpSpPr>
      <p:sp>
        <p:nvSpPr>
          <p:cNvPr id="314" name="Google Shape;314;p81"/>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15" name="Google Shape;315;p81"/>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0 master">
  <p:cSld name="Slide 30 master">
    <p:bg>
      <p:bgPr>
        <a:solidFill>
          <a:srgbClr val="000000"/>
        </a:solidFill>
      </p:bgPr>
    </p:bg>
    <p:spTree>
      <p:nvGrpSpPr>
        <p:cNvPr id="316" name="Shape 316"/>
        <p:cNvGrpSpPr/>
        <p:nvPr/>
      </p:nvGrpSpPr>
      <p:grpSpPr>
        <a:xfrm>
          <a:off x="0" y="0"/>
          <a:ext cx="0" cy="0"/>
          <a:chOff x="0" y="0"/>
          <a:chExt cx="0" cy="0"/>
        </a:xfrm>
      </p:grpSpPr>
      <p:sp>
        <p:nvSpPr>
          <p:cNvPr id="317" name="Google Shape;317;p82"/>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18" name="Google Shape;318;p82"/>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bg>
      <p:bgPr>
        <a:solidFill>
          <a:srgbClr val="000000"/>
        </a:solidFill>
      </p:bgPr>
    </p:bg>
    <p:spTree>
      <p:nvGrpSpPr>
        <p:cNvPr id="319" name="Shape 319"/>
        <p:cNvGrpSpPr/>
        <p:nvPr/>
      </p:nvGrpSpPr>
      <p:grpSpPr>
        <a:xfrm>
          <a:off x="0" y="0"/>
          <a:ext cx="0" cy="0"/>
          <a:chOff x="0" y="0"/>
          <a:chExt cx="0" cy="0"/>
        </a:xfrm>
      </p:grpSpPr>
      <p:sp>
        <p:nvSpPr>
          <p:cNvPr id="320" name="Google Shape;320;p83"/>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21" name="Google Shape;321;p83"/>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bg>
      <p:bgPr>
        <a:solidFill>
          <a:srgbClr val="000000"/>
        </a:solidFill>
      </p:bgPr>
    </p:bg>
    <p:spTree>
      <p:nvGrpSpPr>
        <p:cNvPr id="322" name="Shape 322"/>
        <p:cNvGrpSpPr/>
        <p:nvPr/>
      </p:nvGrpSpPr>
      <p:grpSpPr>
        <a:xfrm>
          <a:off x="0" y="0"/>
          <a:ext cx="0" cy="0"/>
          <a:chOff x="0" y="0"/>
          <a:chExt cx="0" cy="0"/>
        </a:xfrm>
      </p:grpSpPr>
      <p:sp>
        <p:nvSpPr>
          <p:cNvPr id="323" name="Google Shape;323;p84"/>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24" name="Google Shape;324;p84"/>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bg>
      <p:bgPr>
        <a:solidFill>
          <a:srgbClr val="000000"/>
        </a:solidFill>
      </p:bgPr>
    </p:bg>
    <p:spTree>
      <p:nvGrpSpPr>
        <p:cNvPr id="325" name="Shape 325"/>
        <p:cNvGrpSpPr/>
        <p:nvPr/>
      </p:nvGrpSpPr>
      <p:grpSpPr>
        <a:xfrm>
          <a:off x="0" y="0"/>
          <a:ext cx="0" cy="0"/>
          <a:chOff x="0" y="0"/>
          <a:chExt cx="0" cy="0"/>
        </a:xfrm>
      </p:grpSpPr>
      <p:sp>
        <p:nvSpPr>
          <p:cNvPr id="326" name="Google Shape;326;p85"/>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27" name="Google Shape;327;p85"/>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bg>
      <p:bgPr>
        <a:solidFill>
          <a:srgbClr val="000000"/>
        </a:solidFill>
      </p:bgPr>
    </p:bg>
    <p:spTree>
      <p:nvGrpSpPr>
        <p:cNvPr id="328" name="Shape 328"/>
        <p:cNvGrpSpPr/>
        <p:nvPr/>
      </p:nvGrpSpPr>
      <p:grpSpPr>
        <a:xfrm>
          <a:off x="0" y="0"/>
          <a:ext cx="0" cy="0"/>
          <a:chOff x="0" y="0"/>
          <a:chExt cx="0" cy="0"/>
        </a:xfrm>
      </p:grpSpPr>
      <p:sp>
        <p:nvSpPr>
          <p:cNvPr id="329" name="Google Shape;329;p86"/>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30" name="Google Shape;330;p86"/>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5 master">
  <p:cSld name="Slide 15 master">
    <p:bg>
      <p:bgPr>
        <a:solidFill>
          <a:srgbClr val="000000"/>
        </a:solidFill>
      </p:bgPr>
    </p:bg>
    <p:spTree>
      <p:nvGrpSpPr>
        <p:cNvPr id="331" name="Shape 331"/>
        <p:cNvGrpSpPr/>
        <p:nvPr/>
      </p:nvGrpSpPr>
      <p:grpSpPr>
        <a:xfrm>
          <a:off x="0" y="0"/>
          <a:ext cx="0" cy="0"/>
          <a:chOff x="0" y="0"/>
          <a:chExt cx="0" cy="0"/>
        </a:xfrm>
      </p:grpSpPr>
      <p:sp>
        <p:nvSpPr>
          <p:cNvPr id="332" name="Google Shape;332;p87"/>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33" name="Google Shape;333;p87"/>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6 master">
  <p:cSld name="Slide 16 master">
    <p:bg>
      <p:bgPr>
        <a:solidFill>
          <a:srgbClr val="000000"/>
        </a:solidFill>
      </p:bgPr>
    </p:bg>
    <p:spTree>
      <p:nvGrpSpPr>
        <p:cNvPr id="334" name="Shape 334"/>
        <p:cNvGrpSpPr/>
        <p:nvPr/>
      </p:nvGrpSpPr>
      <p:grpSpPr>
        <a:xfrm>
          <a:off x="0" y="0"/>
          <a:ext cx="0" cy="0"/>
          <a:chOff x="0" y="0"/>
          <a:chExt cx="0" cy="0"/>
        </a:xfrm>
      </p:grpSpPr>
      <p:sp>
        <p:nvSpPr>
          <p:cNvPr id="335" name="Google Shape;335;p88"/>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36" name="Google Shape;336;p88"/>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7 master">
  <p:cSld name="Slide 17 master">
    <p:bg>
      <p:bgPr>
        <a:solidFill>
          <a:srgbClr val="000000"/>
        </a:solidFill>
      </p:bgPr>
    </p:bg>
    <p:spTree>
      <p:nvGrpSpPr>
        <p:cNvPr id="337" name="Shape 337"/>
        <p:cNvGrpSpPr/>
        <p:nvPr/>
      </p:nvGrpSpPr>
      <p:grpSpPr>
        <a:xfrm>
          <a:off x="0" y="0"/>
          <a:ext cx="0" cy="0"/>
          <a:chOff x="0" y="0"/>
          <a:chExt cx="0" cy="0"/>
        </a:xfrm>
      </p:grpSpPr>
      <p:sp>
        <p:nvSpPr>
          <p:cNvPr id="338" name="Google Shape;338;p89"/>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39" name="Google Shape;339;p89"/>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8 master">
  <p:cSld name="Slide 18 master">
    <p:bg>
      <p:bgPr>
        <a:solidFill>
          <a:srgbClr val="000000"/>
        </a:solidFill>
      </p:bgPr>
    </p:bg>
    <p:spTree>
      <p:nvGrpSpPr>
        <p:cNvPr id="340" name="Shape 340"/>
        <p:cNvGrpSpPr/>
        <p:nvPr/>
      </p:nvGrpSpPr>
      <p:grpSpPr>
        <a:xfrm>
          <a:off x="0" y="0"/>
          <a:ext cx="0" cy="0"/>
          <a:chOff x="0" y="0"/>
          <a:chExt cx="0" cy="0"/>
        </a:xfrm>
      </p:grpSpPr>
      <p:sp>
        <p:nvSpPr>
          <p:cNvPr id="341" name="Google Shape;341;p90"/>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42" name="Google Shape;342;p90"/>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9 master">
  <p:cSld name="Slide 19 master">
    <p:bg>
      <p:bgPr>
        <a:solidFill>
          <a:srgbClr val="000000"/>
        </a:solidFill>
      </p:bgPr>
    </p:bg>
    <p:spTree>
      <p:nvGrpSpPr>
        <p:cNvPr id="343" name="Shape 343"/>
        <p:cNvGrpSpPr/>
        <p:nvPr/>
      </p:nvGrpSpPr>
      <p:grpSpPr>
        <a:xfrm>
          <a:off x="0" y="0"/>
          <a:ext cx="0" cy="0"/>
          <a:chOff x="0" y="0"/>
          <a:chExt cx="0" cy="0"/>
        </a:xfrm>
      </p:grpSpPr>
      <p:sp>
        <p:nvSpPr>
          <p:cNvPr id="344" name="Google Shape;344;p91"/>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45" name="Google Shape;345;p91"/>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1 master">
  <p:cSld name="Slide 21 master">
    <p:bg>
      <p:bgPr>
        <a:solidFill>
          <a:srgbClr val="000000"/>
        </a:solidFill>
      </p:bgPr>
    </p:bg>
    <p:spTree>
      <p:nvGrpSpPr>
        <p:cNvPr id="346" name="Shape 346"/>
        <p:cNvGrpSpPr/>
        <p:nvPr/>
      </p:nvGrpSpPr>
      <p:grpSpPr>
        <a:xfrm>
          <a:off x="0" y="0"/>
          <a:ext cx="0" cy="0"/>
          <a:chOff x="0" y="0"/>
          <a:chExt cx="0" cy="0"/>
        </a:xfrm>
      </p:grpSpPr>
      <p:sp>
        <p:nvSpPr>
          <p:cNvPr id="347" name="Google Shape;347;p92"/>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48" name="Google Shape;348;p92"/>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2 master">
  <p:cSld name="Slide 22 master">
    <p:bg>
      <p:bgPr>
        <a:solidFill>
          <a:srgbClr val="000000"/>
        </a:solidFill>
      </p:bgPr>
    </p:bg>
    <p:spTree>
      <p:nvGrpSpPr>
        <p:cNvPr id="349" name="Shape 349"/>
        <p:cNvGrpSpPr/>
        <p:nvPr/>
      </p:nvGrpSpPr>
      <p:grpSpPr>
        <a:xfrm>
          <a:off x="0" y="0"/>
          <a:ext cx="0" cy="0"/>
          <a:chOff x="0" y="0"/>
          <a:chExt cx="0" cy="0"/>
        </a:xfrm>
      </p:grpSpPr>
      <p:sp>
        <p:nvSpPr>
          <p:cNvPr id="350" name="Google Shape;350;p93"/>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51" name="Google Shape;351;p93"/>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3 master">
  <p:cSld name="Slide 23 master">
    <p:bg>
      <p:bgPr>
        <a:solidFill>
          <a:srgbClr val="000000"/>
        </a:solidFill>
      </p:bgPr>
    </p:bg>
    <p:spTree>
      <p:nvGrpSpPr>
        <p:cNvPr id="352" name="Shape 352"/>
        <p:cNvGrpSpPr/>
        <p:nvPr/>
      </p:nvGrpSpPr>
      <p:grpSpPr>
        <a:xfrm>
          <a:off x="0" y="0"/>
          <a:ext cx="0" cy="0"/>
          <a:chOff x="0" y="0"/>
          <a:chExt cx="0" cy="0"/>
        </a:xfrm>
      </p:grpSpPr>
      <p:sp>
        <p:nvSpPr>
          <p:cNvPr id="353" name="Google Shape;353;p94"/>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54" name="Google Shape;354;p94"/>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5 master">
  <p:cSld name="Slide 25 master">
    <p:bg>
      <p:bgPr>
        <a:solidFill>
          <a:srgbClr val="000000"/>
        </a:solidFill>
      </p:bgPr>
    </p:bg>
    <p:spTree>
      <p:nvGrpSpPr>
        <p:cNvPr id="355" name="Shape 355"/>
        <p:cNvGrpSpPr/>
        <p:nvPr/>
      </p:nvGrpSpPr>
      <p:grpSpPr>
        <a:xfrm>
          <a:off x="0" y="0"/>
          <a:ext cx="0" cy="0"/>
          <a:chOff x="0" y="0"/>
          <a:chExt cx="0" cy="0"/>
        </a:xfrm>
      </p:grpSpPr>
      <p:sp>
        <p:nvSpPr>
          <p:cNvPr id="356" name="Google Shape;356;p95"/>
          <p:cNvSpPr/>
          <p:nvPr/>
        </p:nvSpPr>
        <p:spPr>
          <a:xfrm>
            <a:off x="0" y="0"/>
            <a:ext cx="9144000" cy="5143500"/>
          </a:xfrm>
          <a:prstGeom prst="rect">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357" name="Google Shape;357;p95"/>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358" name="Shape 358"/>
        <p:cNvGrpSpPr/>
        <p:nvPr/>
      </p:nvGrpSpPr>
      <p:grpSpPr>
        <a:xfrm>
          <a:off x="0" y="0"/>
          <a:ext cx="0" cy="0"/>
          <a:chOff x="0" y="0"/>
          <a:chExt cx="0" cy="0"/>
        </a:xfrm>
      </p:grpSpPr>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s and text">
  <p:cSld name="Images and text">
    <p:bg>
      <p:bgPr>
        <a:blipFill>
          <a:blip r:embed="rId2">
            <a:alphaModFix/>
          </a:blip>
          <a:stretch>
            <a:fillRect/>
          </a:stretch>
        </a:blipFill>
      </p:bgPr>
    </p:bg>
    <p:spTree>
      <p:nvGrpSpPr>
        <p:cNvPr id="359" name="Shape 359"/>
        <p:cNvGrpSpPr/>
        <p:nvPr/>
      </p:nvGrpSpPr>
      <p:grpSpPr>
        <a:xfrm>
          <a:off x="0" y="0"/>
          <a:ext cx="0" cy="0"/>
          <a:chOff x="0" y="0"/>
          <a:chExt cx="0" cy="0"/>
        </a:xfrm>
      </p:grpSpPr>
      <p:sp>
        <p:nvSpPr>
          <p:cNvPr id="360" name="Google Shape;360;p97"/>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1pPr>
            <a:lvl2pPr indent="0" lvl="1"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2pPr>
            <a:lvl3pPr indent="0" lvl="2"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3pPr>
            <a:lvl4pPr indent="0" lvl="3"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4pPr>
            <a:lvl5pPr indent="0" lvl="4"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5pPr>
            <a:lvl6pPr indent="0" lvl="5"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6pPr>
            <a:lvl7pPr indent="0" lvl="6"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7pPr>
            <a:lvl8pPr indent="0" lvl="7"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8pPr>
            <a:lvl9pPr indent="0" lvl="8"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361" name="Google Shape;361;p97"/>
          <p:cNvSpPr txBox="1"/>
          <p:nvPr>
            <p:ph idx="1" type="body"/>
          </p:nvPr>
        </p:nvSpPr>
        <p:spPr>
          <a:xfrm>
            <a:off x="3288723" y="2587336"/>
            <a:ext cx="2566500" cy="16572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400"/>
              </a:spcBef>
              <a:spcAft>
                <a:spcPts val="0"/>
              </a:spcAft>
              <a:buClr>
                <a:schemeClr val="dk1"/>
              </a:buClr>
              <a:buSzPts val="1600"/>
              <a:buFont typeface="Arial"/>
              <a:buNone/>
              <a:defRPr b="0" i="0" sz="1100" u="none" cap="none" strike="noStrike">
                <a:solidFill>
                  <a:srgbClr val="000000"/>
                </a:solidFill>
                <a:latin typeface="Arial"/>
                <a:ea typeface="Arial"/>
                <a:cs typeface="Arial"/>
                <a:sym typeface="Arial"/>
              </a:defRPr>
            </a:lvl1pPr>
            <a:lvl2pPr indent="-228600" lvl="1" marL="914400" marR="0" rtl="0" algn="l">
              <a:lnSpc>
                <a:spcPct val="100000"/>
              </a:lnSpc>
              <a:spcBef>
                <a:spcPts val="40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2pPr>
            <a:lvl3pPr indent="-330200" lvl="2" marL="1371600" marR="0" rtl="0" algn="l">
              <a:lnSpc>
                <a:spcPct val="100000"/>
              </a:lnSpc>
              <a:spcBef>
                <a:spcPts val="4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3pPr>
            <a:lvl4pPr indent="-330200" lvl="3" marL="1828800" marR="0" rtl="0" algn="l">
              <a:lnSpc>
                <a:spcPct val="100000"/>
              </a:lnSpc>
              <a:spcBef>
                <a:spcPts val="4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4pPr>
            <a:lvl5pPr indent="-330200" lvl="4" marL="2286000" marR="0" rtl="0" algn="l">
              <a:lnSpc>
                <a:spcPct val="100000"/>
              </a:lnSpc>
              <a:spcBef>
                <a:spcPts val="4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
        <p:nvSpPr>
          <p:cNvPr id="362" name="Google Shape;362;p97"/>
          <p:cNvSpPr txBox="1"/>
          <p:nvPr>
            <p:ph idx="2" type="body"/>
          </p:nvPr>
        </p:nvSpPr>
        <p:spPr>
          <a:xfrm>
            <a:off x="415636" y="2587336"/>
            <a:ext cx="2566500" cy="16572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400"/>
              </a:spcBef>
              <a:spcAft>
                <a:spcPts val="0"/>
              </a:spcAft>
              <a:buClr>
                <a:schemeClr val="dk1"/>
              </a:buClr>
              <a:buSzPts val="1400"/>
              <a:buFont typeface="Arial"/>
              <a:buNone/>
              <a:defRPr b="0" i="0" sz="1100" u="none" cap="none" strike="noStrike">
                <a:solidFill>
                  <a:srgbClr val="000000"/>
                </a:solidFill>
                <a:latin typeface="Arial"/>
                <a:ea typeface="Arial"/>
                <a:cs typeface="Arial"/>
                <a:sym typeface="Arial"/>
              </a:defRPr>
            </a:lvl1pPr>
            <a:lvl2pPr indent="-228600" lvl="1" marL="914400" marR="0" rtl="0" algn="l">
              <a:lnSpc>
                <a:spcPct val="100000"/>
              </a:lnSpc>
              <a:spcBef>
                <a:spcPts val="40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2pPr>
            <a:lvl3pPr indent="-317500" lvl="2" marL="1371600" marR="0" rtl="0" algn="l">
              <a:lnSpc>
                <a:spcPct val="100000"/>
              </a:lnSpc>
              <a:spcBef>
                <a:spcPts val="40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40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40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
        <p:nvSpPr>
          <p:cNvPr id="363" name="Google Shape;363;p97"/>
          <p:cNvSpPr txBox="1"/>
          <p:nvPr>
            <p:ph idx="3" type="body"/>
          </p:nvPr>
        </p:nvSpPr>
        <p:spPr>
          <a:xfrm>
            <a:off x="6148722" y="2587336"/>
            <a:ext cx="2566500" cy="16572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400"/>
              </a:spcBef>
              <a:spcAft>
                <a:spcPts val="0"/>
              </a:spcAft>
              <a:buClr>
                <a:schemeClr val="dk1"/>
              </a:buClr>
              <a:buSzPts val="1600"/>
              <a:buFont typeface="Arial"/>
              <a:buNone/>
              <a:defRPr b="0" i="0" sz="1100" u="none" cap="none" strike="noStrike">
                <a:solidFill>
                  <a:srgbClr val="000000"/>
                </a:solidFill>
                <a:latin typeface="Arial"/>
                <a:ea typeface="Arial"/>
                <a:cs typeface="Arial"/>
                <a:sym typeface="Arial"/>
              </a:defRPr>
            </a:lvl1pPr>
            <a:lvl2pPr indent="-228600" lvl="1" marL="914400" marR="0" rtl="0" algn="l">
              <a:lnSpc>
                <a:spcPct val="100000"/>
              </a:lnSpc>
              <a:spcBef>
                <a:spcPts val="40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2pPr>
            <a:lvl3pPr indent="-330200" lvl="2" marL="1371600" marR="0" rtl="0" algn="l">
              <a:lnSpc>
                <a:spcPct val="100000"/>
              </a:lnSpc>
              <a:spcBef>
                <a:spcPts val="4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3pPr>
            <a:lvl4pPr indent="-330200" lvl="3" marL="1828800" marR="0" rtl="0" algn="l">
              <a:lnSpc>
                <a:spcPct val="100000"/>
              </a:lnSpc>
              <a:spcBef>
                <a:spcPts val="4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4pPr>
            <a:lvl5pPr indent="-330200" lvl="4" marL="2286000" marR="0" rtl="0" algn="l">
              <a:lnSpc>
                <a:spcPct val="100000"/>
              </a:lnSpc>
              <a:spcBef>
                <a:spcPts val="4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
        <p:nvSpPr>
          <p:cNvPr id="364" name="Google Shape;364;p97"/>
          <p:cNvSpPr/>
          <p:nvPr>
            <p:ph idx="4" type="pic"/>
          </p:nvPr>
        </p:nvSpPr>
        <p:spPr>
          <a:xfrm>
            <a:off x="428723" y="441123"/>
            <a:ext cx="2553600" cy="1917900"/>
          </a:xfrm>
          <a:prstGeom prst="rect">
            <a:avLst/>
          </a:prstGeom>
          <a:noFill/>
          <a:ln>
            <a:noFill/>
          </a:ln>
        </p:spPr>
      </p:sp>
      <p:sp>
        <p:nvSpPr>
          <p:cNvPr id="365" name="Google Shape;365;p97"/>
          <p:cNvSpPr/>
          <p:nvPr>
            <p:ph idx="5" type="pic"/>
          </p:nvPr>
        </p:nvSpPr>
        <p:spPr>
          <a:xfrm>
            <a:off x="3288723" y="441123"/>
            <a:ext cx="2553600" cy="1917900"/>
          </a:xfrm>
          <a:prstGeom prst="rect">
            <a:avLst/>
          </a:prstGeom>
          <a:noFill/>
          <a:ln>
            <a:noFill/>
          </a:ln>
        </p:spPr>
      </p:sp>
      <p:sp>
        <p:nvSpPr>
          <p:cNvPr id="366" name="Google Shape;366;p97"/>
          <p:cNvSpPr/>
          <p:nvPr>
            <p:ph idx="6" type="pic"/>
          </p:nvPr>
        </p:nvSpPr>
        <p:spPr>
          <a:xfrm>
            <a:off x="6161809" y="441123"/>
            <a:ext cx="2553600" cy="1917900"/>
          </a:xfrm>
          <a:prstGeom prst="rect">
            <a:avLst/>
          </a:prstGeom>
          <a:noFill/>
          <a:ln>
            <a:noFill/>
          </a:ln>
        </p:spPr>
      </p:sp>
      <p:sp>
        <p:nvSpPr>
          <p:cNvPr id="367" name="Google Shape;367;p97"/>
          <p:cNvSpPr txBox="1"/>
          <p:nvPr>
            <p:ph idx="11" type="ftr"/>
          </p:nvPr>
        </p:nvSpPr>
        <p:spPr>
          <a:xfrm>
            <a:off x="440100" y="4780973"/>
            <a:ext cx="3086100" cy="273900"/>
          </a:xfrm>
          <a:prstGeom prst="rect">
            <a:avLst/>
          </a:prstGeom>
          <a:noFill/>
          <a:ln>
            <a:noFill/>
          </a:ln>
        </p:spPr>
        <p:txBody>
          <a:bodyPr anchorCtr="0" anchor="ctr" bIns="34275" lIns="0"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2 column">
  <p:cSld name="Title and Content 2 column">
    <p:bg>
      <p:bgPr>
        <a:blipFill>
          <a:blip r:embed="rId2">
            <a:alphaModFix/>
          </a:blip>
          <a:stretch>
            <a:fillRect/>
          </a:stretch>
        </a:blipFill>
      </p:bgPr>
    </p:bg>
    <p:spTree>
      <p:nvGrpSpPr>
        <p:cNvPr id="368" name="Shape 368"/>
        <p:cNvGrpSpPr/>
        <p:nvPr/>
      </p:nvGrpSpPr>
      <p:grpSpPr>
        <a:xfrm>
          <a:off x="0" y="0"/>
          <a:ext cx="0" cy="0"/>
          <a:chOff x="0" y="0"/>
          <a:chExt cx="0" cy="0"/>
        </a:xfrm>
      </p:grpSpPr>
      <p:sp>
        <p:nvSpPr>
          <p:cNvPr id="369" name="Google Shape;369;p98"/>
          <p:cNvSpPr txBox="1"/>
          <p:nvPr>
            <p:ph idx="1" type="body"/>
          </p:nvPr>
        </p:nvSpPr>
        <p:spPr>
          <a:xfrm>
            <a:off x="313200" y="1409400"/>
            <a:ext cx="4158300" cy="29757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400"/>
              </a:spcBef>
              <a:spcAft>
                <a:spcPts val="0"/>
              </a:spcAft>
              <a:buClr>
                <a:schemeClr val="dk1"/>
              </a:buClr>
              <a:buSzPts val="1600"/>
              <a:buFont typeface="Arial"/>
              <a:buNone/>
              <a:defRPr b="0" i="0" sz="1100" u="none" cap="none" strike="noStrike">
                <a:solidFill>
                  <a:srgbClr val="000000"/>
                </a:solidFill>
                <a:latin typeface="Arial"/>
                <a:ea typeface="Arial"/>
                <a:cs typeface="Arial"/>
                <a:sym typeface="Arial"/>
              </a:defRPr>
            </a:lvl1pPr>
            <a:lvl2pPr indent="-228600" lvl="1" marL="914400" marR="0" rtl="0" algn="l">
              <a:lnSpc>
                <a:spcPct val="100000"/>
              </a:lnSpc>
              <a:spcBef>
                <a:spcPts val="40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2pPr>
            <a:lvl3pPr indent="-330200" lvl="2" marL="1371600" marR="0" rtl="0" algn="l">
              <a:lnSpc>
                <a:spcPct val="100000"/>
              </a:lnSpc>
              <a:spcBef>
                <a:spcPts val="4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3pPr>
            <a:lvl4pPr indent="-330200" lvl="3" marL="1828800" marR="0" rtl="0" algn="l">
              <a:lnSpc>
                <a:spcPct val="100000"/>
              </a:lnSpc>
              <a:spcBef>
                <a:spcPts val="4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4pPr>
            <a:lvl5pPr indent="-330200" lvl="4" marL="2286000" marR="0" rtl="0" algn="l">
              <a:lnSpc>
                <a:spcPct val="100000"/>
              </a:lnSpc>
              <a:spcBef>
                <a:spcPts val="4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
        <p:nvSpPr>
          <p:cNvPr id="370" name="Google Shape;370;p98"/>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1pPr>
            <a:lvl2pPr indent="0" lvl="1"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2pPr>
            <a:lvl3pPr indent="0" lvl="2"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3pPr>
            <a:lvl4pPr indent="0" lvl="3"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4pPr>
            <a:lvl5pPr indent="0" lvl="4"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5pPr>
            <a:lvl6pPr indent="0" lvl="5"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6pPr>
            <a:lvl7pPr indent="0" lvl="6"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7pPr>
            <a:lvl8pPr indent="0" lvl="7"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8pPr>
            <a:lvl9pPr indent="0" lvl="8" marL="0" marR="0" rtl="0" algn="ctr">
              <a:lnSpc>
                <a:spcPct val="100000"/>
              </a:lnSpc>
              <a:spcBef>
                <a:spcPts val="0"/>
              </a:spcBef>
              <a:spcAft>
                <a:spcPts val="0"/>
              </a:spcAft>
              <a:buClr>
                <a:srgbClr val="000000"/>
              </a:buClr>
              <a:buSzPts val="900"/>
              <a:buFont typeface="Arial"/>
              <a:buNone/>
              <a:defRPr b="1" i="0" sz="9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371" name="Google Shape;371;p98"/>
          <p:cNvSpPr txBox="1"/>
          <p:nvPr>
            <p:ph type="title"/>
          </p:nvPr>
        </p:nvSpPr>
        <p:spPr>
          <a:xfrm>
            <a:off x="440100" y="345600"/>
            <a:ext cx="7988400" cy="4152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2100"/>
              <a:buFont typeface="Arial"/>
              <a:buNone/>
              <a:defRPr b="0" i="0" sz="11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72" name="Google Shape;372;p98"/>
          <p:cNvSpPr txBox="1"/>
          <p:nvPr>
            <p:ph idx="2" type="body"/>
          </p:nvPr>
        </p:nvSpPr>
        <p:spPr>
          <a:xfrm>
            <a:off x="4698773" y="1409400"/>
            <a:ext cx="4158300" cy="29757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400"/>
              </a:spcBef>
              <a:spcAft>
                <a:spcPts val="0"/>
              </a:spcAft>
              <a:buClr>
                <a:schemeClr val="dk1"/>
              </a:buClr>
              <a:buSzPts val="1600"/>
              <a:buFont typeface="Arial"/>
              <a:buNone/>
              <a:defRPr b="0" i="0" sz="1100" u="none" cap="none" strike="noStrike">
                <a:solidFill>
                  <a:srgbClr val="000000"/>
                </a:solidFill>
                <a:latin typeface="Arial"/>
                <a:ea typeface="Arial"/>
                <a:cs typeface="Arial"/>
                <a:sym typeface="Arial"/>
              </a:defRPr>
            </a:lvl1pPr>
            <a:lvl2pPr indent="-228600" lvl="1" marL="914400" marR="0" rtl="0" algn="l">
              <a:lnSpc>
                <a:spcPct val="100000"/>
              </a:lnSpc>
              <a:spcBef>
                <a:spcPts val="40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2pPr>
            <a:lvl3pPr indent="-330200" lvl="2" marL="1371600" marR="0" rtl="0" algn="l">
              <a:lnSpc>
                <a:spcPct val="100000"/>
              </a:lnSpc>
              <a:spcBef>
                <a:spcPts val="4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3pPr>
            <a:lvl4pPr indent="-330200" lvl="3" marL="1828800" marR="0" rtl="0" algn="l">
              <a:lnSpc>
                <a:spcPct val="100000"/>
              </a:lnSpc>
              <a:spcBef>
                <a:spcPts val="4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4pPr>
            <a:lvl5pPr indent="-330200" lvl="4" marL="2286000" marR="0" rtl="0" algn="l">
              <a:lnSpc>
                <a:spcPct val="100000"/>
              </a:lnSpc>
              <a:spcBef>
                <a:spcPts val="4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
        <p:nvSpPr>
          <p:cNvPr id="373" name="Google Shape;373;p98"/>
          <p:cNvSpPr txBox="1"/>
          <p:nvPr>
            <p:ph idx="11" type="ftr"/>
          </p:nvPr>
        </p:nvSpPr>
        <p:spPr>
          <a:xfrm>
            <a:off x="440100" y="4780973"/>
            <a:ext cx="3086100" cy="273900"/>
          </a:xfrm>
          <a:prstGeom prst="rect">
            <a:avLst/>
          </a:prstGeom>
          <a:noFill/>
          <a:ln>
            <a:noFill/>
          </a:ln>
        </p:spPr>
        <p:txBody>
          <a:bodyPr anchorCtr="0" anchor="ctr" bIns="34275" lIns="0"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Tree>
  </p:cSld>
  <p:clrMapOvr>
    <a:masterClrMapping/>
  </p:clrMapOvr>
  <p:extLst>
    <p:ext uri="{DCECCB84-F9BA-43D5-87BE-67443E8EF086}">
      <p15:sldGuideLst>
        <p15:guide id="1" pos="2880">
          <p15:clr>
            <a:srgbClr val="FBAE40"/>
          </p15:clr>
        </p15:guide>
        <p15:guide id="2" pos="363">
          <p15:clr>
            <a:srgbClr val="FBAE40"/>
          </p15:clr>
        </p15:guide>
        <p15:guide id="3" pos="5397">
          <p15:clr>
            <a:srgbClr val="FBAE40"/>
          </p15:clr>
        </p15:guide>
      </p15:sldGuideLst>
    </p:ext>
  </p:extLst>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theme" Target="../theme/theme4.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56.xml"/><Relationship Id="rId21" Type="http://schemas.openxmlformats.org/officeDocument/2006/relationships/theme" Target="../theme/theme3.xml"/><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9" Type="http://schemas.openxmlformats.org/officeDocument/2006/relationships/slideLayout" Target="../slideLayouts/slideLayout45.xml"/><Relationship Id="rId5" Type="http://schemas.openxmlformats.org/officeDocument/2006/relationships/slideLayout" Target="../slideLayouts/slideLayout41.xml"/><Relationship Id="rId6" Type="http://schemas.openxmlformats.org/officeDocument/2006/relationships/slideLayout" Target="../slideLayouts/slideLayout42.xml"/><Relationship Id="rId7" Type="http://schemas.openxmlformats.org/officeDocument/2006/relationships/slideLayout" Target="../slideLayouts/slideLayout43.xml"/><Relationship Id="rId8" Type="http://schemas.openxmlformats.org/officeDocument/2006/relationships/slideLayout" Target="../slideLayouts/slideLayout44.xml"/><Relationship Id="rId11" Type="http://schemas.openxmlformats.org/officeDocument/2006/relationships/slideLayout" Target="../slideLayouts/slideLayout47.xml"/><Relationship Id="rId10" Type="http://schemas.openxmlformats.org/officeDocument/2006/relationships/slideLayout" Target="../slideLayouts/slideLayout46.xml"/><Relationship Id="rId13" Type="http://schemas.openxmlformats.org/officeDocument/2006/relationships/slideLayout" Target="../slideLayouts/slideLayout49.xml"/><Relationship Id="rId12" Type="http://schemas.openxmlformats.org/officeDocument/2006/relationships/slideLayout" Target="../slideLayouts/slideLayout48.xml"/><Relationship Id="rId15" Type="http://schemas.openxmlformats.org/officeDocument/2006/relationships/slideLayout" Target="../slideLayouts/slideLayout51.xml"/><Relationship Id="rId14" Type="http://schemas.openxmlformats.org/officeDocument/2006/relationships/slideLayout" Target="../slideLayouts/slideLayout50.xml"/><Relationship Id="rId17" Type="http://schemas.openxmlformats.org/officeDocument/2006/relationships/slideLayout" Target="../slideLayouts/slideLayout53.xml"/><Relationship Id="rId16" Type="http://schemas.openxmlformats.org/officeDocument/2006/relationships/slideLayout" Target="../slideLayouts/slideLayout52.xml"/><Relationship Id="rId19" Type="http://schemas.openxmlformats.org/officeDocument/2006/relationships/slideLayout" Target="../slideLayouts/slideLayout55.xml"/><Relationship Id="rId18" Type="http://schemas.openxmlformats.org/officeDocument/2006/relationships/slideLayout" Target="../slideLayouts/slideLayout54.xml"/></Relationships>
</file>

<file path=ppt/slideMasters/_rels/slideMaster3.xml.rels><?xml version="1.0" encoding="UTF-8" standalone="yes"?><Relationships xmlns="http://schemas.openxmlformats.org/package/2006/relationships"><Relationship Id="rId40" Type="http://schemas.openxmlformats.org/officeDocument/2006/relationships/theme" Target="../theme/theme1.xml"/><Relationship Id="rId20" Type="http://schemas.openxmlformats.org/officeDocument/2006/relationships/slideLayout" Target="../slideLayouts/slideLayout76.xml"/><Relationship Id="rId22" Type="http://schemas.openxmlformats.org/officeDocument/2006/relationships/slideLayout" Target="../slideLayouts/slideLayout78.xml"/><Relationship Id="rId21" Type="http://schemas.openxmlformats.org/officeDocument/2006/relationships/slideLayout" Target="../slideLayouts/slideLayout77.xml"/><Relationship Id="rId24" Type="http://schemas.openxmlformats.org/officeDocument/2006/relationships/slideLayout" Target="../slideLayouts/slideLayout80.xml"/><Relationship Id="rId23" Type="http://schemas.openxmlformats.org/officeDocument/2006/relationships/slideLayout" Target="../slideLayouts/slideLayout79.xml"/><Relationship Id="rId1" Type="http://schemas.openxmlformats.org/officeDocument/2006/relationships/slideLayout" Target="../slideLayouts/slideLayout57.xml"/><Relationship Id="rId2" Type="http://schemas.openxmlformats.org/officeDocument/2006/relationships/slideLayout" Target="../slideLayouts/slideLayout58.xml"/><Relationship Id="rId3" Type="http://schemas.openxmlformats.org/officeDocument/2006/relationships/slideLayout" Target="../slideLayouts/slideLayout59.xml"/><Relationship Id="rId4" Type="http://schemas.openxmlformats.org/officeDocument/2006/relationships/slideLayout" Target="../slideLayouts/slideLayout60.xml"/><Relationship Id="rId9" Type="http://schemas.openxmlformats.org/officeDocument/2006/relationships/slideLayout" Target="../slideLayouts/slideLayout65.xml"/><Relationship Id="rId26" Type="http://schemas.openxmlformats.org/officeDocument/2006/relationships/slideLayout" Target="../slideLayouts/slideLayout82.xml"/><Relationship Id="rId25" Type="http://schemas.openxmlformats.org/officeDocument/2006/relationships/slideLayout" Target="../slideLayouts/slideLayout81.xml"/><Relationship Id="rId28" Type="http://schemas.openxmlformats.org/officeDocument/2006/relationships/slideLayout" Target="../slideLayouts/slideLayout84.xml"/><Relationship Id="rId27" Type="http://schemas.openxmlformats.org/officeDocument/2006/relationships/slideLayout" Target="../slideLayouts/slideLayout83.xml"/><Relationship Id="rId5" Type="http://schemas.openxmlformats.org/officeDocument/2006/relationships/slideLayout" Target="../slideLayouts/slideLayout61.xml"/><Relationship Id="rId6" Type="http://schemas.openxmlformats.org/officeDocument/2006/relationships/slideLayout" Target="../slideLayouts/slideLayout62.xml"/><Relationship Id="rId29" Type="http://schemas.openxmlformats.org/officeDocument/2006/relationships/slideLayout" Target="../slideLayouts/slideLayout85.xml"/><Relationship Id="rId7" Type="http://schemas.openxmlformats.org/officeDocument/2006/relationships/slideLayout" Target="../slideLayouts/slideLayout63.xml"/><Relationship Id="rId8" Type="http://schemas.openxmlformats.org/officeDocument/2006/relationships/slideLayout" Target="../slideLayouts/slideLayout64.xml"/><Relationship Id="rId31" Type="http://schemas.openxmlformats.org/officeDocument/2006/relationships/slideLayout" Target="../slideLayouts/slideLayout87.xml"/><Relationship Id="rId30" Type="http://schemas.openxmlformats.org/officeDocument/2006/relationships/slideLayout" Target="../slideLayouts/slideLayout86.xml"/><Relationship Id="rId11" Type="http://schemas.openxmlformats.org/officeDocument/2006/relationships/slideLayout" Target="../slideLayouts/slideLayout67.xml"/><Relationship Id="rId33" Type="http://schemas.openxmlformats.org/officeDocument/2006/relationships/slideLayout" Target="../slideLayouts/slideLayout89.xml"/><Relationship Id="rId10" Type="http://schemas.openxmlformats.org/officeDocument/2006/relationships/slideLayout" Target="../slideLayouts/slideLayout66.xml"/><Relationship Id="rId32" Type="http://schemas.openxmlformats.org/officeDocument/2006/relationships/slideLayout" Target="../slideLayouts/slideLayout88.xml"/><Relationship Id="rId13" Type="http://schemas.openxmlformats.org/officeDocument/2006/relationships/slideLayout" Target="../slideLayouts/slideLayout69.xml"/><Relationship Id="rId35" Type="http://schemas.openxmlformats.org/officeDocument/2006/relationships/slideLayout" Target="../slideLayouts/slideLayout91.xml"/><Relationship Id="rId12" Type="http://schemas.openxmlformats.org/officeDocument/2006/relationships/slideLayout" Target="../slideLayouts/slideLayout68.xml"/><Relationship Id="rId34" Type="http://schemas.openxmlformats.org/officeDocument/2006/relationships/slideLayout" Target="../slideLayouts/slideLayout90.xml"/><Relationship Id="rId15" Type="http://schemas.openxmlformats.org/officeDocument/2006/relationships/slideLayout" Target="../slideLayouts/slideLayout71.xml"/><Relationship Id="rId37" Type="http://schemas.openxmlformats.org/officeDocument/2006/relationships/slideLayout" Target="../slideLayouts/slideLayout93.xml"/><Relationship Id="rId14" Type="http://schemas.openxmlformats.org/officeDocument/2006/relationships/slideLayout" Target="../slideLayouts/slideLayout70.xml"/><Relationship Id="rId36" Type="http://schemas.openxmlformats.org/officeDocument/2006/relationships/slideLayout" Target="../slideLayouts/slideLayout92.xml"/><Relationship Id="rId17" Type="http://schemas.openxmlformats.org/officeDocument/2006/relationships/slideLayout" Target="../slideLayouts/slideLayout73.xml"/><Relationship Id="rId39" Type="http://schemas.openxmlformats.org/officeDocument/2006/relationships/slideLayout" Target="../slideLayouts/slideLayout95.xml"/><Relationship Id="rId16" Type="http://schemas.openxmlformats.org/officeDocument/2006/relationships/slideLayout" Target="../slideLayouts/slideLayout72.xml"/><Relationship Id="rId38" Type="http://schemas.openxmlformats.org/officeDocument/2006/relationships/slideLayout" Target="../slideLayouts/slideLayout94.xml"/><Relationship Id="rId19" Type="http://schemas.openxmlformats.org/officeDocument/2006/relationships/slideLayout" Target="../slideLayouts/slideLayout75.xml"/><Relationship Id="rId18" Type="http://schemas.openxmlformats.org/officeDocument/2006/relationships/slideLayout" Target="../slideLayouts/slideLayout7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40100" y="345600"/>
            <a:ext cx="8328300" cy="415200"/>
          </a:xfrm>
          <a:prstGeom prst="rect">
            <a:avLst/>
          </a:prstGeom>
          <a:noFill/>
          <a:ln>
            <a:noFill/>
          </a:ln>
        </p:spPr>
        <p:txBody>
          <a:bodyPr anchorCtr="0" anchor="b" bIns="0" lIns="0" spcFirstLastPara="1" rIns="0" wrap="square" tIns="0">
            <a:normAutofit/>
          </a:bodyPr>
          <a:lstStyle>
            <a:lvl1pPr lvl="0" marR="0" rtl="0" algn="l">
              <a:lnSpc>
                <a:spcPct val="100000"/>
              </a:lnSpc>
              <a:spcBef>
                <a:spcPts val="0"/>
              </a:spcBef>
              <a:spcAft>
                <a:spcPts val="0"/>
              </a:spcAft>
              <a:buClr>
                <a:schemeClr val="dk2"/>
              </a:buClr>
              <a:buSzPts val="2100"/>
              <a:buFont typeface="Arial"/>
              <a:buNone/>
              <a:defRPr b="1" i="0" sz="21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40100" y="1204986"/>
            <a:ext cx="4270800" cy="32634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500"/>
              </a:spcBef>
              <a:spcAft>
                <a:spcPts val="0"/>
              </a:spcAft>
              <a:buClr>
                <a:schemeClr val="dk1"/>
              </a:buClr>
              <a:buSzPts val="1700"/>
              <a:buFont typeface="Arial"/>
              <a:buNone/>
              <a:defRPr b="1" i="0" sz="17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chemeClr val="accent3"/>
              </a:buClr>
              <a:buSzPts val="1700"/>
              <a:buFont typeface="Arial"/>
              <a:buNone/>
              <a:defRPr b="0" i="0" sz="1700" u="none" cap="none" strike="noStrike">
                <a:solidFill>
                  <a:schemeClr val="dk1"/>
                </a:solidFill>
                <a:latin typeface="Arial"/>
                <a:ea typeface="Arial"/>
                <a:cs typeface="Arial"/>
                <a:sym typeface="Arial"/>
              </a:defRPr>
            </a:lvl2pPr>
            <a:lvl3pPr indent="-336550" lvl="2" marL="1371600" marR="0" rtl="0" algn="l">
              <a:lnSpc>
                <a:spcPct val="100000"/>
              </a:lnSpc>
              <a:spcBef>
                <a:spcPts val="500"/>
              </a:spcBef>
              <a:spcAft>
                <a:spcPts val="0"/>
              </a:spcAft>
              <a:buClr>
                <a:schemeClr val="dk2"/>
              </a:buClr>
              <a:buSzPts val="1700"/>
              <a:buFont typeface="Arial"/>
              <a:buChar char="•"/>
              <a:defRPr b="0" i="0" sz="1700" u="none" cap="none" strike="noStrike">
                <a:solidFill>
                  <a:schemeClr val="dk1"/>
                </a:solidFill>
                <a:latin typeface="Arial"/>
                <a:ea typeface="Arial"/>
                <a:cs typeface="Arial"/>
                <a:sym typeface="Arial"/>
              </a:defRPr>
            </a:lvl3pPr>
            <a:lvl4pPr indent="-336550" lvl="3" marL="1828800" marR="0" rtl="0" algn="l">
              <a:lnSpc>
                <a:spcPct val="100000"/>
              </a:lnSpc>
              <a:spcBef>
                <a:spcPts val="500"/>
              </a:spcBef>
              <a:spcAft>
                <a:spcPts val="0"/>
              </a:spcAft>
              <a:buClr>
                <a:schemeClr val="dk2"/>
              </a:buClr>
              <a:buSzPts val="1700"/>
              <a:buFont typeface="Arial"/>
              <a:buChar char="•"/>
              <a:defRPr b="0" i="0" sz="1700" u="none" cap="none" strike="noStrike">
                <a:solidFill>
                  <a:schemeClr val="dk1"/>
                </a:solidFill>
                <a:latin typeface="Arial"/>
                <a:ea typeface="Arial"/>
                <a:cs typeface="Arial"/>
                <a:sym typeface="Arial"/>
              </a:defRPr>
            </a:lvl4pPr>
            <a:lvl5pPr indent="-336550" lvl="4" marL="2286000" marR="0" rtl="0" algn="l">
              <a:lnSpc>
                <a:spcPct val="100000"/>
              </a:lnSpc>
              <a:spcBef>
                <a:spcPts val="500"/>
              </a:spcBef>
              <a:spcAft>
                <a:spcPts val="0"/>
              </a:spcAft>
              <a:buClr>
                <a:schemeClr val="dk2"/>
              </a:buClr>
              <a:buSzPts val="1700"/>
              <a:buFont typeface="Arial"/>
              <a:buChar char="•"/>
              <a:defRPr b="0" i="0" sz="1700" u="none" cap="none" strike="noStrike">
                <a:solidFill>
                  <a:schemeClr val="dk1"/>
                </a:solidFill>
                <a:latin typeface="Arial"/>
                <a:ea typeface="Arial"/>
                <a:cs typeface="Arial"/>
                <a:sym typeface="Arial"/>
              </a:defRPr>
            </a:lvl5pPr>
            <a:lvl6pPr indent="-317500" lvl="5" marL="27432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Google Shape;8;p1"/>
          <p:cNvSpPr txBox="1"/>
          <p:nvPr>
            <p:ph idx="12" type="sldNum"/>
          </p:nvPr>
        </p:nvSpPr>
        <p:spPr>
          <a:xfrm>
            <a:off x="8398417" y="4773830"/>
            <a:ext cx="633900" cy="273900"/>
          </a:xfrm>
          <a:prstGeom prst="rect">
            <a:avLst/>
          </a:prstGeom>
          <a:noFill/>
          <a:ln>
            <a:noFill/>
          </a:ln>
        </p:spPr>
        <p:txBody>
          <a:bodyPr anchorCtr="0" anchor="ctr" bIns="0" lIns="0" spcFirstLastPara="1" rIns="0" wrap="square" tIns="0">
            <a:noAutofit/>
          </a:bodyPr>
          <a:lstStyle>
            <a:lvl1pPr indent="0" lvl="0" marL="0" marR="0" rtl="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1pPr>
            <a:lvl2pPr indent="0" lvl="1" marL="0" marR="0" rtl="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2pPr>
            <a:lvl3pPr indent="0" lvl="2" marL="0" marR="0" rtl="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3pPr>
            <a:lvl4pPr indent="0" lvl="3" marL="0" marR="0" rtl="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4pPr>
            <a:lvl5pPr indent="0" lvl="4" marL="0" marR="0" rtl="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5pPr>
            <a:lvl6pPr indent="0" lvl="5" marL="0" marR="0" rtl="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6pPr>
            <a:lvl7pPr indent="0" lvl="6" marL="0" marR="0" rtl="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7pPr>
            <a:lvl8pPr indent="0" lvl="7" marL="0" marR="0" rtl="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8pPr>
            <a:lvl9pPr indent="0" lvl="8" marL="0" marR="0" rtl="0" algn="ct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9" name="Google Shape;9;p1"/>
          <p:cNvSpPr txBox="1"/>
          <p:nvPr>
            <p:ph idx="11" type="ftr"/>
          </p:nvPr>
        </p:nvSpPr>
        <p:spPr>
          <a:xfrm>
            <a:off x="440100" y="4780973"/>
            <a:ext cx="3086100" cy="273900"/>
          </a:xfrm>
          <a:prstGeom prst="rect">
            <a:avLst/>
          </a:prstGeom>
          <a:noFill/>
          <a:ln>
            <a:noFill/>
          </a:ln>
        </p:spPr>
        <p:txBody>
          <a:bodyPr anchorCtr="0" anchor="ctr" bIns="34275" lIns="0"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363">
          <p15:clr>
            <a:srgbClr val="F26B43"/>
          </p15:clr>
        </p15:guide>
        <p15:guide id="2" pos="5397">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EEEEEE"/>
        </a:solidFill>
      </p:bgPr>
    </p:bg>
    <p:spTree>
      <p:nvGrpSpPr>
        <p:cNvPr id="169" name="Shape 169"/>
        <p:cNvGrpSpPr/>
        <p:nvPr/>
      </p:nvGrpSpPr>
      <p:grpSpPr>
        <a:xfrm>
          <a:off x="0" y="0"/>
          <a:ext cx="0" cy="0"/>
          <a:chOff x="0" y="0"/>
          <a:chExt cx="0" cy="0"/>
        </a:xfrm>
      </p:grpSpPr>
      <p:sp>
        <p:nvSpPr>
          <p:cNvPr id="170" name="Google Shape;170;p38"/>
          <p:cNvSpPr txBox="1"/>
          <p:nvPr>
            <p:ph type="title"/>
          </p:nvPr>
        </p:nvSpPr>
        <p:spPr>
          <a:xfrm>
            <a:off x="360000" y="360000"/>
            <a:ext cx="6847200" cy="2063700"/>
          </a:xfrm>
          <a:prstGeom prst="rect">
            <a:avLst/>
          </a:prstGeom>
          <a:noFill/>
          <a:ln>
            <a:noFill/>
          </a:ln>
        </p:spPr>
        <p:txBody>
          <a:bodyPr anchorCtr="0" anchor="t" bIns="91425" lIns="91425" spcFirstLastPara="1" rIns="91425" wrap="square" tIns="91425">
            <a:normAutofit/>
          </a:bodyPr>
          <a:lstStyle>
            <a:lvl1pPr lvl="0" marR="0" rtl="0" algn="l">
              <a:lnSpc>
                <a:spcPct val="90000"/>
              </a:lnSpc>
              <a:spcBef>
                <a:spcPts val="0"/>
              </a:spcBef>
              <a:spcAft>
                <a:spcPts val="0"/>
              </a:spcAft>
              <a:buClr>
                <a:schemeClr val="dk1"/>
              </a:buClr>
              <a:buSzPts val="6200"/>
              <a:buFont typeface="Work Sans SemiBold"/>
              <a:buNone/>
              <a:defRPr b="0" i="0" sz="6200" u="none" cap="none" strike="noStrike">
                <a:solidFill>
                  <a:schemeClr val="dk1"/>
                </a:solidFill>
                <a:latin typeface="Work Sans SemiBold"/>
                <a:ea typeface="Work Sans SemiBold"/>
                <a:cs typeface="Work Sans SemiBold"/>
                <a:sym typeface="Work Sans SemiBold"/>
              </a:defRPr>
            </a:lvl1pPr>
            <a:lvl2pPr lvl="1" marR="0" rtl="0" algn="l">
              <a:lnSpc>
                <a:spcPct val="90000"/>
              </a:lnSpc>
              <a:spcBef>
                <a:spcPts val="0"/>
              </a:spcBef>
              <a:spcAft>
                <a:spcPts val="0"/>
              </a:spcAft>
              <a:buClr>
                <a:schemeClr val="dk1"/>
              </a:buClr>
              <a:buSzPts val="6200"/>
              <a:buFont typeface="Work Sans SemiBold"/>
              <a:buNone/>
              <a:defRPr b="0" i="0" sz="6200" u="none" cap="none" strike="noStrike">
                <a:solidFill>
                  <a:schemeClr val="dk1"/>
                </a:solidFill>
                <a:latin typeface="Work Sans SemiBold"/>
                <a:ea typeface="Work Sans SemiBold"/>
                <a:cs typeface="Work Sans SemiBold"/>
                <a:sym typeface="Work Sans SemiBold"/>
              </a:defRPr>
            </a:lvl2pPr>
            <a:lvl3pPr lvl="2" marR="0" rtl="0" algn="l">
              <a:lnSpc>
                <a:spcPct val="90000"/>
              </a:lnSpc>
              <a:spcBef>
                <a:spcPts val="0"/>
              </a:spcBef>
              <a:spcAft>
                <a:spcPts val="0"/>
              </a:spcAft>
              <a:buClr>
                <a:schemeClr val="dk1"/>
              </a:buClr>
              <a:buSzPts val="6200"/>
              <a:buFont typeface="Work Sans SemiBold"/>
              <a:buNone/>
              <a:defRPr b="0" i="0" sz="6200" u="none" cap="none" strike="noStrike">
                <a:solidFill>
                  <a:schemeClr val="dk1"/>
                </a:solidFill>
                <a:latin typeface="Work Sans SemiBold"/>
                <a:ea typeface="Work Sans SemiBold"/>
                <a:cs typeface="Work Sans SemiBold"/>
                <a:sym typeface="Work Sans SemiBold"/>
              </a:defRPr>
            </a:lvl3pPr>
            <a:lvl4pPr lvl="3" marR="0" rtl="0" algn="l">
              <a:lnSpc>
                <a:spcPct val="90000"/>
              </a:lnSpc>
              <a:spcBef>
                <a:spcPts val="0"/>
              </a:spcBef>
              <a:spcAft>
                <a:spcPts val="0"/>
              </a:spcAft>
              <a:buClr>
                <a:schemeClr val="dk1"/>
              </a:buClr>
              <a:buSzPts val="6200"/>
              <a:buFont typeface="Work Sans SemiBold"/>
              <a:buNone/>
              <a:defRPr b="0" i="0" sz="6200" u="none" cap="none" strike="noStrike">
                <a:solidFill>
                  <a:schemeClr val="dk1"/>
                </a:solidFill>
                <a:latin typeface="Work Sans SemiBold"/>
                <a:ea typeface="Work Sans SemiBold"/>
                <a:cs typeface="Work Sans SemiBold"/>
                <a:sym typeface="Work Sans SemiBold"/>
              </a:defRPr>
            </a:lvl4pPr>
            <a:lvl5pPr lvl="4" marR="0" rtl="0" algn="l">
              <a:lnSpc>
                <a:spcPct val="90000"/>
              </a:lnSpc>
              <a:spcBef>
                <a:spcPts val="0"/>
              </a:spcBef>
              <a:spcAft>
                <a:spcPts val="0"/>
              </a:spcAft>
              <a:buClr>
                <a:schemeClr val="dk1"/>
              </a:buClr>
              <a:buSzPts val="6200"/>
              <a:buFont typeface="Work Sans SemiBold"/>
              <a:buNone/>
              <a:defRPr b="0" i="0" sz="6200" u="none" cap="none" strike="noStrike">
                <a:solidFill>
                  <a:schemeClr val="dk1"/>
                </a:solidFill>
                <a:latin typeface="Work Sans SemiBold"/>
                <a:ea typeface="Work Sans SemiBold"/>
                <a:cs typeface="Work Sans SemiBold"/>
                <a:sym typeface="Work Sans SemiBold"/>
              </a:defRPr>
            </a:lvl5pPr>
            <a:lvl6pPr lvl="5" marR="0" rtl="0" algn="l">
              <a:lnSpc>
                <a:spcPct val="90000"/>
              </a:lnSpc>
              <a:spcBef>
                <a:spcPts val="0"/>
              </a:spcBef>
              <a:spcAft>
                <a:spcPts val="0"/>
              </a:spcAft>
              <a:buClr>
                <a:schemeClr val="dk1"/>
              </a:buClr>
              <a:buSzPts val="6200"/>
              <a:buFont typeface="Work Sans SemiBold"/>
              <a:buNone/>
              <a:defRPr b="0" i="0" sz="6200" u="none" cap="none" strike="noStrike">
                <a:solidFill>
                  <a:schemeClr val="dk1"/>
                </a:solidFill>
                <a:latin typeface="Work Sans SemiBold"/>
                <a:ea typeface="Work Sans SemiBold"/>
                <a:cs typeface="Work Sans SemiBold"/>
                <a:sym typeface="Work Sans SemiBold"/>
              </a:defRPr>
            </a:lvl6pPr>
            <a:lvl7pPr lvl="6" marR="0" rtl="0" algn="l">
              <a:lnSpc>
                <a:spcPct val="90000"/>
              </a:lnSpc>
              <a:spcBef>
                <a:spcPts val="0"/>
              </a:spcBef>
              <a:spcAft>
                <a:spcPts val="0"/>
              </a:spcAft>
              <a:buClr>
                <a:schemeClr val="dk1"/>
              </a:buClr>
              <a:buSzPts val="6200"/>
              <a:buFont typeface="Work Sans SemiBold"/>
              <a:buNone/>
              <a:defRPr b="0" i="0" sz="6200" u="none" cap="none" strike="noStrike">
                <a:solidFill>
                  <a:schemeClr val="dk1"/>
                </a:solidFill>
                <a:latin typeface="Work Sans SemiBold"/>
                <a:ea typeface="Work Sans SemiBold"/>
                <a:cs typeface="Work Sans SemiBold"/>
                <a:sym typeface="Work Sans SemiBold"/>
              </a:defRPr>
            </a:lvl7pPr>
            <a:lvl8pPr lvl="7" marR="0" rtl="0" algn="l">
              <a:lnSpc>
                <a:spcPct val="90000"/>
              </a:lnSpc>
              <a:spcBef>
                <a:spcPts val="0"/>
              </a:spcBef>
              <a:spcAft>
                <a:spcPts val="0"/>
              </a:spcAft>
              <a:buClr>
                <a:schemeClr val="dk1"/>
              </a:buClr>
              <a:buSzPts val="6200"/>
              <a:buFont typeface="Work Sans SemiBold"/>
              <a:buNone/>
              <a:defRPr b="0" i="0" sz="6200" u="none" cap="none" strike="noStrike">
                <a:solidFill>
                  <a:schemeClr val="dk1"/>
                </a:solidFill>
                <a:latin typeface="Work Sans SemiBold"/>
                <a:ea typeface="Work Sans SemiBold"/>
                <a:cs typeface="Work Sans SemiBold"/>
                <a:sym typeface="Work Sans SemiBold"/>
              </a:defRPr>
            </a:lvl8pPr>
            <a:lvl9pPr lvl="8" marR="0" rtl="0" algn="l">
              <a:lnSpc>
                <a:spcPct val="90000"/>
              </a:lnSpc>
              <a:spcBef>
                <a:spcPts val="0"/>
              </a:spcBef>
              <a:spcAft>
                <a:spcPts val="0"/>
              </a:spcAft>
              <a:buClr>
                <a:schemeClr val="dk1"/>
              </a:buClr>
              <a:buSzPts val="6200"/>
              <a:buFont typeface="Work Sans SemiBold"/>
              <a:buNone/>
              <a:defRPr b="0" i="0" sz="6200" u="none" cap="none" strike="noStrike">
                <a:solidFill>
                  <a:schemeClr val="dk1"/>
                </a:solidFill>
                <a:latin typeface="Work Sans SemiBold"/>
                <a:ea typeface="Work Sans SemiBold"/>
                <a:cs typeface="Work Sans SemiBold"/>
                <a:sym typeface="Work Sans SemiBold"/>
              </a:defRPr>
            </a:lvl9pPr>
          </a:lstStyle>
          <a:p/>
        </p:txBody>
      </p:sp>
      <p:sp>
        <p:nvSpPr>
          <p:cNvPr id="171" name="Google Shape;171;p38"/>
          <p:cNvSpPr txBox="1"/>
          <p:nvPr>
            <p:ph idx="1" type="body"/>
          </p:nvPr>
        </p:nvSpPr>
        <p:spPr>
          <a:xfrm>
            <a:off x="360000" y="2423800"/>
            <a:ext cx="8472300" cy="24363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1"/>
              </a:buClr>
              <a:buSzPts val="1800"/>
              <a:buFont typeface="Work Sans"/>
              <a:buChar char="●"/>
              <a:defRPr b="0" i="0" sz="1800" u="none" cap="none" strike="noStrike">
                <a:solidFill>
                  <a:schemeClr val="dk1"/>
                </a:solidFill>
                <a:latin typeface="Work Sans"/>
                <a:ea typeface="Work Sans"/>
                <a:cs typeface="Work Sans"/>
                <a:sym typeface="Work Sans"/>
              </a:defRPr>
            </a:lvl1pPr>
            <a:lvl2pPr indent="-317500" lvl="1" marL="914400" marR="0" rtl="0" algn="l">
              <a:lnSpc>
                <a:spcPct val="115000"/>
              </a:lnSpc>
              <a:spcBef>
                <a:spcPts val="0"/>
              </a:spcBef>
              <a:spcAft>
                <a:spcPts val="0"/>
              </a:spcAft>
              <a:buClr>
                <a:schemeClr val="dk1"/>
              </a:buClr>
              <a:buSzPts val="1400"/>
              <a:buFont typeface="Work Sans"/>
              <a:buChar char="○"/>
              <a:defRPr b="0" i="0" sz="1400" u="none" cap="none" strike="noStrike">
                <a:solidFill>
                  <a:schemeClr val="dk1"/>
                </a:solidFill>
                <a:latin typeface="Work Sans"/>
                <a:ea typeface="Work Sans"/>
                <a:cs typeface="Work Sans"/>
                <a:sym typeface="Work Sans"/>
              </a:defRPr>
            </a:lvl2pPr>
            <a:lvl3pPr indent="-317500" lvl="2" marL="1371600" marR="0" rtl="0" algn="l">
              <a:lnSpc>
                <a:spcPct val="115000"/>
              </a:lnSpc>
              <a:spcBef>
                <a:spcPts val="0"/>
              </a:spcBef>
              <a:spcAft>
                <a:spcPts val="0"/>
              </a:spcAft>
              <a:buClr>
                <a:schemeClr val="dk1"/>
              </a:buClr>
              <a:buSzPts val="1400"/>
              <a:buFont typeface="Work Sans"/>
              <a:buChar char="■"/>
              <a:defRPr b="0" i="0" sz="1400" u="none" cap="none" strike="noStrike">
                <a:solidFill>
                  <a:schemeClr val="dk1"/>
                </a:solidFill>
                <a:latin typeface="Work Sans"/>
                <a:ea typeface="Work Sans"/>
                <a:cs typeface="Work Sans"/>
                <a:sym typeface="Work Sans"/>
              </a:defRPr>
            </a:lvl3pPr>
            <a:lvl4pPr indent="-317500" lvl="3" marL="1828800" marR="0" rtl="0" algn="l">
              <a:lnSpc>
                <a:spcPct val="115000"/>
              </a:lnSpc>
              <a:spcBef>
                <a:spcPts val="0"/>
              </a:spcBef>
              <a:spcAft>
                <a:spcPts val="0"/>
              </a:spcAft>
              <a:buClr>
                <a:schemeClr val="dk1"/>
              </a:buClr>
              <a:buSzPts val="1400"/>
              <a:buFont typeface="Work Sans"/>
              <a:buChar char="●"/>
              <a:defRPr b="0" i="0" sz="1400" u="none" cap="none" strike="noStrike">
                <a:solidFill>
                  <a:schemeClr val="dk1"/>
                </a:solidFill>
                <a:latin typeface="Work Sans"/>
                <a:ea typeface="Work Sans"/>
                <a:cs typeface="Work Sans"/>
                <a:sym typeface="Work Sans"/>
              </a:defRPr>
            </a:lvl4pPr>
            <a:lvl5pPr indent="-317500" lvl="4" marL="2286000" marR="0" rtl="0" algn="l">
              <a:lnSpc>
                <a:spcPct val="115000"/>
              </a:lnSpc>
              <a:spcBef>
                <a:spcPts val="0"/>
              </a:spcBef>
              <a:spcAft>
                <a:spcPts val="0"/>
              </a:spcAft>
              <a:buClr>
                <a:schemeClr val="dk1"/>
              </a:buClr>
              <a:buSzPts val="1400"/>
              <a:buFont typeface="Work Sans"/>
              <a:buChar char="○"/>
              <a:defRPr b="0" i="0" sz="1400" u="none" cap="none" strike="noStrike">
                <a:solidFill>
                  <a:schemeClr val="dk1"/>
                </a:solidFill>
                <a:latin typeface="Work Sans"/>
                <a:ea typeface="Work Sans"/>
                <a:cs typeface="Work Sans"/>
                <a:sym typeface="Work Sans"/>
              </a:defRPr>
            </a:lvl5pPr>
            <a:lvl6pPr indent="-317500" lvl="5" marL="2743200" marR="0" rtl="0" algn="l">
              <a:lnSpc>
                <a:spcPct val="115000"/>
              </a:lnSpc>
              <a:spcBef>
                <a:spcPts val="0"/>
              </a:spcBef>
              <a:spcAft>
                <a:spcPts val="0"/>
              </a:spcAft>
              <a:buClr>
                <a:schemeClr val="dk1"/>
              </a:buClr>
              <a:buSzPts val="1400"/>
              <a:buFont typeface="Work Sans"/>
              <a:buChar char="■"/>
              <a:defRPr b="0" i="0" sz="1400" u="none" cap="none" strike="noStrike">
                <a:solidFill>
                  <a:schemeClr val="dk1"/>
                </a:solidFill>
                <a:latin typeface="Work Sans"/>
                <a:ea typeface="Work Sans"/>
                <a:cs typeface="Work Sans"/>
                <a:sym typeface="Work Sans"/>
              </a:defRPr>
            </a:lvl6pPr>
            <a:lvl7pPr indent="-317500" lvl="6" marL="3200400" marR="0" rtl="0" algn="l">
              <a:lnSpc>
                <a:spcPct val="115000"/>
              </a:lnSpc>
              <a:spcBef>
                <a:spcPts val="0"/>
              </a:spcBef>
              <a:spcAft>
                <a:spcPts val="0"/>
              </a:spcAft>
              <a:buClr>
                <a:schemeClr val="dk1"/>
              </a:buClr>
              <a:buSzPts val="1400"/>
              <a:buFont typeface="Work Sans"/>
              <a:buChar char="●"/>
              <a:defRPr b="0" i="0" sz="1400" u="none" cap="none" strike="noStrike">
                <a:solidFill>
                  <a:schemeClr val="dk1"/>
                </a:solidFill>
                <a:latin typeface="Work Sans"/>
                <a:ea typeface="Work Sans"/>
                <a:cs typeface="Work Sans"/>
                <a:sym typeface="Work Sans"/>
              </a:defRPr>
            </a:lvl7pPr>
            <a:lvl8pPr indent="-317500" lvl="7" marL="3657600" marR="0" rtl="0" algn="l">
              <a:lnSpc>
                <a:spcPct val="115000"/>
              </a:lnSpc>
              <a:spcBef>
                <a:spcPts val="0"/>
              </a:spcBef>
              <a:spcAft>
                <a:spcPts val="0"/>
              </a:spcAft>
              <a:buClr>
                <a:schemeClr val="dk1"/>
              </a:buClr>
              <a:buSzPts val="1400"/>
              <a:buFont typeface="Work Sans"/>
              <a:buChar char="○"/>
              <a:defRPr b="0" i="0" sz="1400" u="none" cap="none" strike="noStrike">
                <a:solidFill>
                  <a:schemeClr val="dk1"/>
                </a:solidFill>
                <a:latin typeface="Work Sans"/>
                <a:ea typeface="Work Sans"/>
                <a:cs typeface="Work Sans"/>
                <a:sym typeface="Work Sans"/>
              </a:defRPr>
            </a:lvl8pPr>
            <a:lvl9pPr indent="-317500" lvl="8" marL="4114800" marR="0" rtl="0" algn="l">
              <a:lnSpc>
                <a:spcPct val="115000"/>
              </a:lnSpc>
              <a:spcBef>
                <a:spcPts val="0"/>
              </a:spcBef>
              <a:spcAft>
                <a:spcPts val="0"/>
              </a:spcAft>
              <a:buClr>
                <a:schemeClr val="dk1"/>
              </a:buClr>
              <a:buSzPts val="1400"/>
              <a:buFont typeface="Work Sans"/>
              <a:buChar char="■"/>
              <a:defRPr b="0" i="0" sz="1400" u="none" cap="none" strike="noStrike">
                <a:solidFill>
                  <a:schemeClr val="dk1"/>
                </a:solidFill>
                <a:latin typeface="Work Sans"/>
                <a:ea typeface="Work Sans"/>
                <a:cs typeface="Work Sans"/>
                <a:sym typeface="Work Sans"/>
              </a:defRPr>
            </a:lvl9pPr>
          </a:lstStyle>
          <a:p/>
        </p:txBody>
      </p:sp>
      <p:sp>
        <p:nvSpPr>
          <p:cNvPr id="172" name="Google Shape;172;p38"/>
          <p:cNvSpPr txBox="1"/>
          <p:nvPr>
            <p:ph idx="12" type="sldNum"/>
          </p:nvPr>
        </p:nvSpPr>
        <p:spPr>
          <a:xfrm>
            <a:off x="8784000" y="4860025"/>
            <a:ext cx="360000" cy="283500"/>
          </a:xfrm>
          <a:prstGeom prst="rect">
            <a:avLst/>
          </a:prstGeom>
          <a:noFill/>
          <a:ln>
            <a:noFill/>
          </a:ln>
        </p:spPr>
        <p:txBody>
          <a:bodyPr anchorCtr="0" anchor="t" bIns="91425" lIns="91425" spcFirstLastPara="1" rIns="91425" wrap="square" tIns="91425">
            <a:noAutofit/>
          </a:bodyPr>
          <a:lstStyle>
            <a:lvl1pPr indent="0" lvl="0" marL="0" marR="0" rtl="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1pPr>
            <a:lvl2pPr indent="0" lvl="1" marL="0" marR="0" rtl="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2pPr>
            <a:lvl3pPr indent="0" lvl="2" marL="0" marR="0" rtl="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3pPr>
            <a:lvl4pPr indent="0" lvl="3" marL="0" marR="0" rtl="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4pPr>
            <a:lvl5pPr indent="0" lvl="4" marL="0" marR="0" rtl="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5pPr>
            <a:lvl6pPr indent="0" lvl="5" marL="0" marR="0" rtl="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6pPr>
            <a:lvl7pPr indent="0" lvl="6" marL="0" marR="0" rtl="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7pPr>
            <a:lvl8pPr indent="0" lvl="7" marL="0" marR="0" rtl="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8pPr>
            <a:lvl9pPr indent="0" lvl="8" marL="0" marR="0" rtl="0" algn="ctr">
              <a:lnSpc>
                <a:spcPct val="80000"/>
              </a:lnSpc>
              <a:spcBef>
                <a:spcPts val="0"/>
              </a:spcBef>
              <a:spcAft>
                <a:spcPts val="0"/>
              </a:spcAft>
              <a:buClr>
                <a:srgbClr val="000000"/>
              </a:buClr>
              <a:buSzPts val="900"/>
              <a:buFont typeface="Arial"/>
              <a:buNone/>
              <a:defRPr b="0" i="0" sz="1000" u="none" cap="none" strike="noStrike">
                <a:solidFill>
                  <a:schemeClr val="dk1"/>
                </a:solidFill>
                <a:latin typeface="Work Sans"/>
                <a:ea typeface="Work Sans"/>
                <a:cs typeface="Work Sans"/>
                <a:sym typeface="Work Sans"/>
              </a:defRPr>
            </a:lvl9pPr>
          </a:lstStyle>
          <a:p>
            <a:pPr indent="0" lvl="0" marL="0" rtl="0" algn="ct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27">
          <p15:clr>
            <a:srgbClr val="E46962"/>
          </p15:clr>
        </p15:guide>
        <p15:guide id="2" pos="5533">
          <p15:clr>
            <a:srgbClr val="E46962"/>
          </p15:clr>
        </p15:guide>
        <p15:guide id="3" orient="horz" pos="227">
          <p15:clr>
            <a:srgbClr val="E46962"/>
          </p15:clr>
        </p15:guide>
        <p15:guide id="4" orient="horz" pos="3061">
          <p15:clr>
            <a:srgbClr val="E46962"/>
          </p15:clr>
        </p15:guide>
        <p15:guide id="5" orient="horz" pos="1527">
          <p15:clr>
            <a:srgbClr val="E46962"/>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19" r:id="rId16"/>
    <p:sldLayoutId id="2147483720" r:id="rId17"/>
    <p:sldLayoutId id="2147483721" r:id="rId18"/>
    <p:sldLayoutId id="2147483722" r:id="rId19"/>
    <p:sldLayoutId id="2147483723" r:id="rId20"/>
    <p:sldLayoutId id="2147483724" r:id="rId21"/>
    <p:sldLayoutId id="2147483725" r:id="rId22"/>
    <p:sldLayoutId id="2147483726" r:id="rId23"/>
    <p:sldLayoutId id="2147483727" r:id="rId24"/>
    <p:sldLayoutId id="2147483728" r:id="rId25"/>
    <p:sldLayoutId id="2147483729" r:id="rId26"/>
    <p:sldLayoutId id="2147483730" r:id="rId27"/>
    <p:sldLayoutId id="2147483731" r:id="rId28"/>
    <p:sldLayoutId id="2147483732" r:id="rId29"/>
    <p:sldLayoutId id="2147483733" r:id="rId30"/>
    <p:sldLayoutId id="2147483734" r:id="rId31"/>
    <p:sldLayoutId id="2147483735" r:id="rId32"/>
    <p:sldLayoutId id="2147483736" r:id="rId33"/>
    <p:sldLayoutId id="2147483737" r:id="rId34"/>
    <p:sldLayoutId id="2147483738" r:id="rId35"/>
    <p:sldLayoutId id="2147483739" r:id="rId36"/>
    <p:sldLayoutId id="2147483740" r:id="rId37"/>
    <p:sldLayoutId id="2147483741" r:id="rId38"/>
    <p:sldLayoutId id="2147483742"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9.png"/><Relationship Id="rId6" Type="http://schemas.openxmlformats.org/officeDocument/2006/relationships/image" Target="../media/image2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32.jpg"/><Relationship Id="rId4" Type="http://schemas.openxmlformats.org/officeDocument/2006/relationships/image" Target="../media/image3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64.png"/><Relationship Id="rId4" Type="http://schemas.openxmlformats.org/officeDocument/2006/relationships/image" Target="../media/image40.png"/><Relationship Id="rId5" Type="http://schemas.openxmlformats.org/officeDocument/2006/relationships/image" Target="../media/image36.jpg"/><Relationship Id="rId6" Type="http://schemas.openxmlformats.org/officeDocument/2006/relationships/image" Target="../media/image3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11.xml"/><Relationship Id="rId3" Type="http://schemas.openxmlformats.org/officeDocument/2006/relationships/image" Target="../media/image4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12.xml"/><Relationship Id="rId3" Type="http://schemas.openxmlformats.org/officeDocument/2006/relationships/image" Target="../media/image4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3.xml"/><Relationship Id="rId3" Type="http://schemas.openxmlformats.org/officeDocument/2006/relationships/image" Target="../media/image41.png"/><Relationship Id="rId4" Type="http://schemas.openxmlformats.org/officeDocument/2006/relationships/image" Target="../media/image58.png"/><Relationship Id="rId5" Type="http://schemas.openxmlformats.org/officeDocument/2006/relationships/image" Target="../media/image3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3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16.xml"/><Relationship Id="rId3" Type="http://schemas.openxmlformats.org/officeDocument/2006/relationships/image" Target="../media/image3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37.png"/><Relationship Id="rId4" Type="http://schemas.openxmlformats.org/officeDocument/2006/relationships/image" Target="../media/image30.png"/><Relationship Id="rId5" Type="http://schemas.openxmlformats.org/officeDocument/2006/relationships/image" Target="../media/image57.png"/><Relationship Id="rId6" Type="http://schemas.openxmlformats.org/officeDocument/2006/relationships/image" Target="../media/image43.png"/><Relationship Id="rId7" Type="http://schemas.openxmlformats.org/officeDocument/2006/relationships/image" Target="../media/image46.png"/><Relationship Id="rId8" Type="http://schemas.openxmlformats.org/officeDocument/2006/relationships/image" Target="../media/image5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18.xml"/><Relationship Id="rId3" Type="http://schemas.openxmlformats.org/officeDocument/2006/relationships/image" Target="../media/image37.png"/><Relationship Id="rId4" Type="http://schemas.openxmlformats.org/officeDocument/2006/relationships/image" Target="../media/image30.png"/><Relationship Id="rId9" Type="http://schemas.openxmlformats.org/officeDocument/2006/relationships/image" Target="../media/image68.png"/><Relationship Id="rId5" Type="http://schemas.openxmlformats.org/officeDocument/2006/relationships/image" Target="../media/image57.png"/><Relationship Id="rId6" Type="http://schemas.openxmlformats.org/officeDocument/2006/relationships/image" Target="../media/image43.png"/><Relationship Id="rId7" Type="http://schemas.openxmlformats.org/officeDocument/2006/relationships/image" Target="../media/image46.png"/><Relationship Id="rId8" Type="http://schemas.openxmlformats.org/officeDocument/2006/relationships/image" Target="../media/image5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9.xml"/><Relationship Id="rId3" Type="http://schemas.openxmlformats.org/officeDocument/2006/relationships/image" Target="../media/image5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1.xml"/><Relationship Id="rId3" Type="http://schemas.openxmlformats.org/officeDocument/2006/relationships/image" Target="../media/image60.png"/><Relationship Id="rId4" Type="http://schemas.openxmlformats.org/officeDocument/2006/relationships/image" Target="../media/image52.png"/><Relationship Id="rId9" Type="http://schemas.openxmlformats.org/officeDocument/2006/relationships/image" Target="../media/image65.png"/><Relationship Id="rId5" Type="http://schemas.openxmlformats.org/officeDocument/2006/relationships/image" Target="../media/image61.png"/><Relationship Id="rId6" Type="http://schemas.openxmlformats.org/officeDocument/2006/relationships/image" Target="../media/image56.png"/><Relationship Id="rId7" Type="http://schemas.openxmlformats.org/officeDocument/2006/relationships/image" Target="../media/image62.png"/><Relationship Id="rId8" Type="http://schemas.openxmlformats.org/officeDocument/2006/relationships/image" Target="../media/image6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2.xml"/><Relationship Id="rId3" Type="http://schemas.openxmlformats.org/officeDocument/2006/relationships/image" Target="../media/image6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 Id="rId3" Type="http://schemas.openxmlformats.org/officeDocument/2006/relationships/image" Target="../media/image3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6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99"/>
          <p:cNvSpPr txBox="1"/>
          <p:nvPr>
            <p:ph type="ctrTitle"/>
          </p:nvPr>
        </p:nvSpPr>
        <p:spPr>
          <a:xfrm>
            <a:off x="594394" y="3481088"/>
            <a:ext cx="7973400" cy="1102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2"/>
              </a:buClr>
              <a:buSzPts val="3000"/>
              <a:buFont typeface="Arial"/>
              <a:buNone/>
            </a:pPr>
            <a:r>
              <a:rPr lang="en-GB"/>
              <a:t>Data Science Accelerator </a:t>
            </a:r>
            <a:br>
              <a:rPr lang="en-GB"/>
            </a:br>
            <a:r>
              <a:rPr lang="en-GB"/>
              <a:t>Launch Session 23 July 2026 </a:t>
            </a:r>
            <a:endParaRPr/>
          </a:p>
          <a:p>
            <a:pPr indent="0" lvl="0" marL="0" rtl="0" algn="l">
              <a:lnSpc>
                <a:spcPct val="100000"/>
              </a:lnSpc>
              <a:spcBef>
                <a:spcPts val="0"/>
              </a:spcBef>
              <a:spcAft>
                <a:spcPts val="0"/>
              </a:spcAft>
              <a:buClr>
                <a:schemeClr val="dk2"/>
              </a:buClr>
              <a:buSzPts val="3000"/>
              <a:buFont typeface="Arial"/>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100"/>
          <p:cNvSpPr txBox="1"/>
          <p:nvPr>
            <p:ph idx="12" type="sldNum"/>
          </p:nvPr>
        </p:nvSpPr>
        <p:spPr>
          <a:xfrm>
            <a:off x="6298813" y="3580373"/>
            <a:ext cx="475500" cy="205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Clr>
                <a:srgbClr val="000000"/>
              </a:buClr>
              <a:buSzPts val="900"/>
              <a:buFont typeface="Arial"/>
              <a:buNone/>
            </a:pPr>
            <a:fld id="{00000000-1234-1234-1234-123412341234}" type="slidenum">
              <a:rPr lang="en-GB"/>
              <a:t>‹#›</a:t>
            </a:fld>
            <a:endParaRPr/>
          </a:p>
        </p:txBody>
      </p:sp>
      <p:pic>
        <p:nvPicPr>
          <p:cNvPr descr="Change from AI Accelerator to Data Scientist" id="386" name="Google Shape;386;p100"/>
          <p:cNvPicPr preferRelativeResize="0"/>
          <p:nvPr/>
        </p:nvPicPr>
        <p:blipFill rotWithShape="1">
          <a:blip r:embed="rId3">
            <a:alphaModFix/>
          </a:blip>
          <a:srcRect b="0" l="0" r="0" t="0"/>
          <a:stretch/>
        </p:blipFill>
        <p:spPr>
          <a:xfrm>
            <a:off x="0" y="0"/>
            <a:ext cx="9144000" cy="47738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101"/>
          <p:cNvSpPr txBox="1"/>
          <p:nvPr>
            <p:ph type="title"/>
          </p:nvPr>
        </p:nvSpPr>
        <p:spPr>
          <a:xfrm>
            <a:off x="440099" y="345600"/>
            <a:ext cx="6573300" cy="510600"/>
          </a:xfrm>
          <a:prstGeom prst="rect">
            <a:avLst/>
          </a:prstGeom>
          <a:noFill/>
          <a:ln>
            <a:noFill/>
          </a:ln>
        </p:spPr>
        <p:txBody>
          <a:bodyPr anchorCtr="0" anchor="b" bIns="0" lIns="0" spcFirstLastPara="1" rIns="0" wrap="square" tIns="0">
            <a:normAutofit/>
          </a:bodyPr>
          <a:lstStyle/>
          <a:p>
            <a:pPr indent="0" lvl="0" marL="0" rtl="0" algn="l">
              <a:lnSpc>
                <a:spcPct val="100000"/>
              </a:lnSpc>
              <a:spcBef>
                <a:spcPts val="300"/>
              </a:spcBef>
              <a:spcAft>
                <a:spcPts val="0"/>
              </a:spcAft>
              <a:buSzPts val="1500"/>
              <a:buNone/>
            </a:pPr>
            <a:r>
              <a:rPr lang="en-GB" sz="2700">
                <a:solidFill>
                  <a:schemeClr val="dk1"/>
                </a:solidFill>
              </a:rPr>
              <a:t>Programme Overview</a:t>
            </a:r>
            <a:r>
              <a:rPr lang="en-GB"/>
              <a:t> </a:t>
            </a:r>
            <a:endParaRPr/>
          </a:p>
        </p:txBody>
      </p:sp>
      <p:sp>
        <p:nvSpPr>
          <p:cNvPr id="393" name="Google Shape;393;p101"/>
          <p:cNvSpPr/>
          <p:nvPr/>
        </p:nvSpPr>
        <p:spPr>
          <a:xfrm>
            <a:off x="2164963" y="2248112"/>
            <a:ext cx="594300" cy="36900"/>
          </a:xfrm>
          <a:prstGeom prst="roundRect">
            <a:avLst>
              <a:gd fmla="val 50000" name="adj"/>
            </a:avLst>
          </a:prstGeom>
          <a:solidFill>
            <a:srgbClr val="701C7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grpSp>
        <p:nvGrpSpPr>
          <p:cNvPr id="394" name="Google Shape;394;p101"/>
          <p:cNvGrpSpPr/>
          <p:nvPr/>
        </p:nvGrpSpPr>
        <p:grpSpPr>
          <a:xfrm>
            <a:off x="2699422" y="1957150"/>
            <a:ext cx="1709102" cy="1897977"/>
            <a:chOff x="2699423" y="1957150"/>
            <a:chExt cx="1709102" cy="1897977"/>
          </a:xfrm>
        </p:grpSpPr>
        <p:sp>
          <p:nvSpPr>
            <p:cNvPr id="395" name="Google Shape;395;p101"/>
            <p:cNvSpPr/>
            <p:nvPr/>
          </p:nvSpPr>
          <p:spPr>
            <a:xfrm>
              <a:off x="3256823" y="1957150"/>
              <a:ext cx="594300" cy="594300"/>
            </a:xfrm>
            <a:prstGeom prst="ellipse">
              <a:avLst/>
            </a:prstGeom>
            <a:noFill/>
            <a:ln cap="flat" cmpd="sng" w="38100">
              <a:solidFill>
                <a:srgbClr val="701C7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96" name="Google Shape;396;p101"/>
            <p:cNvSpPr txBox="1"/>
            <p:nvPr/>
          </p:nvSpPr>
          <p:spPr>
            <a:xfrm>
              <a:off x="2699425" y="2660925"/>
              <a:ext cx="1709100" cy="4464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100"/>
                <a:buFont typeface="Arial"/>
                <a:buNone/>
              </a:pPr>
              <a:r>
                <a:rPr b="1" i="0" lang="en-GB" sz="1100" u="none" cap="none" strike="noStrike">
                  <a:solidFill>
                    <a:srgbClr val="701C7F"/>
                  </a:solidFill>
                  <a:latin typeface="Arial"/>
                  <a:ea typeface="Arial"/>
                  <a:cs typeface="Arial"/>
                  <a:sym typeface="Arial"/>
                </a:rPr>
                <a:t>Mid Programme Review</a:t>
              </a:r>
              <a:endParaRPr b="1" i="0" sz="1100" u="none" cap="none" strike="noStrike">
                <a:solidFill>
                  <a:srgbClr val="701C7F"/>
                </a:solidFill>
                <a:latin typeface="Arial"/>
                <a:ea typeface="Arial"/>
                <a:cs typeface="Arial"/>
                <a:sym typeface="Arial"/>
              </a:endParaRPr>
            </a:p>
          </p:txBody>
        </p:sp>
        <p:sp>
          <p:nvSpPr>
            <p:cNvPr id="397" name="Google Shape;397;p101"/>
            <p:cNvSpPr txBox="1"/>
            <p:nvPr/>
          </p:nvSpPr>
          <p:spPr>
            <a:xfrm>
              <a:off x="2699423" y="3117727"/>
              <a:ext cx="1709100" cy="737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Clr>
                  <a:srgbClr val="000000"/>
                </a:buClr>
                <a:buSzPts val="900"/>
                <a:buFont typeface="Arial"/>
                <a:buNone/>
              </a:pPr>
              <a:r>
                <a:rPr b="0" i="0" lang="en-GB" sz="900" u="none" cap="none" strike="noStrike">
                  <a:solidFill>
                    <a:srgbClr val="701C7F"/>
                  </a:solidFill>
                  <a:latin typeface="Arial"/>
                  <a:ea typeface="Arial"/>
                  <a:cs typeface="Arial"/>
                  <a:sym typeface="Arial"/>
                </a:rPr>
                <a:t>Collate feedback from both participants and line managers. As part of the programmes continuous improvements mechanism</a:t>
              </a:r>
              <a:endParaRPr b="0" i="0" sz="900" u="none" cap="none" strike="noStrike">
                <a:solidFill>
                  <a:srgbClr val="701C7F"/>
                </a:solidFill>
                <a:latin typeface="Roboto"/>
                <a:ea typeface="Roboto"/>
                <a:cs typeface="Roboto"/>
                <a:sym typeface="Roboto"/>
              </a:endParaRPr>
            </a:p>
          </p:txBody>
        </p:sp>
        <p:sp>
          <p:nvSpPr>
            <p:cNvPr id="398" name="Google Shape;398;p101"/>
            <p:cNvSpPr txBox="1"/>
            <p:nvPr/>
          </p:nvSpPr>
          <p:spPr>
            <a:xfrm>
              <a:off x="3329826" y="2047000"/>
              <a:ext cx="436800" cy="2874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1600"/>
                </a:spcAft>
                <a:buClr>
                  <a:srgbClr val="000000"/>
                </a:buClr>
                <a:buSzPts val="900"/>
                <a:buFont typeface="Arial"/>
                <a:buNone/>
              </a:pPr>
              <a:r>
                <a:rPr b="1" lang="en-GB" sz="900">
                  <a:solidFill>
                    <a:srgbClr val="701C7F"/>
                  </a:solidFill>
                </a:rPr>
                <a:t>Date</a:t>
              </a:r>
              <a:endParaRPr b="1" i="0" sz="900" u="none" cap="none" strike="noStrike">
                <a:solidFill>
                  <a:srgbClr val="701C7F"/>
                </a:solidFill>
                <a:latin typeface="Arial"/>
                <a:ea typeface="Arial"/>
                <a:cs typeface="Arial"/>
                <a:sym typeface="Arial"/>
              </a:endParaRPr>
            </a:p>
          </p:txBody>
        </p:sp>
      </p:grpSp>
      <p:grpSp>
        <p:nvGrpSpPr>
          <p:cNvPr id="399" name="Google Shape;399;p101"/>
          <p:cNvGrpSpPr/>
          <p:nvPr/>
        </p:nvGrpSpPr>
        <p:grpSpPr>
          <a:xfrm>
            <a:off x="4781409" y="1969400"/>
            <a:ext cx="1709105" cy="1885725"/>
            <a:chOff x="4781408" y="1969400"/>
            <a:chExt cx="1709105" cy="1885725"/>
          </a:xfrm>
        </p:grpSpPr>
        <p:sp>
          <p:nvSpPr>
            <p:cNvPr id="400" name="Google Shape;400;p101"/>
            <p:cNvSpPr/>
            <p:nvPr/>
          </p:nvSpPr>
          <p:spPr>
            <a:xfrm>
              <a:off x="5260199" y="1969400"/>
              <a:ext cx="685800" cy="617700"/>
            </a:xfrm>
            <a:prstGeom prst="ellipse">
              <a:avLst/>
            </a:prstGeom>
            <a:noFill/>
            <a:ln cap="flat" cmpd="sng" w="38100">
              <a:solidFill>
                <a:srgbClr val="85858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1" lang="en-GB" sz="800">
                  <a:solidFill>
                    <a:srgbClr val="858585"/>
                  </a:solidFill>
                </a:rPr>
                <a:t>(TBD)</a:t>
              </a:r>
              <a:endParaRPr b="1" sz="800">
                <a:solidFill>
                  <a:srgbClr val="858585"/>
                </a:solidFill>
              </a:endParaRPr>
            </a:p>
          </p:txBody>
        </p:sp>
        <p:sp>
          <p:nvSpPr>
            <p:cNvPr id="401" name="Google Shape;401;p101"/>
            <p:cNvSpPr txBox="1"/>
            <p:nvPr/>
          </p:nvSpPr>
          <p:spPr>
            <a:xfrm>
              <a:off x="4781413" y="2660925"/>
              <a:ext cx="1709100" cy="4464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100"/>
                <a:buFont typeface="Arial"/>
                <a:buNone/>
              </a:pPr>
              <a:r>
                <a:rPr b="1" i="0" lang="en-GB" sz="1100" u="none" cap="none" strike="noStrike">
                  <a:solidFill>
                    <a:srgbClr val="858585"/>
                  </a:solidFill>
                  <a:latin typeface="Arial"/>
                  <a:ea typeface="Arial"/>
                  <a:cs typeface="Arial"/>
                  <a:sym typeface="Arial"/>
                </a:rPr>
                <a:t>Graduation </a:t>
              </a:r>
              <a:endParaRPr b="1" i="0" sz="1100" u="none" cap="none" strike="noStrike">
                <a:solidFill>
                  <a:srgbClr val="858585"/>
                </a:solidFill>
                <a:latin typeface="Arial"/>
                <a:ea typeface="Arial"/>
                <a:cs typeface="Arial"/>
                <a:sym typeface="Arial"/>
              </a:endParaRPr>
            </a:p>
          </p:txBody>
        </p:sp>
        <p:sp>
          <p:nvSpPr>
            <p:cNvPr id="402" name="Google Shape;402;p101"/>
            <p:cNvSpPr txBox="1"/>
            <p:nvPr/>
          </p:nvSpPr>
          <p:spPr>
            <a:xfrm>
              <a:off x="4781408" y="3117725"/>
              <a:ext cx="1709100" cy="7374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1600"/>
                </a:spcAft>
                <a:buClr>
                  <a:schemeClr val="dk1"/>
                </a:buClr>
                <a:buSzPts val="800"/>
                <a:buFont typeface="Arial"/>
                <a:buNone/>
              </a:pPr>
              <a:r>
                <a:rPr b="0" i="0" lang="en-GB" sz="900" u="none" cap="none" strike="noStrike">
                  <a:solidFill>
                    <a:srgbClr val="858585"/>
                  </a:solidFill>
                  <a:latin typeface="Arial"/>
                  <a:ea typeface="Arial"/>
                  <a:cs typeface="Arial"/>
                  <a:sym typeface="Arial"/>
                </a:rPr>
                <a:t>Cohort Graduation a chance for the participants to celebrate their success in front of their peers and line managers</a:t>
              </a:r>
              <a:endParaRPr b="0" i="0" sz="900" u="none" cap="none" strike="noStrike">
                <a:solidFill>
                  <a:srgbClr val="858585"/>
                </a:solidFill>
                <a:latin typeface="Arial"/>
                <a:ea typeface="Arial"/>
                <a:cs typeface="Arial"/>
                <a:sym typeface="Arial"/>
              </a:endParaRPr>
            </a:p>
          </p:txBody>
        </p:sp>
      </p:grpSp>
      <p:grpSp>
        <p:nvGrpSpPr>
          <p:cNvPr id="403" name="Google Shape;403;p101"/>
          <p:cNvGrpSpPr/>
          <p:nvPr/>
        </p:nvGrpSpPr>
        <p:grpSpPr>
          <a:xfrm>
            <a:off x="6863410" y="1969400"/>
            <a:ext cx="1709102" cy="1976227"/>
            <a:chOff x="6863386" y="1878900"/>
            <a:chExt cx="1709102" cy="1976227"/>
          </a:xfrm>
        </p:grpSpPr>
        <p:sp>
          <p:nvSpPr>
            <p:cNvPr id="404" name="Google Shape;404;p101"/>
            <p:cNvSpPr/>
            <p:nvPr/>
          </p:nvSpPr>
          <p:spPr>
            <a:xfrm>
              <a:off x="7420611" y="1878900"/>
              <a:ext cx="594300" cy="594300"/>
            </a:xfrm>
            <a:prstGeom prst="ellipse">
              <a:avLst/>
            </a:prstGeom>
            <a:noFill/>
            <a:ln cap="flat" cmpd="sng" w="38100">
              <a:solidFill>
                <a:srgbClr val="85858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05" name="Google Shape;405;p101"/>
            <p:cNvSpPr txBox="1"/>
            <p:nvPr/>
          </p:nvSpPr>
          <p:spPr>
            <a:xfrm>
              <a:off x="6863388" y="2660925"/>
              <a:ext cx="1709100" cy="4464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100"/>
                <a:buFont typeface="Arial"/>
                <a:buNone/>
              </a:pPr>
              <a:r>
                <a:rPr b="1" i="0" lang="en-GB" sz="1100" u="none" cap="none" strike="noStrike">
                  <a:solidFill>
                    <a:srgbClr val="858585"/>
                  </a:solidFill>
                  <a:latin typeface="Arial"/>
                  <a:ea typeface="Arial"/>
                  <a:cs typeface="Arial"/>
                  <a:sym typeface="Arial"/>
                </a:rPr>
                <a:t>Review </a:t>
              </a:r>
              <a:endParaRPr b="1" i="0" sz="1100" u="none" cap="none" strike="noStrike">
                <a:solidFill>
                  <a:srgbClr val="858585"/>
                </a:solidFill>
                <a:latin typeface="Arial"/>
                <a:ea typeface="Arial"/>
                <a:cs typeface="Arial"/>
                <a:sym typeface="Arial"/>
              </a:endParaRPr>
            </a:p>
          </p:txBody>
        </p:sp>
        <p:sp>
          <p:nvSpPr>
            <p:cNvPr id="406" name="Google Shape;406;p101"/>
            <p:cNvSpPr txBox="1"/>
            <p:nvPr/>
          </p:nvSpPr>
          <p:spPr>
            <a:xfrm>
              <a:off x="6863386" y="3117727"/>
              <a:ext cx="1709100" cy="737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Clr>
                  <a:schemeClr val="dk1"/>
                </a:buClr>
                <a:buSzPts val="800"/>
                <a:buFont typeface="Arial"/>
                <a:buNone/>
              </a:pPr>
              <a:r>
                <a:rPr b="0" i="0" lang="en-GB" sz="900" u="none" cap="none" strike="noStrike">
                  <a:solidFill>
                    <a:srgbClr val="858585"/>
                  </a:solidFill>
                  <a:latin typeface="Arial"/>
                  <a:ea typeface="Arial"/>
                  <a:cs typeface="Arial"/>
                  <a:sym typeface="Arial"/>
                </a:rPr>
                <a:t>Programme review and lessons learnt to inform the next cohort</a:t>
              </a:r>
              <a:endParaRPr b="0" i="0" sz="900" u="none" cap="none" strike="noStrike">
                <a:solidFill>
                  <a:srgbClr val="858585"/>
                </a:solidFill>
                <a:latin typeface="Arial"/>
                <a:ea typeface="Arial"/>
                <a:cs typeface="Arial"/>
                <a:sym typeface="Arial"/>
              </a:endParaRPr>
            </a:p>
          </p:txBody>
        </p:sp>
        <p:sp>
          <p:nvSpPr>
            <p:cNvPr id="407" name="Google Shape;407;p101"/>
            <p:cNvSpPr txBox="1"/>
            <p:nvPr/>
          </p:nvSpPr>
          <p:spPr>
            <a:xfrm>
              <a:off x="7460051" y="1965452"/>
              <a:ext cx="515400" cy="4212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1600"/>
                </a:spcAft>
                <a:buClr>
                  <a:srgbClr val="000000"/>
                </a:buClr>
                <a:buSzPts val="900"/>
                <a:buFont typeface="Arial"/>
                <a:buNone/>
              </a:pPr>
              <a:r>
                <a:rPr b="1" lang="en-GB" sz="900">
                  <a:solidFill>
                    <a:srgbClr val="858585"/>
                  </a:solidFill>
                </a:rPr>
                <a:t>Date </a:t>
              </a:r>
              <a:endParaRPr b="1" i="0" sz="900" u="none" cap="none" strike="noStrike">
                <a:solidFill>
                  <a:srgbClr val="858585"/>
                </a:solidFill>
                <a:latin typeface="Arial"/>
                <a:ea typeface="Arial"/>
                <a:cs typeface="Arial"/>
                <a:sym typeface="Arial"/>
              </a:endParaRPr>
            </a:p>
          </p:txBody>
        </p:sp>
      </p:grpSp>
      <p:sp>
        <p:nvSpPr>
          <p:cNvPr id="408" name="Google Shape;408;p101"/>
          <p:cNvSpPr/>
          <p:nvPr/>
        </p:nvSpPr>
        <p:spPr>
          <a:xfrm>
            <a:off x="4337175" y="2248112"/>
            <a:ext cx="594300" cy="36900"/>
          </a:xfrm>
          <a:prstGeom prst="roundRect">
            <a:avLst>
              <a:gd fmla="val 50000" name="adj"/>
            </a:avLst>
          </a:prstGeom>
          <a:solidFill>
            <a:srgbClr val="85858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09" name="Google Shape;409;p101"/>
          <p:cNvSpPr/>
          <p:nvPr/>
        </p:nvSpPr>
        <p:spPr>
          <a:xfrm>
            <a:off x="6419150" y="2248112"/>
            <a:ext cx="594300" cy="36900"/>
          </a:xfrm>
          <a:prstGeom prst="roundRect">
            <a:avLst>
              <a:gd fmla="val 50000" name="adj"/>
            </a:avLst>
          </a:prstGeom>
          <a:solidFill>
            <a:srgbClr val="85858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descr="Rocket with solid fill" id="410" name="Google Shape;410;p101"/>
          <p:cNvPicPr preferRelativeResize="0"/>
          <p:nvPr/>
        </p:nvPicPr>
        <p:blipFill rotWithShape="1">
          <a:blip r:embed="rId3">
            <a:alphaModFix/>
          </a:blip>
          <a:srcRect b="0" l="0" r="0" t="0"/>
          <a:stretch/>
        </p:blipFill>
        <p:spPr>
          <a:xfrm rot="-600724">
            <a:off x="1305110" y="1392483"/>
            <a:ext cx="522149" cy="534970"/>
          </a:xfrm>
          <a:prstGeom prst="rect">
            <a:avLst/>
          </a:prstGeom>
          <a:noFill/>
          <a:ln>
            <a:noFill/>
          </a:ln>
        </p:spPr>
      </p:pic>
      <p:pic>
        <p:nvPicPr>
          <p:cNvPr descr="Graduation cap with solid fill" id="411" name="Google Shape;411;p101"/>
          <p:cNvPicPr preferRelativeResize="0"/>
          <p:nvPr/>
        </p:nvPicPr>
        <p:blipFill rotWithShape="1">
          <a:blip r:embed="rId4">
            <a:alphaModFix/>
          </a:blip>
          <a:srcRect b="0" l="0" r="0" t="0"/>
          <a:stretch/>
        </p:blipFill>
        <p:spPr>
          <a:xfrm>
            <a:off x="5292926" y="1271300"/>
            <a:ext cx="685800" cy="685800"/>
          </a:xfrm>
          <a:prstGeom prst="rect">
            <a:avLst/>
          </a:prstGeom>
          <a:noFill/>
          <a:ln>
            <a:noFill/>
          </a:ln>
        </p:spPr>
      </p:pic>
      <p:pic>
        <p:nvPicPr>
          <p:cNvPr descr="Customer review with solid fill" id="412" name="Google Shape;412;p101"/>
          <p:cNvPicPr preferRelativeResize="0"/>
          <p:nvPr/>
        </p:nvPicPr>
        <p:blipFill rotWithShape="1">
          <a:blip r:embed="rId5">
            <a:alphaModFix/>
          </a:blip>
          <a:srcRect b="0" l="0" r="0" t="0"/>
          <a:stretch/>
        </p:blipFill>
        <p:spPr>
          <a:xfrm>
            <a:off x="3210980" y="1362826"/>
            <a:ext cx="685800" cy="594285"/>
          </a:xfrm>
          <a:prstGeom prst="rect">
            <a:avLst/>
          </a:prstGeom>
          <a:noFill/>
          <a:ln>
            <a:noFill/>
          </a:ln>
        </p:spPr>
      </p:pic>
      <p:pic>
        <p:nvPicPr>
          <p:cNvPr descr="Rating 3 Star with solid fill" id="413" name="Google Shape;413;p101"/>
          <p:cNvPicPr preferRelativeResize="0"/>
          <p:nvPr/>
        </p:nvPicPr>
        <p:blipFill rotWithShape="1">
          <a:blip r:embed="rId6">
            <a:alphaModFix/>
          </a:blip>
          <a:srcRect b="0" l="0" r="0" t="0"/>
          <a:stretch/>
        </p:blipFill>
        <p:spPr>
          <a:xfrm>
            <a:off x="7374863" y="1271312"/>
            <a:ext cx="685800" cy="685800"/>
          </a:xfrm>
          <a:prstGeom prst="rect">
            <a:avLst/>
          </a:prstGeom>
          <a:noFill/>
          <a:ln>
            <a:noFill/>
          </a:ln>
        </p:spPr>
      </p:pic>
      <p:grpSp>
        <p:nvGrpSpPr>
          <p:cNvPr id="414" name="Google Shape;414;p101"/>
          <p:cNvGrpSpPr/>
          <p:nvPr/>
        </p:nvGrpSpPr>
        <p:grpSpPr>
          <a:xfrm>
            <a:off x="592697" y="1957150"/>
            <a:ext cx="1755000" cy="1897977"/>
            <a:chOff x="571536" y="1957150"/>
            <a:chExt cx="1755000" cy="1897977"/>
          </a:xfrm>
        </p:grpSpPr>
        <p:sp>
          <p:nvSpPr>
            <p:cNvPr id="415" name="Google Shape;415;p101"/>
            <p:cNvSpPr/>
            <p:nvPr/>
          </p:nvSpPr>
          <p:spPr>
            <a:xfrm>
              <a:off x="1151886" y="1957150"/>
              <a:ext cx="594300" cy="594300"/>
            </a:xfrm>
            <a:prstGeom prst="ellipse">
              <a:avLst/>
            </a:prstGeom>
            <a:noFill/>
            <a:ln cap="flat" cmpd="sng" w="38100">
              <a:solidFill>
                <a:srgbClr val="701C7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16" name="Google Shape;416;p101"/>
            <p:cNvSpPr txBox="1"/>
            <p:nvPr/>
          </p:nvSpPr>
          <p:spPr>
            <a:xfrm>
              <a:off x="594488" y="2660925"/>
              <a:ext cx="1709100" cy="4464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100"/>
                <a:buFont typeface="Arial"/>
                <a:buNone/>
              </a:pPr>
              <a:r>
                <a:rPr b="1" i="0" lang="en-GB" sz="1100" u="none" cap="none" strike="noStrike">
                  <a:solidFill>
                    <a:srgbClr val="701C7F"/>
                  </a:solidFill>
                  <a:latin typeface="Arial"/>
                  <a:ea typeface="Arial"/>
                  <a:cs typeface="Arial"/>
                  <a:sym typeface="Arial"/>
                </a:rPr>
                <a:t>Programme Launch</a:t>
              </a:r>
              <a:endParaRPr b="1" i="0" sz="1100" u="none" cap="none" strike="noStrike">
                <a:solidFill>
                  <a:srgbClr val="701C7F"/>
                </a:solidFill>
                <a:latin typeface="Arial"/>
                <a:ea typeface="Arial"/>
                <a:cs typeface="Arial"/>
                <a:sym typeface="Arial"/>
              </a:endParaRPr>
            </a:p>
          </p:txBody>
        </p:sp>
        <p:sp>
          <p:nvSpPr>
            <p:cNvPr id="417" name="Google Shape;417;p101"/>
            <p:cNvSpPr txBox="1"/>
            <p:nvPr/>
          </p:nvSpPr>
          <p:spPr>
            <a:xfrm>
              <a:off x="571536" y="3117727"/>
              <a:ext cx="1755000" cy="7374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900"/>
                <a:buFont typeface="Arial"/>
                <a:buNone/>
              </a:pPr>
              <a:r>
                <a:rPr b="0" i="0" lang="en-GB" sz="900" u="none" cap="none" strike="noStrike">
                  <a:solidFill>
                    <a:srgbClr val="701C7F"/>
                  </a:solidFill>
                  <a:latin typeface="Arial"/>
                  <a:ea typeface="Arial"/>
                  <a:cs typeface="Arial"/>
                  <a:sym typeface="Arial"/>
                </a:rPr>
                <a:t>25 Participants successfully start on the programme, weekly feedback and supplier reviews</a:t>
              </a:r>
              <a:endParaRPr b="1" i="0" sz="900" u="none" cap="none" strike="noStrike">
                <a:solidFill>
                  <a:srgbClr val="701C7F"/>
                </a:solidFill>
                <a:latin typeface="Arial"/>
                <a:ea typeface="Arial"/>
                <a:cs typeface="Arial"/>
                <a:sym typeface="Arial"/>
              </a:endParaRPr>
            </a:p>
            <a:p>
              <a:pPr indent="0" lvl="0" marL="0" marR="0" rtl="0" algn="ctr">
                <a:lnSpc>
                  <a:spcPct val="115000"/>
                </a:lnSpc>
                <a:spcBef>
                  <a:spcPts val="1600"/>
                </a:spcBef>
                <a:spcAft>
                  <a:spcPts val="0"/>
                </a:spcAft>
                <a:buClr>
                  <a:srgbClr val="000000"/>
                </a:buClr>
                <a:buSzPts val="800"/>
                <a:buFont typeface="Arial"/>
                <a:buNone/>
              </a:pPr>
              <a:r>
                <a:t/>
              </a:r>
              <a:endParaRPr b="0" i="0" sz="800" u="none" cap="none" strike="noStrike">
                <a:solidFill>
                  <a:srgbClr val="701C7F"/>
                </a:solidFill>
                <a:latin typeface="Roboto"/>
                <a:ea typeface="Roboto"/>
                <a:cs typeface="Roboto"/>
                <a:sym typeface="Roboto"/>
              </a:endParaRPr>
            </a:p>
            <a:p>
              <a:pPr indent="0" lvl="0" marL="0" marR="0" rtl="0" algn="ctr">
                <a:lnSpc>
                  <a:spcPct val="115000"/>
                </a:lnSpc>
                <a:spcBef>
                  <a:spcPts val="1600"/>
                </a:spcBef>
                <a:spcAft>
                  <a:spcPts val="1600"/>
                </a:spcAft>
                <a:buClr>
                  <a:schemeClr val="dk1"/>
                </a:buClr>
                <a:buSzPts val="800"/>
                <a:buFont typeface="Arial"/>
                <a:buNone/>
              </a:pPr>
              <a:r>
                <a:rPr b="0" i="0" lang="en-GB" sz="800" u="none" cap="none" strike="noStrike">
                  <a:solidFill>
                    <a:srgbClr val="701C7F"/>
                  </a:solidFill>
                  <a:latin typeface="Roboto"/>
                  <a:ea typeface="Roboto"/>
                  <a:cs typeface="Roboto"/>
                  <a:sym typeface="Roboto"/>
                </a:rPr>
                <a:t> </a:t>
              </a:r>
              <a:endParaRPr b="0" i="0" sz="800" u="none" cap="none" strike="noStrike">
                <a:solidFill>
                  <a:srgbClr val="701C7F"/>
                </a:solidFill>
                <a:latin typeface="Roboto"/>
                <a:ea typeface="Roboto"/>
                <a:cs typeface="Roboto"/>
                <a:sym typeface="Roboto"/>
              </a:endParaRPr>
            </a:p>
          </p:txBody>
        </p:sp>
        <p:sp>
          <p:nvSpPr>
            <p:cNvPr id="418" name="Google Shape;418;p101"/>
            <p:cNvSpPr txBox="1"/>
            <p:nvPr/>
          </p:nvSpPr>
          <p:spPr>
            <a:xfrm>
              <a:off x="1151890" y="2038149"/>
              <a:ext cx="594300" cy="3210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1600"/>
                </a:spcAft>
                <a:buClr>
                  <a:srgbClr val="000000"/>
                </a:buClr>
                <a:buSzPts val="900"/>
                <a:buFont typeface="Arial"/>
                <a:buNone/>
              </a:pPr>
              <a:r>
                <a:rPr b="1" lang="en-GB" sz="900">
                  <a:solidFill>
                    <a:srgbClr val="701C7F"/>
                  </a:solidFill>
                </a:rPr>
                <a:t>23/07</a:t>
              </a:r>
              <a:r>
                <a:rPr b="1" i="0" lang="en-GB" sz="900" u="none" cap="none" strike="noStrike">
                  <a:solidFill>
                    <a:srgbClr val="701C7F"/>
                  </a:solidFill>
                  <a:latin typeface="Arial"/>
                  <a:ea typeface="Arial"/>
                  <a:cs typeface="Arial"/>
                  <a:sym typeface="Arial"/>
                </a:rPr>
                <a:t> </a:t>
              </a:r>
              <a:endParaRPr b="1" i="0" sz="900" u="none" cap="none" strike="noStrike">
                <a:solidFill>
                  <a:srgbClr val="701C7F"/>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pic>
        <p:nvPicPr>
          <p:cNvPr id="423" name="Google Shape;423;p102"/>
          <p:cNvPicPr preferRelativeResize="0"/>
          <p:nvPr/>
        </p:nvPicPr>
        <p:blipFill rotWithShape="1">
          <a:blip r:embed="rId3">
            <a:alphaModFix/>
          </a:blip>
          <a:srcRect b="15605" l="0" r="0" t="0"/>
          <a:stretch/>
        </p:blipFill>
        <p:spPr>
          <a:xfrm>
            <a:off x="0" y="0"/>
            <a:ext cx="9144003" cy="5143501"/>
          </a:xfrm>
          <a:prstGeom prst="rect">
            <a:avLst/>
          </a:prstGeom>
          <a:noFill/>
          <a:ln>
            <a:noFill/>
          </a:ln>
        </p:spPr>
      </p:pic>
      <p:sp>
        <p:nvSpPr>
          <p:cNvPr id="424" name="Google Shape;424;p102"/>
          <p:cNvSpPr/>
          <p:nvPr/>
        </p:nvSpPr>
        <p:spPr>
          <a:xfrm>
            <a:off x="0" y="0"/>
            <a:ext cx="9144000" cy="5143500"/>
          </a:xfrm>
          <a:prstGeom prst="rect">
            <a:avLst/>
          </a:prstGeom>
          <a:solidFill>
            <a:srgbClr val="010101">
              <a:alpha val="51765"/>
            </a:srgbClr>
          </a:solidFill>
          <a:ln>
            <a:noFill/>
          </a:ln>
          <a:effectLst>
            <a:outerShdw blurRad="57150" rotWithShape="0" algn="bl" dir="5400000" dist="19050">
              <a:srgbClr val="000000"/>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102"/>
          <p:cNvSpPr txBox="1"/>
          <p:nvPr>
            <p:ph type="ctrTitle"/>
          </p:nvPr>
        </p:nvSpPr>
        <p:spPr>
          <a:xfrm>
            <a:off x="360000" y="360000"/>
            <a:ext cx="4587900" cy="28785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SzPts val="1400"/>
              <a:buNone/>
            </a:pPr>
            <a:r>
              <a:rPr lang="en-GB" sz="5700">
                <a:latin typeface="Work Sans SemiBold"/>
                <a:ea typeface="Work Sans SemiBold"/>
                <a:cs typeface="Work Sans SemiBold"/>
                <a:sym typeface="Work Sans SemiBold"/>
              </a:rPr>
              <a:t>Data Science Accelerator.</a:t>
            </a:r>
            <a:endParaRPr sz="5700">
              <a:latin typeface="Work Sans SemiBold"/>
              <a:ea typeface="Work Sans SemiBold"/>
              <a:cs typeface="Work Sans SemiBold"/>
              <a:sym typeface="Work Sans SemiBold"/>
            </a:endParaRPr>
          </a:p>
        </p:txBody>
      </p:sp>
      <p:pic>
        <p:nvPicPr>
          <p:cNvPr id="426" name="Google Shape;426;p102"/>
          <p:cNvPicPr preferRelativeResize="0"/>
          <p:nvPr/>
        </p:nvPicPr>
        <p:blipFill rotWithShape="1">
          <a:blip r:embed="rId4">
            <a:alphaModFix/>
          </a:blip>
          <a:srcRect b="0" l="0" r="0" t="0"/>
          <a:stretch/>
        </p:blipFill>
        <p:spPr>
          <a:xfrm>
            <a:off x="7382600" y="3458625"/>
            <a:ext cx="1401400" cy="1401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pic>
        <p:nvPicPr>
          <p:cNvPr id="431" name="Google Shape;431;p103"/>
          <p:cNvPicPr preferRelativeResize="0"/>
          <p:nvPr/>
        </p:nvPicPr>
        <p:blipFill rotWithShape="1">
          <a:blip r:embed="rId3">
            <a:alphaModFix/>
          </a:blip>
          <a:srcRect b="13337" l="22042" r="40458" t="0"/>
          <a:stretch/>
        </p:blipFill>
        <p:spPr>
          <a:xfrm>
            <a:off x="5715000" y="-14406"/>
            <a:ext cx="3429002" cy="5157905"/>
          </a:xfrm>
          <a:prstGeom prst="rect">
            <a:avLst/>
          </a:prstGeom>
          <a:noFill/>
          <a:ln>
            <a:noFill/>
          </a:ln>
        </p:spPr>
      </p:pic>
      <p:cxnSp>
        <p:nvCxnSpPr>
          <p:cNvPr id="432" name="Google Shape;432;p103"/>
          <p:cNvCxnSpPr/>
          <p:nvPr/>
        </p:nvCxnSpPr>
        <p:spPr>
          <a:xfrm>
            <a:off x="349925" y="5178035"/>
            <a:ext cx="0" cy="374700"/>
          </a:xfrm>
          <a:prstGeom prst="straightConnector1">
            <a:avLst/>
          </a:prstGeom>
          <a:noFill/>
          <a:ln cap="flat" cmpd="sng" w="17850">
            <a:solidFill>
              <a:srgbClr val="6D9EEB"/>
            </a:solidFill>
            <a:prstDash val="dot"/>
            <a:round/>
            <a:headEnd len="sm" w="sm" type="none"/>
            <a:tailEnd len="sm" w="sm" type="none"/>
          </a:ln>
        </p:spPr>
      </p:cxnSp>
      <p:cxnSp>
        <p:nvCxnSpPr>
          <p:cNvPr id="433" name="Google Shape;433;p103"/>
          <p:cNvCxnSpPr/>
          <p:nvPr/>
        </p:nvCxnSpPr>
        <p:spPr>
          <a:xfrm>
            <a:off x="8777600" y="5175099"/>
            <a:ext cx="0" cy="374700"/>
          </a:xfrm>
          <a:prstGeom prst="straightConnector1">
            <a:avLst/>
          </a:prstGeom>
          <a:noFill/>
          <a:ln cap="flat" cmpd="sng" w="17850">
            <a:solidFill>
              <a:srgbClr val="6D9EEB"/>
            </a:solidFill>
            <a:prstDash val="dot"/>
            <a:round/>
            <a:headEnd len="sm" w="sm" type="none"/>
            <a:tailEnd len="sm" w="sm" type="none"/>
          </a:ln>
        </p:spPr>
      </p:cxnSp>
      <p:cxnSp>
        <p:nvCxnSpPr>
          <p:cNvPr id="434" name="Google Shape;434;p103"/>
          <p:cNvCxnSpPr/>
          <p:nvPr/>
        </p:nvCxnSpPr>
        <p:spPr>
          <a:xfrm rot="10800000">
            <a:off x="9198925" y="4798800"/>
            <a:ext cx="709500" cy="0"/>
          </a:xfrm>
          <a:prstGeom prst="straightConnector1">
            <a:avLst/>
          </a:prstGeom>
          <a:noFill/>
          <a:ln cap="flat" cmpd="sng" w="17850">
            <a:solidFill>
              <a:srgbClr val="6D9EEB"/>
            </a:solidFill>
            <a:prstDash val="dot"/>
            <a:round/>
            <a:headEnd len="sm" w="sm" type="none"/>
            <a:tailEnd len="sm" w="sm" type="none"/>
          </a:ln>
        </p:spPr>
      </p:cxnSp>
      <p:cxnSp>
        <p:nvCxnSpPr>
          <p:cNvPr id="435" name="Google Shape;435;p103"/>
          <p:cNvCxnSpPr/>
          <p:nvPr/>
        </p:nvCxnSpPr>
        <p:spPr>
          <a:xfrm rot="10800000">
            <a:off x="-774518" y="4798800"/>
            <a:ext cx="709500" cy="0"/>
          </a:xfrm>
          <a:prstGeom prst="straightConnector1">
            <a:avLst/>
          </a:prstGeom>
          <a:noFill/>
          <a:ln cap="flat" cmpd="sng" w="17850">
            <a:solidFill>
              <a:srgbClr val="6D9EEB"/>
            </a:solidFill>
            <a:prstDash val="dot"/>
            <a:round/>
            <a:headEnd len="sm" w="sm" type="none"/>
            <a:tailEnd len="sm" w="sm" type="none"/>
          </a:ln>
        </p:spPr>
      </p:cxnSp>
      <p:cxnSp>
        <p:nvCxnSpPr>
          <p:cNvPr id="436" name="Google Shape;436;p103"/>
          <p:cNvCxnSpPr/>
          <p:nvPr/>
        </p:nvCxnSpPr>
        <p:spPr>
          <a:xfrm rot="10800000">
            <a:off x="9198925" y="1187100"/>
            <a:ext cx="709500" cy="0"/>
          </a:xfrm>
          <a:prstGeom prst="straightConnector1">
            <a:avLst/>
          </a:prstGeom>
          <a:noFill/>
          <a:ln cap="flat" cmpd="sng" w="17850">
            <a:solidFill>
              <a:srgbClr val="6D9EEB"/>
            </a:solidFill>
            <a:prstDash val="dot"/>
            <a:round/>
            <a:headEnd len="sm" w="sm" type="none"/>
            <a:tailEnd len="sm" w="sm" type="none"/>
          </a:ln>
        </p:spPr>
      </p:cxnSp>
      <p:cxnSp>
        <p:nvCxnSpPr>
          <p:cNvPr id="437" name="Google Shape;437;p103"/>
          <p:cNvCxnSpPr/>
          <p:nvPr/>
        </p:nvCxnSpPr>
        <p:spPr>
          <a:xfrm rot="10800000">
            <a:off x="-774533" y="1187100"/>
            <a:ext cx="709500" cy="0"/>
          </a:xfrm>
          <a:prstGeom prst="straightConnector1">
            <a:avLst/>
          </a:prstGeom>
          <a:noFill/>
          <a:ln cap="flat" cmpd="sng" w="17850">
            <a:solidFill>
              <a:srgbClr val="6D9EEB"/>
            </a:solidFill>
            <a:prstDash val="dot"/>
            <a:round/>
            <a:headEnd len="sm" w="sm" type="none"/>
            <a:tailEnd len="sm" w="sm" type="none"/>
          </a:ln>
        </p:spPr>
      </p:cxnSp>
      <p:sp>
        <p:nvSpPr>
          <p:cNvPr id="438" name="Google Shape;438;p103"/>
          <p:cNvSpPr/>
          <p:nvPr/>
        </p:nvSpPr>
        <p:spPr>
          <a:xfrm>
            <a:off x="496125" y="389859"/>
            <a:ext cx="6739800" cy="10356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2800"/>
              <a:buFont typeface="Work Sans SemiBold"/>
              <a:buNone/>
            </a:pPr>
            <a:r>
              <a:rPr b="0" i="0" lang="en-GB" sz="2800" u="none" cap="none" strike="noStrike">
                <a:solidFill>
                  <a:srgbClr val="000000"/>
                </a:solidFill>
                <a:latin typeface="Work Sans SemiBold"/>
                <a:ea typeface="Work Sans SemiBold"/>
                <a:cs typeface="Work Sans SemiBold"/>
                <a:sym typeface="Work Sans SemiBold"/>
              </a:rPr>
              <a:t>Your Decoded Team</a:t>
            </a:r>
            <a:endParaRPr b="0" i="0" sz="2800" u="none" cap="none" strike="noStrike">
              <a:solidFill>
                <a:srgbClr val="000000"/>
              </a:solidFill>
              <a:latin typeface="Work Sans SemiBold"/>
              <a:ea typeface="Work Sans SemiBold"/>
              <a:cs typeface="Work Sans SemiBold"/>
              <a:sym typeface="Work Sans SemiBold"/>
            </a:endParaRPr>
          </a:p>
        </p:txBody>
      </p:sp>
      <p:sp>
        <p:nvSpPr>
          <p:cNvPr id="439" name="Google Shape;439;p103"/>
          <p:cNvSpPr txBox="1"/>
          <p:nvPr/>
        </p:nvSpPr>
        <p:spPr>
          <a:xfrm>
            <a:off x="2945899" y="2541547"/>
            <a:ext cx="1325700" cy="346800"/>
          </a:xfrm>
          <a:prstGeom prst="rect">
            <a:avLst/>
          </a:prstGeom>
          <a:noFill/>
          <a:ln>
            <a:noFill/>
          </a:ln>
        </p:spPr>
        <p:txBody>
          <a:bodyPr anchorCtr="0" anchor="ctr" bIns="57150" lIns="57150" spcFirstLastPara="1" rIns="57150" wrap="square" tIns="57150">
            <a:noAutofit/>
          </a:bodyPr>
          <a:lstStyle/>
          <a:p>
            <a:pPr indent="0" lvl="0" marL="0" marR="0" rtl="0" algn="ctr">
              <a:lnSpc>
                <a:spcPct val="130000"/>
              </a:lnSpc>
              <a:spcBef>
                <a:spcPts val="0"/>
              </a:spcBef>
              <a:spcAft>
                <a:spcPts val="0"/>
              </a:spcAft>
              <a:buClr>
                <a:srgbClr val="000000"/>
              </a:buClr>
              <a:buSzPts val="700"/>
              <a:buFont typeface="Arial"/>
              <a:buNone/>
            </a:pPr>
            <a:r>
              <a:rPr b="0" i="0" lang="en-GB" sz="800" u="none" cap="none" strike="noStrike">
                <a:solidFill>
                  <a:srgbClr val="000000"/>
                </a:solidFill>
                <a:latin typeface="Work Sans SemiBold"/>
                <a:ea typeface="Work Sans SemiBold"/>
                <a:cs typeface="Work Sans SemiBold"/>
                <a:sym typeface="Work Sans SemiBold"/>
              </a:rPr>
              <a:t>Sophie McMurray</a:t>
            </a:r>
            <a:endParaRPr b="0" i="0" sz="800" u="none" cap="none" strike="noStrike">
              <a:solidFill>
                <a:srgbClr val="000000"/>
              </a:solidFill>
              <a:latin typeface="Work Sans SemiBold"/>
              <a:ea typeface="Work Sans SemiBold"/>
              <a:cs typeface="Work Sans SemiBold"/>
              <a:sym typeface="Work Sans SemiBold"/>
            </a:endParaRPr>
          </a:p>
          <a:p>
            <a:pPr indent="0" lvl="0" marL="0" marR="0" rtl="0" algn="ctr">
              <a:lnSpc>
                <a:spcPct val="130000"/>
              </a:lnSpc>
              <a:spcBef>
                <a:spcPts val="0"/>
              </a:spcBef>
              <a:spcAft>
                <a:spcPts val="0"/>
              </a:spcAft>
              <a:buClr>
                <a:srgbClr val="000000"/>
              </a:buClr>
              <a:buSzPts val="700"/>
              <a:buFont typeface="Arial"/>
              <a:buNone/>
            </a:pPr>
            <a:r>
              <a:rPr b="0" i="0" lang="en-GB" sz="800" u="none" cap="none" strike="noStrike">
                <a:solidFill>
                  <a:srgbClr val="000000"/>
                </a:solidFill>
                <a:latin typeface="Work Sans"/>
                <a:ea typeface="Work Sans"/>
                <a:cs typeface="Work Sans"/>
                <a:sym typeface="Work Sans"/>
              </a:rPr>
              <a:t>Portfolio Director</a:t>
            </a:r>
            <a:endParaRPr b="0" i="0" sz="800" u="none" cap="none" strike="noStrike">
              <a:solidFill>
                <a:srgbClr val="000000"/>
              </a:solidFill>
              <a:latin typeface="Work Sans SemiBold"/>
              <a:ea typeface="Work Sans SemiBold"/>
              <a:cs typeface="Work Sans SemiBold"/>
              <a:sym typeface="Work Sans SemiBold"/>
            </a:endParaRPr>
          </a:p>
        </p:txBody>
      </p:sp>
      <p:sp>
        <p:nvSpPr>
          <p:cNvPr id="440" name="Google Shape;440;p103"/>
          <p:cNvSpPr txBox="1"/>
          <p:nvPr/>
        </p:nvSpPr>
        <p:spPr>
          <a:xfrm>
            <a:off x="1255961" y="2524391"/>
            <a:ext cx="1142700" cy="381300"/>
          </a:xfrm>
          <a:prstGeom prst="rect">
            <a:avLst/>
          </a:prstGeom>
          <a:noFill/>
          <a:ln>
            <a:noFill/>
          </a:ln>
        </p:spPr>
        <p:txBody>
          <a:bodyPr anchorCtr="0" anchor="ctr" bIns="57150" lIns="57150" spcFirstLastPara="1" rIns="57150" wrap="square" tIns="57150">
            <a:noAutofit/>
          </a:bodyPr>
          <a:lstStyle/>
          <a:p>
            <a:pPr indent="0" lvl="0" marL="0" marR="0" rtl="0" algn="ctr">
              <a:lnSpc>
                <a:spcPct val="130000"/>
              </a:lnSpc>
              <a:spcBef>
                <a:spcPts val="0"/>
              </a:spcBef>
              <a:spcAft>
                <a:spcPts val="0"/>
              </a:spcAft>
              <a:buClr>
                <a:srgbClr val="000000"/>
              </a:buClr>
              <a:buSzPts val="700"/>
              <a:buFont typeface="Arial"/>
              <a:buNone/>
            </a:pPr>
            <a:r>
              <a:rPr b="0" i="0" lang="en-GB" sz="800" u="none" cap="none" strike="noStrike">
                <a:solidFill>
                  <a:srgbClr val="000000"/>
                </a:solidFill>
                <a:latin typeface="Work Sans SemiBold"/>
                <a:ea typeface="Work Sans SemiBold"/>
                <a:cs typeface="Work Sans SemiBold"/>
                <a:sym typeface="Work Sans SemiBold"/>
              </a:rPr>
              <a:t>Karl Lacey</a:t>
            </a:r>
            <a:endParaRPr b="0" i="0" sz="800" u="none" cap="none" strike="noStrike">
              <a:solidFill>
                <a:srgbClr val="000000"/>
              </a:solidFill>
              <a:latin typeface="Work Sans SemiBold"/>
              <a:ea typeface="Work Sans SemiBold"/>
              <a:cs typeface="Work Sans SemiBold"/>
              <a:sym typeface="Work Sans SemiBold"/>
            </a:endParaRPr>
          </a:p>
          <a:p>
            <a:pPr indent="0" lvl="0" marL="0" marR="0" rtl="0" algn="ctr">
              <a:lnSpc>
                <a:spcPct val="130000"/>
              </a:lnSpc>
              <a:spcBef>
                <a:spcPts val="0"/>
              </a:spcBef>
              <a:spcAft>
                <a:spcPts val="0"/>
              </a:spcAft>
              <a:buClr>
                <a:srgbClr val="000000"/>
              </a:buClr>
              <a:buSzPts val="700"/>
              <a:buFont typeface="Arial"/>
              <a:buNone/>
            </a:pPr>
            <a:r>
              <a:rPr b="0" i="0" lang="en-GB" sz="800" u="none" cap="none" strike="noStrike">
                <a:solidFill>
                  <a:srgbClr val="000000"/>
                </a:solidFill>
                <a:latin typeface="Work Sans"/>
                <a:ea typeface="Work Sans"/>
                <a:cs typeface="Work Sans"/>
                <a:sym typeface="Work Sans"/>
              </a:rPr>
              <a:t>Client Director</a:t>
            </a:r>
            <a:endParaRPr b="0" i="0" sz="800" u="none" cap="none" strike="noStrike">
              <a:solidFill>
                <a:srgbClr val="000000"/>
              </a:solidFill>
              <a:latin typeface="Work Sans"/>
              <a:ea typeface="Work Sans"/>
              <a:cs typeface="Work Sans"/>
              <a:sym typeface="Work Sans"/>
            </a:endParaRPr>
          </a:p>
        </p:txBody>
      </p:sp>
      <p:sp>
        <p:nvSpPr>
          <p:cNvPr id="441" name="Google Shape;441;p103"/>
          <p:cNvSpPr txBox="1"/>
          <p:nvPr/>
        </p:nvSpPr>
        <p:spPr>
          <a:xfrm>
            <a:off x="2900249" y="4306391"/>
            <a:ext cx="1325700" cy="346800"/>
          </a:xfrm>
          <a:prstGeom prst="rect">
            <a:avLst/>
          </a:prstGeom>
          <a:noFill/>
          <a:ln>
            <a:noFill/>
          </a:ln>
        </p:spPr>
        <p:txBody>
          <a:bodyPr anchorCtr="0" anchor="ctr" bIns="57150" lIns="57150" spcFirstLastPara="1" rIns="57150" wrap="square" tIns="57150">
            <a:noAutofit/>
          </a:bodyPr>
          <a:lstStyle/>
          <a:p>
            <a:pPr indent="0" lvl="0" marL="0" marR="0" rtl="0" algn="ctr">
              <a:lnSpc>
                <a:spcPct val="130000"/>
              </a:lnSpc>
              <a:spcBef>
                <a:spcPts val="0"/>
              </a:spcBef>
              <a:spcAft>
                <a:spcPts val="0"/>
              </a:spcAft>
              <a:buClr>
                <a:srgbClr val="000000"/>
              </a:buClr>
              <a:buSzPts val="700"/>
              <a:buFont typeface="Arial"/>
              <a:buNone/>
            </a:pPr>
            <a:r>
              <a:rPr b="0" i="0" lang="en-GB" sz="800" u="none" cap="none" strike="noStrike">
                <a:solidFill>
                  <a:srgbClr val="000000"/>
                </a:solidFill>
                <a:latin typeface="Work Sans SemiBold"/>
                <a:ea typeface="Work Sans SemiBold"/>
                <a:cs typeface="Work Sans SemiBold"/>
                <a:sym typeface="Work Sans SemiBold"/>
              </a:rPr>
              <a:t>James</a:t>
            </a:r>
            <a:endParaRPr b="0" i="0" sz="800" u="none" cap="none" strike="noStrike">
              <a:solidFill>
                <a:srgbClr val="000000"/>
              </a:solidFill>
              <a:latin typeface="Work Sans SemiBold"/>
              <a:ea typeface="Work Sans SemiBold"/>
              <a:cs typeface="Work Sans SemiBold"/>
              <a:sym typeface="Work Sans SemiBold"/>
            </a:endParaRPr>
          </a:p>
          <a:p>
            <a:pPr indent="0" lvl="0" marL="0" marR="0" rtl="0" algn="ctr">
              <a:lnSpc>
                <a:spcPct val="130000"/>
              </a:lnSpc>
              <a:spcBef>
                <a:spcPts val="0"/>
              </a:spcBef>
              <a:spcAft>
                <a:spcPts val="0"/>
              </a:spcAft>
              <a:buClr>
                <a:srgbClr val="000000"/>
              </a:buClr>
              <a:buSzPts val="700"/>
              <a:buFont typeface="Arial"/>
              <a:buNone/>
            </a:pPr>
            <a:r>
              <a:rPr b="0" i="0" lang="en-GB" sz="800" u="none" cap="none" strike="noStrike">
                <a:solidFill>
                  <a:srgbClr val="000000"/>
                </a:solidFill>
                <a:latin typeface="Work Sans"/>
                <a:ea typeface="Work Sans"/>
                <a:cs typeface="Work Sans"/>
                <a:sym typeface="Work Sans"/>
              </a:rPr>
              <a:t>Data Instructor</a:t>
            </a:r>
            <a:endParaRPr b="0" i="0" sz="800" u="none" cap="none" strike="noStrike">
              <a:solidFill>
                <a:srgbClr val="000000"/>
              </a:solidFill>
              <a:latin typeface="Work Sans SemiBold"/>
              <a:ea typeface="Work Sans SemiBold"/>
              <a:cs typeface="Work Sans SemiBold"/>
              <a:sym typeface="Work Sans SemiBold"/>
            </a:endParaRPr>
          </a:p>
        </p:txBody>
      </p:sp>
      <p:pic>
        <p:nvPicPr>
          <p:cNvPr id="442" name="Google Shape;442;p103"/>
          <p:cNvPicPr preferRelativeResize="0"/>
          <p:nvPr/>
        </p:nvPicPr>
        <p:blipFill rotWithShape="1">
          <a:blip r:embed="rId4">
            <a:alphaModFix/>
          </a:blip>
          <a:srcRect b="0" l="0" r="0" t="0"/>
          <a:stretch/>
        </p:blipFill>
        <p:spPr>
          <a:xfrm>
            <a:off x="1255778" y="1292850"/>
            <a:ext cx="1143000" cy="1143000"/>
          </a:xfrm>
          <a:prstGeom prst="ellipse">
            <a:avLst/>
          </a:prstGeom>
          <a:noFill/>
          <a:ln>
            <a:noFill/>
          </a:ln>
        </p:spPr>
      </p:pic>
      <p:sp>
        <p:nvSpPr>
          <p:cNvPr id="443" name="Google Shape;443;p103"/>
          <p:cNvSpPr/>
          <p:nvPr/>
        </p:nvSpPr>
        <p:spPr>
          <a:xfrm>
            <a:off x="5715000" y="0"/>
            <a:ext cx="3429000" cy="5143500"/>
          </a:xfrm>
          <a:prstGeom prst="rect">
            <a:avLst/>
          </a:prstGeom>
          <a:solidFill>
            <a:srgbClr val="010101">
              <a:alpha val="14510"/>
            </a:srgbClr>
          </a:solidFill>
          <a:ln>
            <a:noFill/>
          </a:ln>
          <a:effectLst>
            <a:outerShdw blurRad="35719" rotWithShape="0" algn="bl" dir="5400000" dist="11906">
              <a:srgbClr val="000000"/>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44" name="Google Shape;444;p103"/>
          <p:cNvPicPr preferRelativeResize="0"/>
          <p:nvPr/>
        </p:nvPicPr>
        <p:blipFill rotWithShape="1">
          <a:blip r:embed="rId5">
            <a:alphaModFix/>
          </a:blip>
          <a:srcRect b="0" l="768" r="768" t="0"/>
          <a:stretch/>
        </p:blipFill>
        <p:spPr>
          <a:xfrm>
            <a:off x="2991555" y="3061250"/>
            <a:ext cx="1143000" cy="1143000"/>
          </a:xfrm>
          <a:prstGeom prst="ellipse">
            <a:avLst/>
          </a:prstGeom>
          <a:noFill/>
          <a:ln>
            <a:noFill/>
          </a:ln>
        </p:spPr>
      </p:pic>
      <p:sp>
        <p:nvSpPr>
          <p:cNvPr id="445" name="Google Shape;445;p103"/>
          <p:cNvSpPr txBox="1"/>
          <p:nvPr/>
        </p:nvSpPr>
        <p:spPr>
          <a:xfrm>
            <a:off x="1164476" y="4306391"/>
            <a:ext cx="1325700" cy="346800"/>
          </a:xfrm>
          <a:prstGeom prst="rect">
            <a:avLst/>
          </a:prstGeom>
          <a:noFill/>
          <a:ln>
            <a:noFill/>
          </a:ln>
        </p:spPr>
        <p:txBody>
          <a:bodyPr anchorCtr="0" anchor="ctr" bIns="57150" lIns="57150" spcFirstLastPara="1" rIns="57150" wrap="square" tIns="57150">
            <a:noAutofit/>
          </a:bodyPr>
          <a:lstStyle/>
          <a:p>
            <a:pPr indent="0" lvl="0" marL="0" marR="0" rtl="0" algn="ctr">
              <a:lnSpc>
                <a:spcPct val="130000"/>
              </a:lnSpc>
              <a:spcBef>
                <a:spcPts val="0"/>
              </a:spcBef>
              <a:spcAft>
                <a:spcPts val="0"/>
              </a:spcAft>
              <a:buClr>
                <a:srgbClr val="000000"/>
              </a:buClr>
              <a:buSzPts val="700"/>
              <a:buFont typeface="Arial"/>
              <a:buNone/>
            </a:pPr>
            <a:r>
              <a:t/>
            </a:r>
            <a:endParaRPr b="0" i="0" sz="800" u="none" cap="none" strike="noStrike">
              <a:solidFill>
                <a:srgbClr val="000000"/>
              </a:solidFill>
              <a:latin typeface="Work Sans SemiBold"/>
              <a:ea typeface="Work Sans SemiBold"/>
              <a:cs typeface="Work Sans SemiBold"/>
              <a:sym typeface="Work Sans SemiBold"/>
            </a:endParaRPr>
          </a:p>
        </p:txBody>
      </p:sp>
      <p:sp>
        <p:nvSpPr>
          <p:cNvPr id="446" name="Google Shape;446;p103"/>
          <p:cNvSpPr txBox="1"/>
          <p:nvPr/>
        </p:nvSpPr>
        <p:spPr>
          <a:xfrm>
            <a:off x="1255976" y="4306391"/>
            <a:ext cx="1325700" cy="346800"/>
          </a:xfrm>
          <a:prstGeom prst="rect">
            <a:avLst/>
          </a:prstGeom>
          <a:noFill/>
          <a:ln>
            <a:noFill/>
          </a:ln>
        </p:spPr>
        <p:txBody>
          <a:bodyPr anchorCtr="0" anchor="ctr" bIns="57150" lIns="57150" spcFirstLastPara="1" rIns="57150" wrap="square" tIns="57150">
            <a:noAutofit/>
          </a:bodyPr>
          <a:lstStyle/>
          <a:p>
            <a:pPr indent="0" lvl="0" marL="0" marR="0" rtl="0" algn="ctr">
              <a:lnSpc>
                <a:spcPct val="130000"/>
              </a:lnSpc>
              <a:spcBef>
                <a:spcPts val="0"/>
              </a:spcBef>
              <a:spcAft>
                <a:spcPts val="0"/>
              </a:spcAft>
              <a:buClr>
                <a:srgbClr val="000000"/>
              </a:buClr>
              <a:buSzPts val="700"/>
              <a:buFont typeface="Arial"/>
              <a:buNone/>
            </a:pPr>
            <a:r>
              <a:rPr b="0" i="0" lang="en-GB" sz="800" u="none" cap="none" strike="noStrike">
                <a:solidFill>
                  <a:srgbClr val="000000"/>
                </a:solidFill>
                <a:latin typeface="Work Sans SemiBold"/>
                <a:ea typeface="Work Sans SemiBold"/>
                <a:cs typeface="Work Sans SemiBold"/>
                <a:sym typeface="Work Sans SemiBold"/>
              </a:rPr>
              <a:t>Boston</a:t>
            </a:r>
            <a:endParaRPr b="0" i="0" sz="800" u="none" cap="none" strike="noStrike">
              <a:solidFill>
                <a:srgbClr val="000000"/>
              </a:solidFill>
              <a:latin typeface="Work Sans SemiBold"/>
              <a:ea typeface="Work Sans SemiBold"/>
              <a:cs typeface="Work Sans SemiBold"/>
              <a:sym typeface="Work Sans SemiBold"/>
            </a:endParaRPr>
          </a:p>
          <a:p>
            <a:pPr indent="0" lvl="0" marL="0" marR="0" rtl="0" algn="ctr">
              <a:lnSpc>
                <a:spcPct val="130000"/>
              </a:lnSpc>
              <a:spcBef>
                <a:spcPts val="0"/>
              </a:spcBef>
              <a:spcAft>
                <a:spcPts val="0"/>
              </a:spcAft>
              <a:buClr>
                <a:srgbClr val="000000"/>
              </a:buClr>
              <a:buSzPts val="700"/>
              <a:buFont typeface="Arial"/>
              <a:buNone/>
            </a:pPr>
            <a:r>
              <a:rPr b="0" i="0" lang="en-GB" sz="800" u="none" cap="none" strike="noStrike">
                <a:solidFill>
                  <a:srgbClr val="000000"/>
                </a:solidFill>
                <a:latin typeface="Work Sans"/>
                <a:ea typeface="Work Sans"/>
                <a:cs typeface="Work Sans"/>
                <a:sym typeface="Work Sans"/>
              </a:rPr>
              <a:t>Data Instructor</a:t>
            </a:r>
            <a:endParaRPr b="0" i="0" sz="800" u="none" cap="none" strike="noStrike">
              <a:solidFill>
                <a:srgbClr val="000000"/>
              </a:solidFill>
              <a:latin typeface="Work Sans SemiBold"/>
              <a:ea typeface="Work Sans SemiBold"/>
              <a:cs typeface="Work Sans SemiBold"/>
              <a:sym typeface="Work Sans SemiBold"/>
            </a:endParaRPr>
          </a:p>
        </p:txBody>
      </p:sp>
      <p:pic>
        <p:nvPicPr>
          <p:cNvPr id="447" name="Google Shape;447;p103" title="3734395679896765204.jpeg"/>
          <p:cNvPicPr preferRelativeResize="0"/>
          <p:nvPr/>
        </p:nvPicPr>
        <p:blipFill rotWithShape="1">
          <a:blip r:embed="rId6">
            <a:alphaModFix/>
          </a:blip>
          <a:srcRect b="0" l="0" r="0" t="0"/>
          <a:stretch/>
        </p:blipFill>
        <p:spPr>
          <a:xfrm>
            <a:off x="1347475" y="3034700"/>
            <a:ext cx="1142700" cy="1142700"/>
          </a:xfrm>
          <a:prstGeom prst="ellipse">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EA8E"/>
        </a:solidFill>
      </p:bgPr>
    </p:bg>
    <p:spTree>
      <p:nvGrpSpPr>
        <p:cNvPr id="451" name="Shape 451"/>
        <p:cNvGrpSpPr/>
        <p:nvPr/>
      </p:nvGrpSpPr>
      <p:grpSpPr>
        <a:xfrm>
          <a:off x="0" y="0"/>
          <a:ext cx="0" cy="0"/>
          <a:chOff x="0" y="0"/>
          <a:chExt cx="0" cy="0"/>
        </a:xfrm>
      </p:grpSpPr>
      <p:sp>
        <p:nvSpPr>
          <p:cNvPr id="452" name="Google Shape;452;p104"/>
          <p:cNvSpPr txBox="1"/>
          <p:nvPr/>
        </p:nvSpPr>
        <p:spPr>
          <a:xfrm>
            <a:off x="311700" y="1620000"/>
            <a:ext cx="8520600" cy="637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2300">
                <a:solidFill>
                  <a:schemeClr val="dk2"/>
                </a:solidFill>
                <a:latin typeface="Barlow Condensed SemiBold"/>
                <a:ea typeface="Barlow Condensed SemiBold"/>
                <a:cs typeface="Barlow Condensed SemiBold"/>
                <a:sym typeface="Barlow Condensed SemiBold"/>
              </a:rPr>
              <a:t>I</a:t>
            </a:r>
            <a:r>
              <a:rPr lang="en-GB" sz="2300">
                <a:solidFill>
                  <a:schemeClr val="dk2"/>
                </a:solidFill>
                <a:latin typeface="Barlow Condensed SemiBold"/>
                <a:ea typeface="Barlow Condensed SemiBold"/>
                <a:cs typeface="Barlow Condensed SemiBold"/>
                <a:sym typeface="Barlow Condensed SemiBold"/>
              </a:rPr>
              <a:t> C E   B R E A K E R</a:t>
            </a:r>
            <a:endParaRPr sz="2300">
              <a:solidFill>
                <a:schemeClr val="dk2"/>
              </a:solidFill>
              <a:latin typeface="Barlow Condensed SemiBold"/>
              <a:ea typeface="Barlow Condensed SemiBold"/>
              <a:cs typeface="Barlow Condensed SemiBold"/>
              <a:sym typeface="Barlow Condensed SemiBold"/>
            </a:endParaRPr>
          </a:p>
        </p:txBody>
      </p:sp>
      <p:sp>
        <p:nvSpPr>
          <p:cNvPr id="453" name="Google Shape;453;p104"/>
          <p:cNvSpPr txBox="1"/>
          <p:nvPr/>
        </p:nvSpPr>
        <p:spPr>
          <a:xfrm>
            <a:off x="311700" y="2253000"/>
            <a:ext cx="8520600" cy="637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3400">
                <a:solidFill>
                  <a:schemeClr val="dk1"/>
                </a:solidFill>
                <a:latin typeface="Work Sans SemiBold"/>
                <a:ea typeface="Work Sans SemiBold"/>
                <a:cs typeface="Work Sans SemiBold"/>
                <a:sym typeface="Work Sans SemiBold"/>
              </a:rPr>
              <a:t>menti.com</a:t>
            </a:r>
            <a:endParaRPr sz="3400">
              <a:solidFill>
                <a:schemeClr val="dk1"/>
              </a:solidFill>
              <a:latin typeface="Work Sans SemiBold"/>
              <a:ea typeface="Work Sans SemiBold"/>
              <a:cs typeface="Work Sans SemiBold"/>
              <a:sym typeface="Work Sans SemiBold"/>
            </a:endParaRPr>
          </a:p>
        </p:txBody>
      </p:sp>
      <p:sp>
        <p:nvSpPr>
          <p:cNvPr id="454" name="Google Shape;454;p104"/>
          <p:cNvSpPr txBox="1"/>
          <p:nvPr/>
        </p:nvSpPr>
        <p:spPr>
          <a:xfrm>
            <a:off x="260850" y="3123125"/>
            <a:ext cx="8520600" cy="637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2300">
                <a:solidFill>
                  <a:schemeClr val="dk1"/>
                </a:solidFill>
                <a:latin typeface="Work Sans SemiBold"/>
                <a:ea typeface="Work Sans SemiBold"/>
                <a:cs typeface="Work Sans SemiBold"/>
                <a:sym typeface="Work Sans SemiBold"/>
              </a:rPr>
              <a:t>ID: 2811 0684</a:t>
            </a:r>
            <a:endParaRPr sz="2300">
              <a:solidFill>
                <a:schemeClr val="dk1"/>
              </a:solidFill>
              <a:latin typeface="Work Sans SemiBold"/>
              <a:ea typeface="Work Sans SemiBold"/>
              <a:cs typeface="Work Sans SemiBold"/>
              <a:sym typeface="Work Sans SemiBo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458" name="Shape 458"/>
        <p:cNvGrpSpPr/>
        <p:nvPr/>
      </p:nvGrpSpPr>
      <p:grpSpPr>
        <a:xfrm>
          <a:off x="0" y="0"/>
          <a:ext cx="0" cy="0"/>
          <a:chOff x="0" y="0"/>
          <a:chExt cx="0" cy="0"/>
        </a:xfrm>
      </p:grpSpPr>
      <p:sp>
        <p:nvSpPr>
          <p:cNvPr id="459" name="Google Shape;459;p105"/>
          <p:cNvSpPr txBox="1"/>
          <p:nvPr/>
        </p:nvSpPr>
        <p:spPr>
          <a:xfrm>
            <a:off x="508980" y="1271225"/>
            <a:ext cx="7750200" cy="444300"/>
          </a:xfrm>
          <a:prstGeom prst="rect">
            <a:avLst/>
          </a:prstGeom>
          <a:noFill/>
          <a:ln>
            <a:noFill/>
          </a:ln>
        </p:spPr>
        <p:txBody>
          <a:bodyPr anchorCtr="0" anchor="t" bIns="91425" lIns="91425" spcFirstLastPara="1" rIns="91425" wrap="square" tIns="91425">
            <a:noAutofit/>
          </a:bodyPr>
          <a:lstStyle/>
          <a:p>
            <a:pPr indent="0" lvl="0" marL="0" marR="0" rtl="0" algn="l">
              <a:lnSpc>
                <a:spcPct val="130000"/>
              </a:lnSpc>
              <a:spcBef>
                <a:spcPts val="0"/>
              </a:spcBef>
              <a:spcAft>
                <a:spcPts val="0"/>
              </a:spcAft>
              <a:buClr>
                <a:schemeClr val="dk1"/>
              </a:buClr>
              <a:buSzPts val="1100"/>
              <a:buFont typeface="Arial"/>
              <a:buNone/>
            </a:pPr>
            <a:r>
              <a:rPr b="0" i="0" lang="en-GB" sz="2800" u="none" cap="none" strike="noStrike">
                <a:solidFill>
                  <a:schemeClr val="dk1"/>
                </a:solidFill>
                <a:latin typeface="Work Sans SemiBold"/>
                <a:ea typeface="Work Sans SemiBold"/>
                <a:cs typeface="Work Sans SemiBold"/>
                <a:sym typeface="Work Sans SemiBold"/>
              </a:rPr>
              <a:t>Launch Objectives</a:t>
            </a:r>
            <a:endParaRPr b="0" i="0" sz="2800" u="none" cap="none" strike="noStrike">
              <a:solidFill>
                <a:schemeClr val="dk1"/>
              </a:solidFill>
              <a:latin typeface="Work Sans SemiBold"/>
              <a:ea typeface="Work Sans SemiBold"/>
              <a:cs typeface="Work Sans SemiBold"/>
              <a:sym typeface="Work Sans SemiBold"/>
            </a:endParaRPr>
          </a:p>
        </p:txBody>
      </p:sp>
      <p:graphicFrame>
        <p:nvGraphicFramePr>
          <p:cNvPr id="460" name="Google Shape;460;p105"/>
          <p:cNvGraphicFramePr/>
          <p:nvPr/>
        </p:nvGraphicFramePr>
        <p:xfrm>
          <a:off x="604100" y="2072650"/>
          <a:ext cx="3000000" cy="3000000"/>
        </p:xfrm>
        <a:graphic>
          <a:graphicData uri="http://schemas.openxmlformats.org/drawingml/2006/table">
            <a:tbl>
              <a:tblPr>
                <a:noFill/>
                <a:tableStyleId>{5FCCF64A-9BE4-41DC-9F09-FDA3FE012C09}</a:tableStyleId>
              </a:tblPr>
              <a:tblGrid>
                <a:gridCol w="2268975"/>
              </a:tblGrid>
              <a:tr h="1889650">
                <a:tc>
                  <a:txBody>
                    <a:bodyPr/>
                    <a:lstStyle/>
                    <a:p>
                      <a:pPr indent="0" lvl="0" marL="0" marR="0" rtl="0" algn="l">
                        <a:lnSpc>
                          <a:spcPct val="100000"/>
                        </a:lnSpc>
                        <a:spcBef>
                          <a:spcPts val="0"/>
                        </a:spcBef>
                        <a:spcAft>
                          <a:spcPts val="0"/>
                        </a:spcAft>
                        <a:buClr>
                          <a:srgbClr val="000000"/>
                        </a:buClr>
                        <a:buSzPts val="1600"/>
                        <a:buFont typeface="Arial"/>
                        <a:buNone/>
                      </a:pPr>
                      <a:r>
                        <a:rPr lang="en-GB" sz="1600" u="none" cap="none" strike="noStrike">
                          <a:solidFill>
                            <a:schemeClr val="dk1"/>
                          </a:solidFill>
                          <a:latin typeface="Work Sans SemiBold"/>
                          <a:ea typeface="Work Sans SemiBold"/>
                          <a:cs typeface="Work Sans SemiBold"/>
                          <a:sym typeface="Work Sans SemiBold"/>
                        </a:rPr>
                        <a:t>#1</a:t>
                      </a:r>
                      <a:endParaRPr sz="1600" u="none" cap="none" strike="noStrike">
                        <a:solidFill>
                          <a:schemeClr val="dk1"/>
                        </a:solidFill>
                        <a:latin typeface="Work Sans SemiBold"/>
                        <a:ea typeface="Work Sans SemiBold"/>
                        <a:cs typeface="Work Sans SemiBold"/>
                        <a:sym typeface="Work Sans SemiBold"/>
                      </a:endParaRPr>
                    </a:p>
                    <a:p>
                      <a:pPr indent="0" lvl="0" marL="0" marR="0" rtl="0" algn="l">
                        <a:lnSpc>
                          <a:spcPct val="100000"/>
                        </a:lnSpc>
                        <a:spcBef>
                          <a:spcPts val="0"/>
                        </a:spcBef>
                        <a:spcAft>
                          <a:spcPts val="0"/>
                        </a:spcAft>
                        <a:buClr>
                          <a:schemeClr val="dk1"/>
                        </a:buClr>
                        <a:buSzPts val="1100"/>
                        <a:buFont typeface="Arial"/>
                        <a:buNone/>
                      </a:pPr>
                      <a:r>
                        <a:rPr lang="en-GB" sz="1600" u="none" cap="none" strike="noStrike">
                          <a:solidFill>
                            <a:schemeClr val="dk1"/>
                          </a:solidFill>
                          <a:latin typeface="Work Sans"/>
                          <a:ea typeface="Work Sans"/>
                          <a:cs typeface="Work Sans"/>
                          <a:sym typeface="Work Sans"/>
                        </a:rPr>
                        <a:t>Build connections with Decoded team and fellow participants</a:t>
                      </a:r>
                      <a:endParaRPr sz="1600" u="none" cap="none" strike="noStrike">
                        <a:solidFill>
                          <a:schemeClr val="dk1"/>
                        </a:solidFill>
                        <a:latin typeface="Work Sans"/>
                        <a:ea typeface="Work Sans"/>
                        <a:cs typeface="Work Sans"/>
                        <a:sym typeface="Work Sans"/>
                      </a:endParaRPr>
                    </a:p>
                  </a:txBody>
                  <a:tcPr marT="63500" marB="63500" marR="63500" marL="63500">
                    <a:lnL cap="flat" cmpd="sng" w="9525">
                      <a:solidFill>
                        <a:srgbClr val="B7B7B7">
                          <a:alpha val="0"/>
                        </a:srgbClr>
                      </a:solidFill>
                      <a:prstDash val="dot"/>
                      <a:round/>
                      <a:headEnd len="sm" w="sm" type="none"/>
                      <a:tailEnd len="sm" w="sm" type="none"/>
                    </a:lnL>
                    <a:lnR cap="flat" cmpd="sng" w="9525">
                      <a:solidFill>
                        <a:srgbClr val="B7B7B7">
                          <a:alpha val="0"/>
                        </a:srgbClr>
                      </a:solidFill>
                      <a:prstDash val="dot"/>
                      <a:round/>
                      <a:headEnd len="sm" w="sm" type="none"/>
                      <a:tailEnd len="sm" w="sm" type="none"/>
                    </a:lnR>
                    <a:lnT cap="flat" cmpd="sng" w="9525">
                      <a:solidFill>
                        <a:srgbClr val="B7B7B7">
                          <a:alpha val="0"/>
                        </a:srgbClr>
                      </a:solidFill>
                      <a:prstDash val="dot"/>
                      <a:round/>
                      <a:headEnd len="sm" w="sm" type="none"/>
                      <a:tailEnd len="sm" w="sm" type="none"/>
                    </a:lnT>
                    <a:lnB cap="flat" cmpd="sng" w="9525">
                      <a:solidFill>
                        <a:srgbClr val="B7B7B7">
                          <a:alpha val="0"/>
                        </a:srgbClr>
                      </a:solidFill>
                      <a:prstDash val="dot"/>
                      <a:round/>
                      <a:headEnd len="sm" w="sm" type="none"/>
                      <a:tailEnd len="sm" w="sm" type="none"/>
                    </a:lnB>
                  </a:tcPr>
                </a:tc>
              </a:tr>
            </a:tbl>
          </a:graphicData>
        </a:graphic>
      </p:graphicFrame>
      <p:graphicFrame>
        <p:nvGraphicFramePr>
          <p:cNvPr id="461" name="Google Shape;461;p105"/>
          <p:cNvGraphicFramePr/>
          <p:nvPr/>
        </p:nvGraphicFramePr>
        <p:xfrm>
          <a:off x="3317913" y="2072650"/>
          <a:ext cx="3000000" cy="3000000"/>
        </p:xfrm>
        <a:graphic>
          <a:graphicData uri="http://schemas.openxmlformats.org/drawingml/2006/table">
            <a:tbl>
              <a:tblPr>
                <a:noFill/>
                <a:tableStyleId>{5FCCF64A-9BE4-41DC-9F09-FDA3FE012C09}</a:tableStyleId>
              </a:tblPr>
              <a:tblGrid>
                <a:gridCol w="2268975"/>
              </a:tblGrid>
              <a:tr h="1889650">
                <a:tc>
                  <a:txBody>
                    <a:bodyPr/>
                    <a:lstStyle/>
                    <a:p>
                      <a:pPr indent="0" lvl="0" marL="0" marR="0" rtl="0" algn="l">
                        <a:lnSpc>
                          <a:spcPct val="100000"/>
                        </a:lnSpc>
                        <a:spcBef>
                          <a:spcPts val="0"/>
                        </a:spcBef>
                        <a:spcAft>
                          <a:spcPts val="0"/>
                        </a:spcAft>
                        <a:buClr>
                          <a:srgbClr val="000000"/>
                        </a:buClr>
                        <a:buSzPts val="1600"/>
                        <a:buFont typeface="Arial"/>
                        <a:buNone/>
                      </a:pPr>
                      <a:r>
                        <a:rPr lang="en-GB" sz="1600" u="none" cap="none" strike="noStrike">
                          <a:solidFill>
                            <a:schemeClr val="dk1"/>
                          </a:solidFill>
                          <a:latin typeface="Work Sans SemiBold"/>
                          <a:ea typeface="Work Sans SemiBold"/>
                          <a:cs typeface="Work Sans SemiBold"/>
                          <a:sym typeface="Work Sans SemiBold"/>
                        </a:rPr>
                        <a:t>#2</a:t>
                      </a:r>
                      <a:endParaRPr sz="1600" u="none" cap="none" strike="noStrike">
                        <a:solidFill>
                          <a:schemeClr val="dk1"/>
                        </a:solidFill>
                        <a:latin typeface="Work Sans SemiBold"/>
                        <a:ea typeface="Work Sans SemiBold"/>
                        <a:cs typeface="Work Sans SemiBold"/>
                        <a:sym typeface="Work Sans SemiBold"/>
                      </a:endParaRPr>
                    </a:p>
                    <a:p>
                      <a:pPr indent="0" lvl="0" marL="0" marR="0" rtl="0" algn="l">
                        <a:lnSpc>
                          <a:spcPct val="100000"/>
                        </a:lnSpc>
                        <a:spcBef>
                          <a:spcPts val="0"/>
                        </a:spcBef>
                        <a:spcAft>
                          <a:spcPts val="0"/>
                        </a:spcAft>
                        <a:buClr>
                          <a:schemeClr val="dk1"/>
                        </a:buClr>
                        <a:buSzPts val="1100"/>
                        <a:buFont typeface="Arial"/>
                        <a:buNone/>
                      </a:pPr>
                      <a:r>
                        <a:rPr lang="en-GB" sz="1600" u="none" cap="none" strike="noStrike">
                          <a:solidFill>
                            <a:schemeClr val="dk1"/>
                          </a:solidFill>
                          <a:latin typeface="Work Sans"/>
                          <a:ea typeface="Work Sans"/>
                          <a:cs typeface="Work Sans"/>
                          <a:sym typeface="Work Sans"/>
                        </a:rPr>
                        <a:t>Understand the key components and structure of the programme</a:t>
                      </a:r>
                      <a:endParaRPr sz="1600" u="none" cap="none" strike="noStrike">
                        <a:solidFill>
                          <a:schemeClr val="dk1"/>
                        </a:solidFill>
                        <a:latin typeface="Work Sans"/>
                        <a:ea typeface="Work Sans"/>
                        <a:cs typeface="Work Sans"/>
                        <a:sym typeface="Work Sans"/>
                      </a:endParaRPr>
                    </a:p>
                    <a:p>
                      <a:pPr indent="0" lvl="0" marL="0" marR="0" rtl="0" algn="l">
                        <a:lnSpc>
                          <a:spcPct val="100000"/>
                        </a:lnSpc>
                        <a:spcBef>
                          <a:spcPts val="0"/>
                        </a:spcBef>
                        <a:spcAft>
                          <a:spcPts val="0"/>
                        </a:spcAft>
                        <a:buClr>
                          <a:schemeClr val="dk1"/>
                        </a:buClr>
                        <a:buSzPts val="1100"/>
                        <a:buFont typeface="Arial"/>
                        <a:buNone/>
                      </a:pPr>
                      <a:r>
                        <a:t/>
                      </a:r>
                      <a:endParaRPr sz="1600" u="none" cap="none" strike="noStrike">
                        <a:solidFill>
                          <a:schemeClr val="dk1"/>
                        </a:solidFill>
                        <a:latin typeface="Work Sans"/>
                        <a:ea typeface="Work Sans"/>
                        <a:cs typeface="Work Sans"/>
                        <a:sym typeface="Work Sans"/>
                      </a:endParaRPr>
                    </a:p>
                    <a:p>
                      <a:pPr indent="0" lvl="0" marL="0" marR="0" rtl="0" algn="l">
                        <a:lnSpc>
                          <a:spcPct val="100000"/>
                        </a:lnSpc>
                        <a:spcBef>
                          <a:spcPts val="0"/>
                        </a:spcBef>
                        <a:spcAft>
                          <a:spcPts val="0"/>
                        </a:spcAft>
                        <a:buClr>
                          <a:schemeClr val="dk1"/>
                        </a:buClr>
                        <a:buSzPts val="1100"/>
                        <a:buFont typeface="Arial"/>
                        <a:buNone/>
                      </a:pPr>
                      <a:r>
                        <a:t/>
                      </a:r>
                      <a:endParaRPr sz="1600" u="none" cap="none" strike="noStrike">
                        <a:solidFill>
                          <a:schemeClr val="dk1"/>
                        </a:solidFill>
                        <a:latin typeface="Work Sans"/>
                        <a:ea typeface="Work Sans"/>
                        <a:cs typeface="Work Sans"/>
                        <a:sym typeface="Work Sans"/>
                      </a:endParaRPr>
                    </a:p>
                  </a:txBody>
                  <a:tcPr marT="63500" marB="63500" marR="63500" marL="63500">
                    <a:lnL cap="flat" cmpd="sng" w="9525">
                      <a:solidFill>
                        <a:srgbClr val="B7B7B7">
                          <a:alpha val="0"/>
                        </a:srgbClr>
                      </a:solidFill>
                      <a:prstDash val="dot"/>
                      <a:round/>
                      <a:headEnd len="sm" w="sm" type="none"/>
                      <a:tailEnd len="sm" w="sm" type="none"/>
                    </a:lnL>
                    <a:lnR cap="flat" cmpd="sng" w="9525">
                      <a:solidFill>
                        <a:srgbClr val="B7B7B7">
                          <a:alpha val="0"/>
                        </a:srgbClr>
                      </a:solidFill>
                      <a:prstDash val="dot"/>
                      <a:round/>
                      <a:headEnd len="sm" w="sm" type="none"/>
                      <a:tailEnd len="sm" w="sm" type="none"/>
                    </a:lnR>
                    <a:lnT cap="flat" cmpd="sng" w="9525">
                      <a:solidFill>
                        <a:srgbClr val="B7B7B7">
                          <a:alpha val="0"/>
                        </a:srgbClr>
                      </a:solidFill>
                      <a:prstDash val="dot"/>
                      <a:round/>
                      <a:headEnd len="sm" w="sm" type="none"/>
                      <a:tailEnd len="sm" w="sm" type="none"/>
                    </a:lnT>
                    <a:lnB cap="flat" cmpd="sng" w="9525">
                      <a:solidFill>
                        <a:srgbClr val="B7B7B7">
                          <a:alpha val="0"/>
                        </a:srgbClr>
                      </a:solidFill>
                      <a:prstDash val="dot"/>
                      <a:round/>
                      <a:headEnd len="sm" w="sm" type="none"/>
                      <a:tailEnd len="sm" w="sm" type="none"/>
                    </a:lnB>
                  </a:tcPr>
                </a:tc>
              </a:tr>
            </a:tbl>
          </a:graphicData>
        </a:graphic>
      </p:graphicFrame>
      <p:cxnSp>
        <p:nvCxnSpPr>
          <p:cNvPr id="462" name="Google Shape;462;p105"/>
          <p:cNvCxnSpPr/>
          <p:nvPr/>
        </p:nvCxnSpPr>
        <p:spPr>
          <a:xfrm>
            <a:off x="3041550" y="2213300"/>
            <a:ext cx="0" cy="1705200"/>
          </a:xfrm>
          <a:prstGeom prst="straightConnector1">
            <a:avLst/>
          </a:prstGeom>
          <a:noFill/>
          <a:ln cap="flat" cmpd="sng" w="9525">
            <a:solidFill>
              <a:schemeClr val="dk2"/>
            </a:solidFill>
            <a:prstDash val="dot"/>
            <a:round/>
            <a:headEnd len="sm" w="sm" type="none"/>
            <a:tailEnd len="sm" w="sm" type="none"/>
          </a:ln>
        </p:spPr>
      </p:cxnSp>
      <p:graphicFrame>
        <p:nvGraphicFramePr>
          <p:cNvPr id="463" name="Google Shape;463;p105"/>
          <p:cNvGraphicFramePr/>
          <p:nvPr/>
        </p:nvGraphicFramePr>
        <p:xfrm>
          <a:off x="5990148" y="2121025"/>
          <a:ext cx="3000000" cy="3000000"/>
        </p:xfrm>
        <a:graphic>
          <a:graphicData uri="http://schemas.openxmlformats.org/drawingml/2006/table">
            <a:tbl>
              <a:tblPr>
                <a:noFill/>
                <a:tableStyleId>{5FCCF64A-9BE4-41DC-9F09-FDA3FE012C09}</a:tableStyleId>
              </a:tblPr>
              <a:tblGrid>
                <a:gridCol w="2268975"/>
              </a:tblGrid>
              <a:tr h="1889650">
                <a:tc>
                  <a:txBody>
                    <a:bodyPr/>
                    <a:lstStyle/>
                    <a:p>
                      <a:pPr indent="0" lvl="0" marL="0" marR="0" rtl="0" algn="l">
                        <a:lnSpc>
                          <a:spcPct val="100000"/>
                        </a:lnSpc>
                        <a:spcBef>
                          <a:spcPts val="0"/>
                        </a:spcBef>
                        <a:spcAft>
                          <a:spcPts val="0"/>
                        </a:spcAft>
                        <a:buClr>
                          <a:srgbClr val="000000"/>
                        </a:buClr>
                        <a:buSzPts val="1600"/>
                        <a:buFont typeface="Arial"/>
                        <a:buNone/>
                      </a:pPr>
                      <a:r>
                        <a:rPr lang="en-GB" sz="1600" u="none" cap="none" strike="noStrike">
                          <a:solidFill>
                            <a:schemeClr val="dk1"/>
                          </a:solidFill>
                          <a:latin typeface="Work Sans SemiBold"/>
                          <a:ea typeface="Work Sans SemiBold"/>
                          <a:cs typeface="Work Sans SemiBold"/>
                          <a:sym typeface="Work Sans SemiBold"/>
                        </a:rPr>
                        <a:t>#3</a:t>
                      </a:r>
                      <a:endParaRPr sz="1600" u="none" cap="none" strike="noStrike">
                        <a:solidFill>
                          <a:schemeClr val="dk1"/>
                        </a:solidFill>
                        <a:latin typeface="Work Sans SemiBold"/>
                        <a:ea typeface="Work Sans SemiBold"/>
                        <a:cs typeface="Work Sans SemiBold"/>
                        <a:sym typeface="Work Sans SemiBold"/>
                      </a:endParaRPr>
                    </a:p>
                    <a:p>
                      <a:pPr indent="0" lvl="0" marL="0" marR="0" rtl="0" algn="l">
                        <a:lnSpc>
                          <a:spcPct val="100000"/>
                        </a:lnSpc>
                        <a:spcBef>
                          <a:spcPts val="0"/>
                        </a:spcBef>
                        <a:spcAft>
                          <a:spcPts val="0"/>
                        </a:spcAft>
                        <a:buClr>
                          <a:schemeClr val="dk1"/>
                        </a:buClr>
                        <a:buSzPts val="1100"/>
                        <a:buFont typeface="Arial"/>
                        <a:buNone/>
                      </a:pPr>
                      <a:r>
                        <a:rPr lang="en-GB" sz="1600" u="none" cap="none" strike="noStrike">
                          <a:solidFill>
                            <a:schemeClr val="dk1"/>
                          </a:solidFill>
                          <a:latin typeface="Work Sans"/>
                          <a:ea typeface="Work Sans"/>
                          <a:cs typeface="Work Sans"/>
                          <a:sym typeface="Work Sans"/>
                        </a:rPr>
                        <a:t>Understand the learning platforms and approach</a:t>
                      </a:r>
                      <a:endParaRPr sz="1600" u="none" cap="none" strike="noStrike">
                        <a:solidFill>
                          <a:schemeClr val="dk1"/>
                        </a:solidFill>
                        <a:latin typeface="Work Sans"/>
                        <a:ea typeface="Work Sans"/>
                        <a:cs typeface="Work Sans"/>
                        <a:sym typeface="Work Sans"/>
                      </a:endParaRPr>
                    </a:p>
                    <a:p>
                      <a:pPr indent="0" lvl="0" marL="0" marR="0" rtl="0" algn="l">
                        <a:lnSpc>
                          <a:spcPct val="100000"/>
                        </a:lnSpc>
                        <a:spcBef>
                          <a:spcPts val="0"/>
                        </a:spcBef>
                        <a:spcAft>
                          <a:spcPts val="0"/>
                        </a:spcAft>
                        <a:buClr>
                          <a:schemeClr val="dk1"/>
                        </a:buClr>
                        <a:buSzPts val="1100"/>
                        <a:buFont typeface="Arial"/>
                        <a:buNone/>
                      </a:pPr>
                      <a:r>
                        <a:t/>
                      </a:r>
                      <a:endParaRPr sz="1600" u="none" cap="none" strike="noStrike">
                        <a:solidFill>
                          <a:schemeClr val="dk1"/>
                        </a:solidFill>
                        <a:latin typeface="Work Sans"/>
                        <a:ea typeface="Work Sans"/>
                        <a:cs typeface="Work Sans"/>
                        <a:sym typeface="Work Sans"/>
                      </a:endParaRPr>
                    </a:p>
                    <a:p>
                      <a:pPr indent="0" lvl="0" marL="0" marR="0" rtl="0" algn="l">
                        <a:lnSpc>
                          <a:spcPct val="100000"/>
                        </a:lnSpc>
                        <a:spcBef>
                          <a:spcPts val="0"/>
                        </a:spcBef>
                        <a:spcAft>
                          <a:spcPts val="0"/>
                        </a:spcAft>
                        <a:buClr>
                          <a:schemeClr val="dk1"/>
                        </a:buClr>
                        <a:buSzPts val="1100"/>
                        <a:buFont typeface="Arial"/>
                        <a:buNone/>
                      </a:pPr>
                      <a:r>
                        <a:t/>
                      </a:r>
                      <a:endParaRPr sz="1600" u="none" cap="none" strike="noStrike">
                        <a:solidFill>
                          <a:schemeClr val="dk1"/>
                        </a:solidFill>
                        <a:latin typeface="Work Sans"/>
                        <a:ea typeface="Work Sans"/>
                        <a:cs typeface="Work Sans"/>
                        <a:sym typeface="Work Sans"/>
                      </a:endParaRPr>
                    </a:p>
                  </a:txBody>
                  <a:tcPr marT="63500" marB="63500" marR="63500" marL="63500">
                    <a:lnL cap="flat" cmpd="sng" w="9525">
                      <a:solidFill>
                        <a:srgbClr val="B7B7B7">
                          <a:alpha val="0"/>
                        </a:srgbClr>
                      </a:solidFill>
                      <a:prstDash val="dot"/>
                      <a:round/>
                      <a:headEnd len="sm" w="sm" type="none"/>
                      <a:tailEnd len="sm" w="sm" type="none"/>
                    </a:lnL>
                    <a:lnR cap="flat" cmpd="sng" w="9525">
                      <a:solidFill>
                        <a:srgbClr val="B7B7B7">
                          <a:alpha val="0"/>
                        </a:srgbClr>
                      </a:solidFill>
                      <a:prstDash val="dot"/>
                      <a:round/>
                      <a:headEnd len="sm" w="sm" type="none"/>
                      <a:tailEnd len="sm" w="sm" type="none"/>
                    </a:lnR>
                    <a:lnT cap="flat" cmpd="sng" w="9525">
                      <a:solidFill>
                        <a:srgbClr val="B7B7B7">
                          <a:alpha val="0"/>
                        </a:srgbClr>
                      </a:solidFill>
                      <a:prstDash val="dot"/>
                      <a:round/>
                      <a:headEnd len="sm" w="sm" type="none"/>
                      <a:tailEnd len="sm" w="sm" type="none"/>
                    </a:lnT>
                    <a:lnB cap="flat" cmpd="sng" w="9525">
                      <a:solidFill>
                        <a:srgbClr val="B7B7B7">
                          <a:alpha val="0"/>
                        </a:srgbClr>
                      </a:solidFill>
                      <a:prstDash val="dot"/>
                      <a:round/>
                      <a:headEnd len="sm" w="sm" type="none"/>
                      <a:tailEnd len="sm" w="sm" type="none"/>
                    </a:lnB>
                  </a:tcPr>
                </a:tc>
              </a:tr>
            </a:tbl>
          </a:graphicData>
        </a:graphic>
      </p:graphicFrame>
      <p:cxnSp>
        <p:nvCxnSpPr>
          <p:cNvPr id="464" name="Google Shape;464;p105"/>
          <p:cNvCxnSpPr/>
          <p:nvPr/>
        </p:nvCxnSpPr>
        <p:spPr>
          <a:xfrm>
            <a:off x="5713784" y="2261675"/>
            <a:ext cx="0" cy="1705200"/>
          </a:xfrm>
          <a:prstGeom prst="straightConnector1">
            <a:avLst/>
          </a:prstGeom>
          <a:noFill/>
          <a:ln cap="flat" cmpd="sng" w="9525">
            <a:solidFill>
              <a:schemeClr val="dk2"/>
            </a:solidFill>
            <a:prstDash val="dot"/>
            <a:round/>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106"/>
          <p:cNvSpPr txBox="1"/>
          <p:nvPr>
            <p:ph type="ctrTitle"/>
          </p:nvPr>
        </p:nvSpPr>
        <p:spPr>
          <a:xfrm>
            <a:off x="360000" y="360000"/>
            <a:ext cx="6847200" cy="4500000"/>
          </a:xfrm>
          <a:prstGeom prst="rect">
            <a:avLst/>
          </a:prstGeom>
          <a:noFill/>
          <a:ln>
            <a:noFill/>
          </a:ln>
        </p:spPr>
        <p:txBody>
          <a:bodyPr anchorCtr="0" anchor="ctr" bIns="91425" lIns="91425" spcFirstLastPara="1" rIns="91425" wrap="square" tIns="91425">
            <a:normAutofit/>
          </a:bodyPr>
          <a:lstStyle/>
          <a:p>
            <a:pPr indent="0" lvl="0" marL="0" rtl="0" algn="l">
              <a:lnSpc>
                <a:spcPct val="90000"/>
              </a:lnSpc>
              <a:spcBef>
                <a:spcPts val="0"/>
              </a:spcBef>
              <a:spcAft>
                <a:spcPts val="0"/>
              </a:spcAft>
              <a:buSzPts val="6200"/>
              <a:buNone/>
            </a:pPr>
            <a:r>
              <a:rPr b="1" lang="en-GB">
                <a:latin typeface="Work Sans"/>
                <a:ea typeface="Work Sans"/>
                <a:cs typeface="Work Sans"/>
                <a:sym typeface="Work Sans"/>
              </a:rPr>
              <a:t>#1</a:t>
            </a:r>
            <a:endParaRPr b="1">
              <a:latin typeface="Work Sans"/>
              <a:ea typeface="Work Sans"/>
              <a:cs typeface="Work Sans"/>
              <a:sym typeface="Work Sans"/>
            </a:endParaRPr>
          </a:p>
          <a:p>
            <a:pPr indent="0" lvl="0" marL="0" rtl="0" algn="l">
              <a:lnSpc>
                <a:spcPct val="90000"/>
              </a:lnSpc>
              <a:spcBef>
                <a:spcPts val="0"/>
              </a:spcBef>
              <a:spcAft>
                <a:spcPts val="0"/>
              </a:spcAft>
              <a:buSzPts val="6200"/>
              <a:buNone/>
            </a:pPr>
            <a:r>
              <a:rPr lang="en-GB"/>
              <a:t>Programme structure.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cxnSp>
        <p:nvCxnSpPr>
          <p:cNvPr id="474" name="Google Shape;474;p107"/>
          <p:cNvCxnSpPr/>
          <p:nvPr/>
        </p:nvCxnSpPr>
        <p:spPr>
          <a:xfrm>
            <a:off x="349925" y="5178035"/>
            <a:ext cx="0" cy="374700"/>
          </a:xfrm>
          <a:prstGeom prst="straightConnector1">
            <a:avLst/>
          </a:prstGeom>
          <a:noFill/>
          <a:ln cap="flat" cmpd="sng" w="28575">
            <a:solidFill>
              <a:srgbClr val="6D9EEB"/>
            </a:solidFill>
            <a:prstDash val="dot"/>
            <a:round/>
            <a:headEnd len="sm" w="sm" type="none"/>
            <a:tailEnd len="sm" w="sm" type="none"/>
          </a:ln>
        </p:spPr>
      </p:cxnSp>
      <p:cxnSp>
        <p:nvCxnSpPr>
          <p:cNvPr id="475" name="Google Shape;475;p107"/>
          <p:cNvCxnSpPr/>
          <p:nvPr/>
        </p:nvCxnSpPr>
        <p:spPr>
          <a:xfrm>
            <a:off x="8777600" y="5175099"/>
            <a:ext cx="0" cy="374700"/>
          </a:xfrm>
          <a:prstGeom prst="straightConnector1">
            <a:avLst/>
          </a:prstGeom>
          <a:noFill/>
          <a:ln cap="flat" cmpd="sng" w="28575">
            <a:solidFill>
              <a:srgbClr val="6D9EEB"/>
            </a:solidFill>
            <a:prstDash val="dot"/>
            <a:round/>
            <a:headEnd len="sm" w="sm" type="none"/>
            <a:tailEnd len="sm" w="sm" type="none"/>
          </a:ln>
        </p:spPr>
      </p:cxnSp>
      <p:cxnSp>
        <p:nvCxnSpPr>
          <p:cNvPr id="476" name="Google Shape;476;p107"/>
          <p:cNvCxnSpPr/>
          <p:nvPr/>
        </p:nvCxnSpPr>
        <p:spPr>
          <a:xfrm rot="10800000">
            <a:off x="9198925" y="4798800"/>
            <a:ext cx="709500" cy="0"/>
          </a:xfrm>
          <a:prstGeom prst="straightConnector1">
            <a:avLst/>
          </a:prstGeom>
          <a:noFill/>
          <a:ln cap="flat" cmpd="sng" w="28575">
            <a:solidFill>
              <a:srgbClr val="6D9EEB"/>
            </a:solidFill>
            <a:prstDash val="dot"/>
            <a:round/>
            <a:headEnd len="sm" w="sm" type="none"/>
            <a:tailEnd len="sm" w="sm" type="none"/>
          </a:ln>
        </p:spPr>
      </p:cxnSp>
      <p:cxnSp>
        <p:nvCxnSpPr>
          <p:cNvPr id="477" name="Google Shape;477;p107"/>
          <p:cNvCxnSpPr/>
          <p:nvPr/>
        </p:nvCxnSpPr>
        <p:spPr>
          <a:xfrm rot="10800000">
            <a:off x="-774518" y="4798800"/>
            <a:ext cx="709500" cy="0"/>
          </a:xfrm>
          <a:prstGeom prst="straightConnector1">
            <a:avLst/>
          </a:prstGeom>
          <a:noFill/>
          <a:ln cap="flat" cmpd="sng" w="28575">
            <a:solidFill>
              <a:srgbClr val="6D9EEB"/>
            </a:solidFill>
            <a:prstDash val="dot"/>
            <a:round/>
            <a:headEnd len="sm" w="sm" type="none"/>
            <a:tailEnd len="sm" w="sm" type="none"/>
          </a:ln>
        </p:spPr>
      </p:cxnSp>
      <p:cxnSp>
        <p:nvCxnSpPr>
          <p:cNvPr id="478" name="Google Shape;478;p107"/>
          <p:cNvCxnSpPr/>
          <p:nvPr/>
        </p:nvCxnSpPr>
        <p:spPr>
          <a:xfrm rot="10800000">
            <a:off x="9144000" y="1226850"/>
            <a:ext cx="709500" cy="0"/>
          </a:xfrm>
          <a:prstGeom prst="straightConnector1">
            <a:avLst/>
          </a:prstGeom>
          <a:noFill/>
          <a:ln cap="flat" cmpd="sng" w="28575">
            <a:solidFill>
              <a:srgbClr val="6D9EEB"/>
            </a:solidFill>
            <a:prstDash val="dot"/>
            <a:round/>
            <a:headEnd len="sm" w="sm" type="none"/>
            <a:tailEnd len="sm" w="sm" type="none"/>
          </a:ln>
        </p:spPr>
      </p:cxnSp>
      <p:cxnSp>
        <p:nvCxnSpPr>
          <p:cNvPr id="479" name="Google Shape;479;p107"/>
          <p:cNvCxnSpPr/>
          <p:nvPr/>
        </p:nvCxnSpPr>
        <p:spPr>
          <a:xfrm rot="10800000">
            <a:off x="-774533" y="1187100"/>
            <a:ext cx="709500" cy="0"/>
          </a:xfrm>
          <a:prstGeom prst="straightConnector1">
            <a:avLst/>
          </a:prstGeom>
          <a:noFill/>
          <a:ln cap="flat" cmpd="sng" w="28575">
            <a:solidFill>
              <a:srgbClr val="6D9EEB"/>
            </a:solidFill>
            <a:prstDash val="dot"/>
            <a:round/>
            <a:headEnd len="sm" w="sm" type="none"/>
            <a:tailEnd len="sm" w="sm" type="none"/>
          </a:ln>
        </p:spPr>
      </p:cxnSp>
      <p:sp>
        <p:nvSpPr>
          <p:cNvPr id="480" name="Google Shape;480;p107"/>
          <p:cNvSpPr/>
          <p:nvPr/>
        </p:nvSpPr>
        <p:spPr>
          <a:xfrm>
            <a:off x="496125" y="389865"/>
            <a:ext cx="6382500" cy="10356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2800"/>
              <a:buFont typeface="Work Sans SemiBold"/>
              <a:buNone/>
            </a:pPr>
            <a:r>
              <a:rPr b="1" i="0" lang="en-GB" sz="2800" u="none" cap="none" strike="noStrike">
                <a:solidFill>
                  <a:srgbClr val="000000"/>
                </a:solidFill>
                <a:latin typeface="Work Sans SemiBold"/>
                <a:ea typeface="Work Sans SemiBold"/>
                <a:cs typeface="Work Sans SemiBold"/>
                <a:sym typeface="Work Sans SemiBold"/>
              </a:rPr>
              <a:t>Programme Deep Dive</a:t>
            </a:r>
            <a:endParaRPr b="0" i="0" sz="2800" u="none" cap="none" strike="noStrike">
              <a:solidFill>
                <a:srgbClr val="000000"/>
              </a:solidFill>
              <a:latin typeface="Arial"/>
              <a:ea typeface="Arial"/>
              <a:cs typeface="Arial"/>
              <a:sym typeface="Arial"/>
            </a:endParaRPr>
          </a:p>
        </p:txBody>
      </p:sp>
      <p:graphicFrame>
        <p:nvGraphicFramePr>
          <p:cNvPr id="481" name="Google Shape;481;p107"/>
          <p:cNvGraphicFramePr/>
          <p:nvPr/>
        </p:nvGraphicFramePr>
        <p:xfrm>
          <a:off x="273508" y="1361822"/>
          <a:ext cx="3000000" cy="3000000"/>
        </p:xfrm>
        <a:graphic>
          <a:graphicData uri="http://schemas.openxmlformats.org/drawingml/2006/table">
            <a:tbl>
              <a:tblPr>
                <a:noFill/>
                <a:tableStyleId>{A12A435F-576F-4542-A739-2A7F8274AF16}</a:tableStyleId>
              </a:tblPr>
              <a:tblGrid>
                <a:gridCol w="651550"/>
                <a:gridCol w="1325200"/>
                <a:gridCol w="1325200"/>
                <a:gridCol w="1325200"/>
                <a:gridCol w="1325200"/>
                <a:gridCol w="1325200"/>
              </a:tblGrid>
              <a:tr h="602475">
                <a:tc>
                  <a:txBody>
                    <a:bodyPr/>
                    <a:lstStyle/>
                    <a:p>
                      <a:pPr indent="0" lvl="0" marL="0" marR="0" rtl="0" algn="l">
                        <a:lnSpc>
                          <a:spcPct val="100000"/>
                        </a:lnSpc>
                        <a:spcBef>
                          <a:spcPts val="0"/>
                        </a:spcBef>
                        <a:spcAft>
                          <a:spcPts val="0"/>
                        </a:spcAft>
                        <a:buClr>
                          <a:srgbClr val="000000"/>
                        </a:buClr>
                        <a:buSzPts val="900"/>
                        <a:buFont typeface="Arial"/>
                        <a:buNone/>
                      </a:pPr>
                      <a:r>
                        <a:rPr lang="en-GB" sz="1100" u="none" cap="none" strike="noStrike">
                          <a:latin typeface="Work Sans SemiBold"/>
                          <a:ea typeface="Work Sans SemiBold"/>
                          <a:cs typeface="Work Sans SemiBold"/>
                          <a:sym typeface="Work Sans SemiBold"/>
                        </a:rPr>
                        <a:t>Week</a:t>
                      </a:r>
                      <a:endParaRPr sz="11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EF800"/>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GB" sz="1100" u="none" cap="none" strike="noStrike">
                          <a:latin typeface="Work Sans SemiBold"/>
                          <a:ea typeface="Work Sans SemiBold"/>
                          <a:cs typeface="Work Sans SemiBold"/>
                          <a:sym typeface="Work Sans SemiBold"/>
                        </a:rPr>
                        <a:t>1</a:t>
                      </a:r>
                      <a:endParaRPr sz="11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EF800"/>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GB" sz="1100" u="none" cap="none" strike="noStrike">
                          <a:solidFill>
                            <a:schemeClr val="dk1"/>
                          </a:solidFill>
                          <a:latin typeface="Work Sans SemiBold"/>
                          <a:ea typeface="Work Sans SemiBold"/>
                          <a:cs typeface="Work Sans SemiBold"/>
                          <a:sym typeface="Work Sans SemiBold"/>
                        </a:rPr>
                        <a:t>2</a:t>
                      </a:r>
                      <a:endParaRPr sz="11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EF800"/>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GB" sz="1100" u="none" cap="none" strike="noStrike">
                          <a:solidFill>
                            <a:schemeClr val="dk1"/>
                          </a:solidFill>
                          <a:latin typeface="Work Sans SemiBold"/>
                          <a:ea typeface="Work Sans SemiBold"/>
                          <a:cs typeface="Work Sans SemiBold"/>
                          <a:sym typeface="Work Sans SemiBold"/>
                        </a:rPr>
                        <a:t>3</a:t>
                      </a:r>
                      <a:endParaRPr sz="11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EF800"/>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GB" sz="1100" u="none" cap="none" strike="noStrike">
                          <a:latin typeface="Work Sans SemiBold"/>
                          <a:ea typeface="Work Sans SemiBold"/>
                          <a:cs typeface="Work Sans SemiBold"/>
                          <a:sym typeface="Work Sans SemiBold"/>
                        </a:rPr>
                        <a:t>4</a:t>
                      </a:r>
                      <a:endParaRPr sz="11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EF800"/>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GB" sz="1100" u="none" cap="none" strike="noStrike">
                          <a:solidFill>
                            <a:schemeClr val="dk1"/>
                          </a:solidFill>
                          <a:latin typeface="Work Sans SemiBold"/>
                          <a:ea typeface="Work Sans SemiBold"/>
                          <a:cs typeface="Work Sans SemiBold"/>
                          <a:sym typeface="Work Sans SemiBold"/>
                        </a:rPr>
                        <a:t>5</a:t>
                      </a:r>
                      <a:endParaRPr sz="11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EF800"/>
                    </a:solidFill>
                  </a:tcPr>
                </a:tc>
              </a:tr>
              <a:tr h="602425">
                <a:tc>
                  <a:txBody>
                    <a:bodyPr/>
                    <a:lstStyle/>
                    <a:p>
                      <a:pPr indent="-139700" lvl="0" marL="177800" marR="0" rtl="0" algn="l">
                        <a:lnSpc>
                          <a:spcPct val="115000"/>
                        </a:lnSpc>
                        <a:spcBef>
                          <a:spcPts val="0"/>
                        </a:spcBef>
                        <a:spcAft>
                          <a:spcPts val="0"/>
                        </a:spcAft>
                        <a:buClr>
                          <a:srgbClr val="000000"/>
                        </a:buClr>
                        <a:buSzPts val="800"/>
                        <a:buFont typeface="Arial"/>
                        <a:buNone/>
                      </a:pPr>
                      <a:r>
                        <a:rPr lang="en-GB" sz="1000" u="none" cap="none" strike="noStrike">
                          <a:solidFill>
                            <a:schemeClr val="dk1"/>
                          </a:solidFill>
                          <a:latin typeface="Work Sans SemiBold"/>
                          <a:ea typeface="Work Sans SemiBold"/>
                          <a:cs typeface="Work Sans SemiBold"/>
                          <a:sym typeface="Work Sans SemiBold"/>
                        </a:rPr>
                        <a:t>Live date</a:t>
                      </a:r>
                      <a:endParaRPr sz="1000" u="none" cap="none" strike="noStrike">
                        <a:solidFill>
                          <a:schemeClr val="dk1"/>
                        </a:solidFill>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chemeClr val="lt1"/>
                    </a:solidFill>
                  </a:tcPr>
                </a:tc>
                <a:tc>
                  <a:txBody>
                    <a:bodyPr/>
                    <a:lstStyle/>
                    <a:p>
                      <a:pPr indent="-139700" lvl="0" marL="177800" marR="0" rtl="0" algn="l">
                        <a:lnSpc>
                          <a:spcPct val="115000"/>
                        </a:lnSpc>
                        <a:spcBef>
                          <a:spcPts val="0"/>
                        </a:spcBef>
                        <a:spcAft>
                          <a:spcPts val="0"/>
                        </a:spcAft>
                        <a:buClr>
                          <a:srgbClr val="000000"/>
                        </a:buClr>
                        <a:buSzPts val="800"/>
                        <a:buFont typeface="Arial"/>
                        <a:buNone/>
                      </a:pPr>
                      <a:r>
                        <a:rPr lang="en-GB" sz="1000">
                          <a:latin typeface="Work Sans SemiBold"/>
                          <a:ea typeface="Work Sans SemiBold"/>
                          <a:cs typeface="Work Sans SemiBold"/>
                          <a:sym typeface="Work Sans SemiBold"/>
                        </a:rPr>
                        <a:t>23/07</a:t>
                      </a:r>
                      <a:endParaRPr sz="1000" u="none" cap="none" strike="noStrike">
                        <a:solidFill>
                          <a:srgbClr val="000000"/>
                        </a:solidFill>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GB" sz="1000">
                          <a:latin typeface="Work Sans SemiBold"/>
                          <a:ea typeface="Work Sans SemiBold"/>
                          <a:cs typeface="Work Sans SemiBold"/>
                          <a:sym typeface="Work Sans SemiBold"/>
                        </a:rPr>
                        <a:t>30/07</a:t>
                      </a:r>
                      <a:endParaRPr sz="10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GB" sz="1000">
                          <a:latin typeface="Work Sans SemiBold"/>
                          <a:ea typeface="Work Sans SemiBold"/>
                          <a:cs typeface="Work Sans SemiBold"/>
                          <a:sym typeface="Work Sans SemiBold"/>
                        </a:rPr>
                        <a:t>06/08</a:t>
                      </a:r>
                      <a:endParaRPr sz="1000" u="none" cap="none" strike="noStrike">
                        <a:solidFill>
                          <a:srgbClr val="000000"/>
                        </a:solidFill>
                        <a:latin typeface="Work Sans SemiBold"/>
                        <a:ea typeface="Work Sans SemiBold"/>
                        <a:cs typeface="Work Sans SemiBold"/>
                        <a:sym typeface="Work Sans SemiBold"/>
                      </a:endParaRPr>
                    </a:p>
                    <a:p>
                      <a:pPr indent="0" lvl="0" marL="0" marR="0" rtl="0" algn="l">
                        <a:lnSpc>
                          <a:spcPct val="100000"/>
                        </a:lnSpc>
                        <a:spcBef>
                          <a:spcPts val="0"/>
                        </a:spcBef>
                        <a:spcAft>
                          <a:spcPts val="0"/>
                        </a:spcAft>
                        <a:buClr>
                          <a:srgbClr val="000000"/>
                        </a:buClr>
                        <a:buSzPts val="800"/>
                        <a:buFont typeface="Arial"/>
                        <a:buNone/>
                      </a:pPr>
                      <a:r>
                        <a:t/>
                      </a:r>
                      <a:endParaRPr sz="10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GB" sz="1000">
                          <a:latin typeface="Work Sans SemiBold"/>
                          <a:ea typeface="Work Sans SemiBold"/>
                          <a:cs typeface="Work Sans SemiBold"/>
                          <a:sym typeface="Work Sans SemiBold"/>
                        </a:rPr>
                        <a:t>20/08</a:t>
                      </a:r>
                      <a:endParaRPr sz="1000" u="none" cap="none" strike="noStrike">
                        <a:solidFill>
                          <a:srgbClr val="000000"/>
                        </a:solidFill>
                        <a:latin typeface="Work Sans SemiBold"/>
                        <a:ea typeface="Work Sans SemiBold"/>
                        <a:cs typeface="Work Sans SemiBold"/>
                        <a:sym typeface="Work Sans SemiBold"/>
                      </a:endParaRPr>
                    </a:p>
                    <a:p>
                      <a:pPr indent="0" lvl="0" marL="0" marR="0" rtl="0" algn="l">
                        <a:lnSpc>
                          <a:spcPct val="100000"/>
                        </a:lnSpc>
                        <a:spcBef>
                          <a:spcPts val="0"/>
                        </a:spcBef>
                        <a:spcAft>
                          <a:spcPts val="0"/>
                        </a:spcAft>
                        <a:buClr>
                          <a:srgbClr val="000000"/>
                        </a:buClr>
                        <a:buSzPts val="800"/>
                        <a:buFont typeface="Arial"/>
                        <a:buNone/>
                      </a:pPr>
                      <a:r>
                        <a:t/>
                      </a:r>
                      <a:endParaRPr sz="1000" u="none" cap="none" strike="noStrike">
                        <a:solidFill>
                          <a:srgbClr val="000000"/>
                        </a:solidFill>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GB" sz="1000">
                          <a:latin typeface="Work Sans SemiBold"/>
                          <a:ea typeface="Work Sans SemiBold"/>
                          <a:cs typeface="Work Sans SemiBold"/>
                          <a:sym typeface="Work Sans SemiBold"/>
                        </a:rPr>
                        <a:t>03/09</a:t>
                      </a:r>
                      <a:endParaRPr sz="1000" u="none" cap="none" strike="noStrike">
                        <a:solidFill>
                          <a:srgbClr val="000000"/>
                        </a:solidFill>
                        <a:latin typeface="Work Sans SemiBold"/>
                        <a:ea typeface="Work Sans SemiBold"/>
                        <a:cs typeface="Work Sans SemiBold"/>
                        <a:sym typeface="Work Sans SemiBold"/>
                      </a:endParaRPr>
                    </a:p>
                    <a:p>
                      <a:pPr indent="0" lvl="0" marL="0" marR="0" rtl="0" algn="l">
                        <a:lnSpc>
                          <a:spcPct val="100000"/>
                        </a:lnSpc>
                        <a:spcBef>
                          <a:spcPts val="0"/>
                        </a:spcBef>
                        <a:spcAft>
                          <a:spcPts val="0"/>
                        </a:spcAft>
                        <a:buClr>
                          <a:srgbClr val="000000"/>
                        </a:buClr>
                        <a:buSzPts val="800"/>
                        <a:buFont typeface="Arial"/>
                        <a:buNone/>
                      </a:pPr>
                      <a:r>
                        <a:t/>
                      </a:r>
                      <a:endParaRPr sz="1000" u="none" cap="none" strike="noStrike">
                        <a:solidFill>
                          <a:srgbClr val="000000"/>
                        </a:solidFill>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FFFFF"/>
                    </a:solidFill>
                  </a:tcPr>
                </a:tc>
              </a:tr>
              <a:tr h="439825">
                <a:tc>
                  <a:txBody>
                    <a:bodyPr/>
                    <a:lstStyle/>
                    <a:p>
                      <a:pPr indent="0" lvl="0" marL="0" marR="0" rtl="0" algn="l">
                        <a:lnSpc>
                          <a:spcPct val="100000"/>
                        </a:lnSpc>
                        <a:spcBef>
                          <a:spcPts val="0"/>
                        </a:spcBef>
                        <a:spcAft>
                          <a:spcPts val="0"/>
                        </a:spcAft>
                        <a:buClr>
                          <a:srgbClr val="000000"/>
                        </a:buClr>
                        <a:buSzPts val="1000"/>
                        <a:buFont typeface="Arial"/>
                        <a:buNone/>
                      </a:pPr>
                      <a:r>
                        <a:rPr lang="en-GB" sz="1000" u="none" cap="none" strike="noStrike">
                          <a:latin typeface="Work Sans SemiBold"/>
                          <a:ea typeface="Work Sans SemiBold"/>
                          <a:cs typeface="Work Sans SemiBold"/>
                          <a:sym typeface="Work Sans SemiBold"/>
                        </a:rPr>
                        <a:t>Theme</a:t>
                      </a:r>
                      <a:endParaRPr sz="10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15000"/>
                        </a:lnSpc>
                        <a:spcBef>
                          <a:spcPts val="0"/>
                        </a:spcBef>
                        <a:spcAft>
                          <a:spcPts val="0"/>
                        </a:spcAft>
                        <a:buClr>
                          <a:srgbClr val="000000"/>
                        </a:buClr>
                        <a:buSzPts val="1000"/>
                        <a:buFont typeface="Arial"/>
                        <a:buNone/>
                      </a:pPr>
                      <a:r>
                        <a:rPr b="1" lang="en-GB" sz="1000" u="none" cap="none" strike="noStrike">
                          <a:solidFill>
                            <a:schemeClr val="dk1"/>
                          </a:solidFill>
                          <a:latin typeface="Work Sans"/>
                          <a:ea typeface="Work Sans"/>
                          <a:cs typeface="Work Sans"/>
                          <a:sym typeface="Work Sans"/>
                        </a:rPr>
                        <a:t>Foundations</a:t>
                      </a:r>
                      <a:endParaRPr b="1"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GB" sz="1000" u="none" cap="none" strike="noStrike">
                          <a:solidFill>
                            <a:schemeClr val="dk1"/>
                          </a:solidFill>
                          <a:latin typeface="Work Sans"/>
                          <a:ea typeface="Work Sans"/>
                          <a:cs typeface="Work Sans"/>
                          <a:sym typeface="Work Sans"/>
                        </a:rPr>
                        <a:t>Python Data Analysis</a:t>
                      </a:r>
                      <a:endParaRPr b="1"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GB" sz="1000" u="none" cap="none" strike="noStrike">
                          <a:solidFill>
                            <a:schemeClr val="dk1"/>
                          </a:solidFill>
                          <a:latin typeface="Work Sans"/>
                          <a:ea typeface="Work Sans"/>
                          <a:cs typeface="Work Sans"/>
                          <a:sym typeface="Work Sans"/>
                        </a:rPr>
                        <a:t>Exploratory Data Analysis</a:t>
                      </a:r>
                      <a:endParaRPr b="1"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GB" sz="1000" u="none" cap="none" strike="noStrike">
                          <a:solidFill>
                            <a:schemeClr val="dk1"/>
                          </a:solidFill>
                          <a:latin typeface="Work Sans"/>
                          <a:ea typeface="Work Sans"/>
                          <a:cs typeface="Work Sans"/>
                          <a:sym typeface="Work Sans"/>
                        </a:rPr>
                        <a:t>Statistical Data Analysis</a:t>
                      </a:r>
                      <a:endParaRPr b="1"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GB" sz="1000">
                          <a:solidFill>
                            <a:schemeClr val="dk1"/>
                          </a:solidFill>
                          <a:latin typeface="Work Sans"/>
                          <a:ea typeface="Work Sans"/>
                          <a:cs typeface="Work Sans"/>
                          <a:sym typeface="Work Sans"/>
                        </a:rPr>
                        <a:t>Capstone Intro</a:t>
                      </a:r>
                      <a:endParaRPr b="1"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r>
              <a:tr h="1627750">
                <a:tc>
                  <a:txBody>
                    <a:bodyPr/>
                    <a:lstStyle/>
                    <a:p>
                      <a:pPr indent="0" lvl="0" marL="0" marR="0" rtl="0" algn="l">
                        <a:lnSpc>
                          <a:spcPct val="100000"/>
                        </a:lnSpc>
                        <a:spcBef>
                          <a:spcPts val="0"/>
                        </a:spcBef>
                        <a:spcAft>
                          <a:spcPts val="0"/>
                        </a:spcAft>
                        <a:buClr>
                          <a:srgbClr val="000000"/>
                        </a:buClr>
                        <a:buSzPts val="800"/>
                        <a:buFont typeface="Arial"/>
                        <a:buNone/>
                      </a:pPr>
                      <a:r>
                        <a:rPr lang="en-GB" sz="1000" u="none" cap="none" strike="noStrike">
                          <a:latin typeface="Work Sans SemiBold"/>
                          <a:ea typeface="Work Sans SemiBold"/>
                          <a:cs typeface="Work Sans SemiBold"/>
                          <a:sym typeface="Work Sans SemiBold"/>
                        </a:rPr>
                        <a:t>Topics</a:t>
                      </a:r>
                      <a:endParaRPr sz="10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15000"/>
                        </a:lnSpc>
                        <a:spcBef>
                          <a:spcPts val="0"/>
                        </a:spcBef>
                        <a:spcAft>
                          <a:spcPts val="0"/>
                        </a:spcAft>
                        <a:buClr>
                          <a:schemeClr val="dk1"/>
                        </a:buClr>
                        <a:buSzPts val="800"/>
                        <a:buFont typeface="Arial"/>
                        <a:buNone/>
                      </a:pPr>
                      <a:r>
                        <a:rPr lang="en-GB" sz="1000" u="none" cap="none" strike="noStrike">
                          <a:solidFill>
                            <a:schemeClr val="dk1"/>
                          </a:solidFill>
                          <a:latin typeface="Work Sans"/>
                          <a:ea typeface="Work Sans"/>
                          <a:cs typeface="Work Sans"/>
                          <a:sym typeface="Work Sans"/>
                        </a:rPr>
                        <a:t>Launc</a:t>
                      </a:r>
                      <a:r>
                        <a:rPr lang="en-GB" sz="1000">
                          <a:solidFill>
                            <a:schemeClr val="dk1"/>
                          </a:solidFill>
                          <a:latin typeface="Work Sans"/>
                          <a:ea typeface="Work Sans"/>
                          <a:cs typeface="Work Sans"/>
                          <a:sym typeface="Work Sans"/>
                        </a:rPr>
                        <a:t>h</a:t>
                      </a:r>
                      <a:endParaRPr sz="1000">
                        <a:solidFill>
                          <a:schemeClr val="dk1"/>
                        </a:solidFill>
                        <a:latin typeface="Work Sans"/>
                        <a:ea typeface="Work Sans"/>
                        <a:cs typeface="Work Sans"/>
                        <a:sym typeface="Work Sans"/>
                      </a:endParaRPr>
                    </a:p>
                    <a:p>
                      <a:pPr indent="0" lvl="0" marL="0" marR="0" rtl="0" algn="l">
                        <a:lnSpc>
                          <a:spcPct val="115000"/>
                        </a:lnSpc>
                        <a:spcBef>
                          <a:spcPts val="600"/>
                        </a:spcBef>
                        <a:spcAft>
                          <a:spcPts val="0"/>
                        </a:spcAft>
                        <a:buClr>
                          <a:schemeClr val="dk1"/>
                        </a:buClr>
                        <a:buSzPts val="800"/>
                        <a:buFont typeface="Arial"/>
                        <a:buNone/>
                      </a:pPr>
                      <a:r>
                        <a:rPr lang="en-GB" sz="1000">
                          <a:solidFill>
                            <a:schemeClr val="dk1"/>
                          </a:solidFill>
                          <a:latin typeface="Work Sans"/>
                          <a:ea typeface="Work Sans"/>
                          <a:cs typeface="Work Sans"/>
                          <a:sym typeface="Work Sans"/>
                        </a:rPr>
                        <a:t>Tech Demos</a:t>
                      </a:r>
                      <a:endParaRPr sz="1000">
                        <a:solidFill>
                          <a:schemeClr val="dk1"/>
                        </a:solidFill>
                        <a:latin typeface="Work Sans"/>
                        <a:ea typeface="Work Sans"/>
                        <a:cs typeface="Work Sans"/>
                        <a:sym typeface="Work Sans"/>
                      </a:endParaRPr>
                    </a:p>
                    <a:p>
                      <a:pPr indent="0" lvl="0" marL="0" marR="0" rtl="0" algn="l">
                        <a:lnSpc>
                          <a:spcPct val="115000"/>
                        </a:lnSpc>
                        <a:spcBef>
                          <a:spcPts val="600"/>
                        </a:spcBef>
                        <a:spcAft>
                          <a:spcPts val="0"/>
                        </a:spcAft>
                        <a:buClr>
                          <a:schemeClr val="dk1"/>
                        </a:buClr>
                        <a:buSzPts val="800"/>
                        <a:buFont typeface="Arial"/>
                        <a:buNone/>
                      </a:pPr>
                      <a:r>
                        <a:rPr lang="en-GB" sz="1000" u="none" cap="none" strike="noStrike">
                          <a:solidFill>
                            <a:schemeClr val="dk1"/>
                          </a:solidFill>
                          <a:latin typeface="Work Sans"/>
                          <a:ea typeface="Work Sans"/>
                          <a:cs typeface="Work Sans"/>
                          <a:sym typeface="Work Sans"/>
                        </a:rPr>
                        <a:t>Foundations</a:t>
                      </a:r>
                      <a:endParaRPr sz="1000" u="none" cap="none" strike="noStrike">
                        <a:solidFill>
                          <a:schemeClr val="dk1"/>
                        </a:solidFill>
                        <a:latin typeface="Work Sans"/>
                        <a:ea typeface="Work Sans"/>
                        <a:cs typeface="Work Sans"/>
                        <a:sym typeface="Work Sans"/>
                      </a:endParaRPr>
                    </a:p>
                    <a:p>
                      <a:pPr indent="0" lvl="0" marL="0" marR="0" rtl="0" algn="l">
                        <a:lnSpc>
                          <a:spcPct val="115000"/>
                        </a:lnSpc>
                        <a:spcBef>
                          <a:spcPts val="600"/>
                        </a:spcBef>
                        <a:spcAft>
                          <a:spcPts val="0"/>
                        </a:spcAft>
                        <a:buClr>
                          <a:schemeClr val="dk1"/>
                        </a:buClr>
                        <a:buSzPts val="800"/>
                        <a:buFont typeface="Arial"/>
                        <a:buNone/>
                      </a:pPr>
                      <a:r>
                        <a:rPr lang="en-GB" sz="1000">
                          <a:solidFill>
                            <a:schemeClr val="dk1"/>
                          </a:solidFill>
                          <a:latin typeface="Work Sans"/>
                          <a:ea typeface="Work Sans"/>
                          <a:cs typeface="Work Sans"/>
                          <a:sym typeface="Work Sans"/>
                        </a:rPr>
                        <a:t>Intro Python</a:t>
                      </a:r>
                      <a:endParaRPr sz="1000">
                        <a:solidFill>
                          <a:schemeClr val="dk1"/>
                        </a:solidFill>
                        <a:latin typeface="Work Sans"/>
                        <a:ea typeface="Work Sans"/>
                        <a:cs typeface="Work Sans"/>
                        <a:sym typeface="Work Sans"/>
                      </a:endParaRPr>
                    </a:p>
                    <a:p>
                      <a:pPr indent="0" lvl="0" marL="0" marR="0" rtl="0" algn="l">
                        <a:lnSpc>
                          <a:spcPct val="115000"/>
                        </a:lnSpc>
                        <a:spcBef>
                          <a:spcPts val="600"/>
                        </a:spcBef>
                        <a:spcAft>
                          <a:spcPts val="0"/>
                        </a:spcAft>
                        <a:buClr>
                          <a:schemeClr val="dk1"/>
                        </a:buClr>
                        <a:buSzPts val="800"/>
                        <a:buFont typeface="Arial"/>
                        <a:buNone/>
                      </a:pPr>
                      <a:r>
                        <a:t/>
                      </a:r>
                      <a:endParaRPr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GB" sz="1000" u="none" cap="none" strike="noStrike">
                          <a:solidFill>
                            <a:schemeClr val="dk1"/>
                          </a:solidFill>
                          <a:latin typeface="Work Sans"/>
                          <a:ea typeface="Work Sans"/>
                          <a:cs typeface="Work Sans"/>
                          <a:sym typeface="Work Sans"/>
                        </a:rPr>
                        <a:t>Data </a:t>
                      </a:r>
                      <a:r>
                        <a:rPr lang="en-GB" sz="1000">
                          <a:solidFill>
                            <a:schemeClr val="dk1"/>
                          </a:solidFill>
                          <a:latin typeface="Work Sans"/>
                          <a:ea typeface="Work Sans"/>
                          <a:cs typeface="Work Sans"/>
                          <a:sym typeface="Work Sans"/>
                        </a:rPr>
                        <a:t>Manipulation with Pandas </a:t>
                      </a:r>
                      <a:endParaRPr sz="1000" u="none" cap="none" strike="noStrike">
                        <a:solidFill>
                          <a:schemeClr val="dk1"/>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800"/>
                        <a:buFont typeface="Arial"/>
                        <a:buNone/>
                      </a:pPr>
                      <a:r>
                        <a:t/>
                      </a:r>
                      <a:endParaRPr sz="1000" u="none" cap="none" strike="noStrike">
                        <a:solidFill>
                          <a:schemeClr val="dk1"/>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800"/>
                        <a:buFont typeface="Arial"/>
                        <a:buNone/>
                      </a:pPr>
                      <a:r>
                        <a:t/>
                      </a:r>
                      <a:endParaRPr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rtl="0" algn="l">
                        <a:spcBef>
                          <a:spcPts val="0"/>
                        </a:spcBef>
                        <a:spcAft>
                          <a:spcPts val="0"/>
                        </a:spcAft>
                        <a:buClr>
                          <a:schemeClr val="dk1"/>
                        </a:buClr>
                        <a:buSzPts val="800"/>
                        <a:buFont typeface="Arial"/>
                        <a:buNone/>
                      </a:pPr>
                      <a:r>
                        <a:rPr lang="en-GB" sz="1000">
                          <a:solidFill>
                            <a:schemeClr val="dk1"/>
                          </a:solidFill>
                          <a:latin typeface="Work Sans"/>
                          <a:ea typeface="Work Sans"/>
                          <a:cs typeface="Work Sans"/>
                          <a:sym typeface="Work Sans"/>
                        </a:rPr>
                        <a:t>Data Cleaning</a:t>
                      </a:r>
                      <a:endParaRPr sz="1000">
                        <a:solidFill>
                          <a:schemeClr val="dk1"/>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800"/>
                        <a:buFont typeface="Arial"/>
                        <a:buNone/>
                      </a:pPr>
                      <a:r>
                        <a:t/>
                      </a:r>
                      <a:endParaRPr sz="1000">
                        <a:solidFill>
                          <a:schemeClr val="dk1"/>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800"/>
                        <a:buFont typeface="Arial"/>
                        <a:buNone/>
                      </a:pPr>
                      <a:r>
                        <a:rPr lang="en-GB" sz="1000">
                          <a:solidFill>
                            <a:schemeClr val="dk1"/>
                          </a:solidFill>
                          <a:latin typeface="Work Sans"/>
                          <a:ea typeface="Work Sans"/>
                          <a:cs typeface="Work Sans"/>
                          <a:sym typeface="Work Sans"/>
                        </a:rPr>
                        <a:t>Data Visualisation</a:t>
                      </a:r>
                      <a:endParaRPr sz="1000">
                        <a:solidFill>
                          <a:schemeClr val="dk1"/>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800"/>
                        <a:buFont typeface="Arial"/>
                        <a:buNone/>
                      </a:pPr>
                      <a:r>
                        <a:t/>
                      </a:r>
                      <a:endParaRPr sz="1000">
                        <a:solidFill>
                          <a:schemeClr val="dk1"/>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800"/>
                        <a:buFont typeface="Arial"/>
                        <a:buNone/>
                      </a:pPr>
                      <a:r>
                        <a:rPr lang="en-GB" sz="1000">
                          <a:solidFill>
                            <a:schemeClr val="dk1"/>
                          </a:solidFill>
                          <a:latin typeface="Work Sans"/>
                          <a:ea typeface="Work Sans"/>
                          <a:cs typeface="Work Sans"/>
                          <a:sym typeface="Work Sans"/>
                        </a:rPr>
                        <a:t>Basic preprocessing for Data Science</a:t>
                      </a:r>
                      <a:endParaRPr sz="1000">
                        <a:solidFill>
                          <a:schemeClr val="dk1"/>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800"/>
                        <a:buFont typeface="Arial"/>
                        <a:buNone/>
                      </a:pPr>
                      <a:r>
                        <a:t/>
                      </a:r>
                      <a:endParaRPr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GB" sz="1000" u="none" cap="none" strike="noStrike">
                          <a:solidFill>
                            <a:schemeClr val="dk1"/>
                          </a:solidFill>
                          <a:latin typeface="Work Sans"/>
                          <a:ea typeface="Work Sans"/>
                          <a:cs typeface="Work Sans"/>
                          <a:sym typeface="Work Sans"/>
                        </a:rPr>
                        <a:t>Introduction to Statistics</a:t>
                      </a:r>
                      <a:endParaRPr sz="1000" u="none" cap="none" strike="noStrike">
                        <a:solidFill>
                          <a:schemeClr val="dk1"/>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800"/>
                        <a:buFont typeface="Arial"/>
                        <a:buNone/>
                      </a:pPr>
                      <a:r>
                        <a:rPr lang="en-GB" sz="1000" u="none" cap="none" strike="noStrike">
                          <a:solidFill>
                            <a:schemeClr val="dk1"/>
                          </a:solidFill>
                          <a:latin typeface="Work Sans"/>
                          <a:ea typeface="Work Sans"/>
                          <a:cs typeface="Work Sans"/>
                          <a:sym typeface="Work Sans"/>
                        </a:rPr>
                        <a:t>Hypotheses &amp; Inference </a:t>
                      </a:r>
                      <a:endParaRPr sz="1000" u="none" cap="none" strike="noStrike">
                        <a:solidFill>
                          <a:schemeClr val="dk1"/>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800"/>
                        <a:buFont typeface="Arial"/>
                        <a:buNone/>
                      </a:pPr>
                      <a:r>
                        <a:rPr lang="en-GB" sz="1000">
                          <a:solidFill>
                            <a:schemeClr val="dk1"/>
                          </a:solidFill>
                          <a:latin typeface="Work Sans"/>
                          <a:ea typeface="Work Sans"/>
                          <a:cs typeface="Work Sans"/>
                          <a:sym typeface="Work Sans"/>
                        </a:rPr>
                        <a:t>Feature Selection</a:t>
                      </a:r>
                      <a:endParaRPr sz="1000">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GB" sz="1000">
                          <a:solidFill>
                            <a:schemeClr val="dk1"/>
                          </a:solidFill>
                          <a:latin typeface="Work Sans"/>
                          <a:ea typeface="Work Sans"/>
                          <a:cs typeface="Work Sans"/>
                          <a:sym typeface="Work Sans"/>
                        </a:rPr>
                        <a:t>Capstone ideas</a:t>
                      </a:r>
                      <a:endParaRPr sz="1000">
                        <a:solidFill>
                          <a:schemeClr val="dk1"/>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800"/>
                        <a:buFont typeface="Arial"/>
                        <a:buNone/>
                      </a:pPr>
                      <a:r>
                        <a:t/>
                      </a:r>
                      <a:endParaRPr sz="1000">
                        <a:solidFill>
                          <a:schemeClr val="dk1"/>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800"/>
                        <a:buFont typeface="Arial"/>
                        <a:buNone/>
                      </a:pPr>
                      <a:r>
                        <a:rPr lang="en-GB" sz="1000">
                          <a:solidFill>
                            <a:schemeClr val="dk1"/>
                          </a:solidFill>
                          <a:latin typeface="Work Sans"/>
                          <a:ea typeface="Work Sans"/>
                          <a:cs typeface="Work Sans"/>
                          <a:sym typeface="Work Sans"/>
                        </a:rPr>
                        <a:t>Initial steps </a:t>
                      </a:r>
                      <a:endParaRPr sz="1000">
                        <a:solidFill>
                          <a:schemeClr val="dk1"/>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800"/>
                        <a:buFont typeface="Arial"/>
                        <a:buNone/>
                      </a:pPr>
                      <a:r>
                        <a:t/>
                      </a:r>
                      <a:endParaRPr sz="1000">
                        <a:solidFill>
                          <a:schemeClr val="dk1"/>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800"/>
                        <a:buFont typeface="Arial"/>
                        <a:buNone/>
                      </a:pPr>
                      <a:r>
                        <a:rPr lang="en-GB" sz="1000" u="none" cap="none" strike="noStrike">
                          <a:solidFill>
                            <a:schemeClr val="dk1"/>
                          </a:solidFill>
                          <a:latin typeface="Work Sans"/>
                          <a:ea typeface="Work Sans"/>
                          <a:cs typeface="Work Sans"/>
                          <a:sym typeface="Work Sans"/>
                        </a:rPr>
                        <a:t>Introduction to version control and dependency management</a:t>
                      </a:r>
                      <a:endParaRPr sz="1000" u="none" cap="none" strike="noStrike">
                        <a:solidFill>
                          <a:schemeClr val="dk1"/>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800"/>
                        <a:buFont typeface="Arial"/>
                        <a:buNone/>
                      </a:pPr>
                      <a:r>
                        <a:t/>
                      </a:r>
                      <a:endParaRPr sz="1000">
                        <a:solidFill>
                          <a:schemeClr val="dk1"/>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800"/>
                        <a:buFont typeface="Arial"/>
                        <a:buNone/>
                      </a:pPr>
                      <a:r>
                        <a:t/>
                      </a:r>
                      <a:endParaRPr sz="1000">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cxnSp>
        <p:nvCxnSpPr>
          <p:cNvPr id="486" name="Google Shape;486;p108"/>
          <p:cNvCxnSpPr/>
          <p:nvPr/>
        </p:nvCxnSpPr>
        <p:spPr>
          <a:xfrm>
            <a:off x="349925" y="5178035"/>
            <a:ext cx="0" cy="374700"/>
          </a:xfrm>
          <a:prstGeom prst="straightConnector1">
            <a:avLst/>
          </a:prstGeom>
          <a:noFill/>
          <a:ln cap="flat" cmpd="sng" w="28575">
            <a:solidFill>
              <a:srgbClr val="6D9EEB"/>
            </a:solidFill>
            <a:prstDash val="dot"/>
            <a:round/>
            <a:headEnd len="sm" w="sm" type="none"/>
            <a:tailEnd len="sm" w="sm" type="none"/>
          </a:ln>
        </p:spPr>
      </p:cxnSp>
      <p:cxnSp>
        <p:nvCxnSpPr>
          <p:cNvPr id="487" name="Google Shape;487;p108"/>
          <p:cNvCxnSpPr/>
          <p:nvPr/>
        </p:nvCxnSpPr>
        <p:spPr>
          <a:xfrm>
            <a:off x="8777600" y="5175099"/>
            <a:ext cx="0" cy="374700"/>
          </a:xfrm>
          <a:prstGeom prst="straightConnector1">
            <a:avLst/>
          </a:prstGeom>
          <a:noFill/>
          <a:ln cap="flat" cmpd="sng" w="28575">
            <a:solidFill>
              <a:srgbClr val="6D9EEB"/>
            </a:solidFill>
            <a:prstDash val="dot"/>
            <a:round/>
            <a:headEnd len="sm" w="sm" type="none"/>
            <a:tailEnd len="sm" w="sm" type="none"/>
          </a:ln>
        </p:spPr>
      </p:cxnSp>
      <p:cxnSp>
        <p:nvCxnSpPr>
          <p:cNvPr id="488" name="Google Shape;488;p108"/>
          <p:cNvCxnSpPr/>
          <p:nvPr/>
        </p:nvCxnSpPr>
        <p:spPr>
          <a:xfrm rot="10800000">
            <a:off x="9198925" y="4798800"/>
            <a:ext cx="709500" cy="0"/>
          </a:xfrm>
          <a:prstGeom prst="straightConnector1">
            <a:avLst/>
          </a:prstGeom>
          <a:noFill/>
          <a:ln cap="flat" cmpd="sng" w="28575">
            <a:solidFill>
              <a:srgbClr val="6D9EEB"/>
            </a:solidFill>
            <a:prstDash val="dot"/>
            <a:round/>
            <a:headEnd len="sm" w="sm" type="none"/>
            <a:tailEnd len="sm" w="sm" type="none"/>
          </a:ln>
        </p:spPr>
      </p:cxnSp>
      <p:cxnSp>
        <p:nvCxnSpPr>
          <p:cNvPr id="489" name="Google Shape;489;p108"/>
          <p:cNvCxnSpPr/>
          <p:nvPr/>
        </p:nvCxnSpPr>
        <p:spPr>
          <a:xfrm rot="10800000">
            <a:off x="-774518" y="4798800"/>
            <a:ext cx="709500" cy="0"/>
          </a:xfrm>
          <a:prstGeom prst="straightConnector1">
            <a:avLst/>
          </a:prstGeom>
          <a:noFill/>
          <a:ln cap="flat" cmpd="sng" w="28575">
            <a:solidFill>
              <a:srgbClr val="6D9EEB"/>
            </a:solidFill>
            <a:prstDash val="dot"/>
            <a:round/>
            <a:headEnd len="sm" w="sm" type="none"/>
            <a:tailEnd len="sm" w="sm" type="none"/>
          </a:ln>
        </p:spPr>
      </p:cxnSp>
      <p:cxnSp>
        <p:nvCxnSpPr>
          <p:cNvPr id="490" name="Google Shape;490;p108"/>
          <p:cNvCxnSpPr/>
          <p:nvPr/>
        </p:nvCxnSpPr>
        <p:spPr>
          <a:xfrm rot="10800000">
            <a:off x="9198925" y="1187100"/>
            <a:ext cx="709500" cy="0"/>
          </a:xfrm>
          <a:prstGeom prst="straightConnector1">
            <a:avLst/>
          </a:prstGeom>
          <a:noFill/>
          <a:ln cap="flat" cmpd="sng" w="28575">
            <a:solidFill>
              <a:srgbClr val="6D9EEB"/>
            </a:solidFill>
            <a:prstDash val="dot"/>
            <a:round/>
            <a:headEnd len="sm" w="sm" type="none"/>
            <a:tailEnd len="sm" w="sm" type="none"/>
          </a:ln>
        </p:spPr>
      </p:cxnSp>
      <p:cxnSp>
        <p:nvCxnSpPr>
          <p:cNvPr id="491" name="Google Shape;491;p108"/>
          <p:cNvCxnSpPr/>
          <p:nvPr/>
        </p:nvCxnSpPr>
        <p:spPr>
          <a:xfrm rot="10800000">
            <a:off x="-774533" y="1187100"/>
            <a:ext cx="709500" cy="0"/>
          </a:xfrm>
          <a:prstGeom prst="straightConnector1">
            <a:avLst/>
          </a:prstGeom>
          <a:noFill/>
          <a:ln cap="flat" cmpd="sng" w="28575">
            <a:solidFill>
              <a:srgbClr val="6D9EEB"/>
            </a:solidFill>
            <a:prstDash val="dot"/>
            <a:round/>
            <a:headEnd len="sm" w="sm" type="none"/>
            <a:tailEnd len="sm" w="sm" type="none"/>
          </a:ln>
        </p:spPr>
      </p:cxnSp>
      <p:sp>
        <p:nvSpPr>
          <p:cNvPr id="492" name="Google Shape;492;p108"/>
          <p:cNvSpPr/>
          <p:nvPr/>
        </p:nvSpPr>
        <p:spPr>
          <a:xfrm>
            <a:off x="496125" y="389865"/>
            <a:ext cx="6382500" cy="10356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2800"/>
              <a:buFont typeface="Work Sans SemiBold"/>
              <a:buNone/>
            </a:pPr>
            <a:r>
              <a:rPr b="1" i="0" lang="en-GB" sz="2800" u="none" cap="none" strike="noStrike">
                <a:solidFill>
                  <a:srgbClr val="000000"/>
                </a:solidFill>
                <a:latin typeface="Work Sans SemiBold"/>
                <a:ea typeface="Work Sans SemiBold"/>
                <a:cs typeface="Work Sans SemiBold"/>
                <a:sym typeface="Work Sans SemiBold"/>
              </a:rPr>
              <a:t>Programme Deep Dive</a:t>
            </a:r>
            <a:endParaRPr b="0" i="0" sz="2800" u="none" cap="none" strike="noStrike">
              <a:solidFill>
                <a:srgbClr val="000000"/>
              </a:solidFill>
              <a:latin typeface="Arial"/>
              <a:ea typeface="Arial"/>
              <a:cs typeface="Arial"/>
              <a:sym typeface="Arial"/>
            </a:endParaRPr>
          </a:p>
        </p:txBody>
      </p:sp>
      <p:graphicFrame>
        <p:nvGraphicFramePr>
          <p:cNvPr id="493" name="Google Shape;493;p108"/>
          <p:cNvGraphicFramePr/>
          <p:nvPr/>
        </p:nvGraphicFramePr>
        <p:xfrm>
          <a:off x="567633" y="1425422"/>
          <a:ext cx="3000000" cy="3000000"/>
        </p:xfrm>
        <a:graphic>
          <a:graphicData uri="http://schemas.openxmlformats.org/drawingml/2006/table">
            <a:tbl>
              <a:tblPr>
                <a:noFill/>
                <a:tableStyleId>{A12A435F-576F-4542-A739-2A7F8274AF16}</a:tableStyleId>
              </a:tblPr>
              <a:tblGrid>
                <a:gridCol w="817500"/>
                <a:gridCol w="1478500"/>
                <a:gridCol w="1478500"/>
                <a:gridCol w="1478500"/>
                <a:gridCol w="1478500"/>
                <a:gridCol w="1478500"/>
              </a:tblGrid>
              <a:tr h="605400">
                <a:tc>
                  <a:txBody>
                    <a:bodyPr/>
                    <a:lstStyle/>
                    <a:p>
                      <a:pPr indent="0" lvl="0" marL="0" marR="0" rtl="0" algn="l">
                        <a:lnSpc>
                          <a:spcPct val="100000"/>
                        </a:lnSpc>
                        <a:spcBef>
                          <a:spcPts val="0"/>
                        </a:spcBef>
                        <a:spcAft>
                          <a:spcPts val="0"/>
                        </a:spcAft>
                        <a:buClr>
                          <a:srgbClr val="000000"/>
                        </a:buClr>
                        <a:buSzPts val="900"/>
                        <a:buFont typeface="Arial"/>
                        <a:buNone/>
                      </a:pPr>
                      <a:r>
                        <a:rPr lang="en-GB" sz="1100" u="none" cap="none" strike="noStrike">
                          <a:latin typeface="Work Sans SemiBold"/>
                          <a:ea typeface="Work Sans SemiBold"/>
                          <a:cs typeface="Work Sans SemiBold"/>
                          <a:sym typeface="Work Sans SemiBold"/>
                        </a:rPr>
                        <a:t>Week</a:t>
                      </a:r>
                      <a:endParaRPr sz="11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EF800"/>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GB" sz="1100" u="none" cap="none" strike="noStrike">
                          <a:latin typeface="Work Sans SemiBold"/>
                          <a:ea typeface="Work Sans SemiBold"/>
                          <a:cs typeface="Work Sans SemiBold"/>
                          <a:sym typeface="Work Sans SemiBold"/>
                        </a:rPr>
                        <a:t>6</a:t>
                      </a:r>
                      <a:endParaRPr sz="11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EF800"/>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GB" sz="1100" u="none" cap="none" strike="noStrike">
                          <a:solidFill>
                            <a:schemeClr val="dk1"/>
                          </a:solidFill>
                          <a:latin typeface="Work Sans SemiBold"/>
                          <a:ea typeface="Work Sans SemiBold"/>
                          <a:cs typeface="Work Sans SemiBold"/>
                          <a:sym typeface="Work Sans SemiBold"/>
                        </a:rPr>
                        <a:t>7</a:t>
                      </a:r>
                      <a:endParaRPr sz="11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EF800"/>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GB" sz="1100" u="none" cap="none" strike="noStrike">
                          <a:solidFill>
                            <a:schemeClr val="dk1"/>
                          </a:solidFill>
                          <a:latin typeface="Work Sans SemiBold"/>
                          <a:ea typeface="Work Sans SemiBold"/>
                          <a:cs typeface="Work Sans SemiBold"/>
                          <a:sym typeface="Work Sans SemiBold"/>
                        </a:rPr>
                        <a:t>8</a:t>
                      </a:r>
                      <a:endParaRPr sz="11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EF800"/>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GB" sz="1100" u="none" cap="none" strike="noStrike">
                          <a:latin typeface="Work Sans SemiBold"/>
                          <a:ea typeface="Work Sans SemiBold"/>
                          <a:cs typeface="Work Sans SemiBold"/>
                          <a:sym typeface="Work Sans SemiBold"/>
                        </a:rPr>
                        <a:t>9</a:t>
                      </a:r>
                      <a:endParaRPr sz="11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EF800"/>
                    </a:solidFill>
                  </a:tcPr>
                </a:tc>
                <a:tc>
                  <a:txBody>
                    <a:bodyPr/>
                    <a:lstStyle/>
                    <a:p>
                      <a:pPr indent="0" lvl="0" marL="0" marR="0" rtl="0" algn="l">
                        <a:lnSpc>
                          <a:spcPct val="100000"/>
                        </a:lnSpc>
                        <a:spcBef>
                          <a:spcPts val="0"/>
                        </a:spcBef>
                        <a:spcAft>
                          <a:spcPts val="0"/>
                        </a:spcAft>
                        <a:buClr>
                          <a:srgbClr val="000000"/>
                        </a:buClr>
                        <a:buSzPts val="900"/>
                        <a:buFont typeface="Arial"/>
                        <a:buNone/>
                      </a:pPr>
                      <a:r>
                        <a:rPr lang="en-GB" sz="1100">
                          <a:solidFill>
                            <a:schemeClr val="dk1"/>
                          </a:solidFill>
                          <a:latin typeface="Work Sans SemiBold"/>
                          <a:ea typeface="Work Sans SemiBold"/>
                          <a:cs typeface="Work Sans SemiBold"/>
                          <a:sym typeface="Work Sans SemiBold"/>
                        </a:rPr>
                        <a:t>TBC</a:t>
                      </a:r>
                      <a:endParaRPr sz="11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EF800"/>
                    </a:solidFill>
                  </a:tcPr>
                </a:tc>
              </a:tr>
              <a:tr h="605350">
                <a:tc>
                  <a:txBody>
                    <a:bodyPr/>
                    <a:lstStyle/>
                    <a:p>
                      <a:pPr indent="-139700" lvl="0" marL="177800" marR="0" rtl="0" algn="l">
                        <a:lnSpc>
                          <a:spcPct val="115000"/>
                        </a:lnSpc>
                        <a:spcBef>
                          <a:spcPts val="0"/>
                        </a:spcBef>
                        <a:spcAft>
                          <a:spcPts val="0"/>
                        </a:spcAft>
                        <a:buClr>
                          <a:srgbClr val="000000"/>
                        </a:buClr>
                        <a:buSzPts val="800"/>
                        <a:buFont typeface="Arial"/>
                        <a:buNone/>
                      </a:pPr>
                      <a:r>
                        <a:rPr lang="en-GB" sz="1000" u="none" cap="none" strike="noStrike">
                          <a:solidFill>
                            <a:schemeClr val="dk1"/>
                          </a:solidFill>
                          <a:latin typeface="Work Sans SemiBold"/>
                          <a:ea typeface="Work Sans SemiBold"/>
                          <a:cs typeface="Work Sans SemiBold"/>
                          <a:sym typeface="Work Sans SemiBold"/>
                        </a:rPr>
                        <a:t>Live date</a:t>
                      </a:r>
                      <a:endParaRPr sz="1000" u="none" cap="none" strike="noStrike">
                        <a:solidFill>
                          <a:schemeClr val="dk1"/>
                        </a:solidFill>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chemeClr val="lt1"/>
                    </a:solidFill>
                  </a:tcPr>
                </a:tc>
                <a:tc>
                  <a:txBody>
                    <a:bodyPr/>
                    <a:lstStyle/>
                    <a:p>
                      <a:pPr indent="-139700" lvl="0" marL="177800" marR="0" rtl="0" algn="l">
                        <a:lnSpc>
                          <a:spcPct val="115000"/>
                        </a:lnSpc>
                        <a:spcBef>
                          <a:spcPts val="0"/>
                        </a:spcBef>
                        <a:spcAft>
                          <a:spcPts val="0"/>
                        </a:spcAft>
                        <a:buClr>
                          <a:srgbClr val="000000"/>
                        </a:buClr>
                        <a:buSzPts val="800"/>
                        <a:buFont typeface="Arial"/>
                        <a:buNone/>
                      </a:pPr>
                      <a:r>
                        <a:rPr lang="en-GB" sz="1000">
                          <a:latin typeface="Work Sans SemiBold"/>
                          <a:ea typeface="Work Sans SemiBold"/>
                          <a:cs typeface="Work Sans SemiBold"/>
                          <a:sym typeface="Work Sans SemiBold"/>
                        </a:rPr>
                        <a:t>10/09</a:t>
                      </a:r>
                      <a:endParaRPr sz="1000" u="none" cap="none" strike="noStrike">
                        <a:solidFill>
                          <a:srgbClr val="000000"/>
                        </a:solidFill>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GB" sz="1000">
                          <a:latin typeface="Work Sans SemiBold"/>
                          <a:ea typeface="Work Sans SemiBold"/>
                          <a:cs typeface="Work Sans SemiBold"/>
                          <a:sym typeface="Work Sans SemiBold"/>
                        </a:rPr>
                        <a:t>17/09</a:t>
                      </a:r>
                      <a:endParaRPr sz="10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GB" sz="1000">
                          <a:latin typeface="Work Sans SemiBold"/>
                          <a:ea typeface="Work Sans SemiBold"/>
                          <a:cs typeface="Work Sans SemiBold"/>
                          <a:sym typeface="Work Sans SemiBold"/>
                        </a:rPr>
                        <a:t>24/09</a:t>
                      </a:r>
                      <a:endParaRPr sz="1000" u="none" cap="none" strike="noStrike">
                        <a:solidFill>
                          <a:srgbClr val="000000"/>
                        </a:solidFill>
                        <a:latin typeface="Work Sans SemiBold"/>
                        <a:ea typeface="Work Sans SemiBold"/>
                        <a:cs typeface="Work Sans SemiBold"/>
                        <a:sym typeface="Work Sans SemiBold"/>
                      </a:endParaRPr>
                    </a:p>
                    <a:p>
                      <a:pPr indent="0" lvl="0" marL="0" marR="0" rtl="0" algn="l">
                        <a:lnSpc>
                          <a:spcPct val="100000"/>
                        </a:lnSpc>
                        <a:spcBef>
                          <a:spcPts val="0"/>
                        </a:spcBef>
                        <a:spcAft>
                          <a:spcPts val="0"/>
                        </a:spcAft>
                        <a:buClr>
                          <a:srgbClr val="000000"/>
                        </a:buClr>
                        <a:buSzPts val="800"/>
                        <a:buFont typeface="Arial"/>
                        <a:buNone/>
                      </a:pPr>
                      <a:r>
                        <a:t/>
                      </a:r>
                      <a:endParaRPr sz="10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GB" sz="1000">
                          <a:latin typeface="Work Sans SemiBold"/>
                          <a:ea typeface="Work Sans SemiBold"/>
                          <a:cs typeface="Work Sans SemiBold"/>
                          <a:sym typeface="Work Sans SemiBold"/>
                        </a:rPr>
                        <a:t>01/10</a:t>
                      </a:r>
                      <a:endParaRPr sz="1000" u="none" cap="none" strike="noStrike">
                        <a:solidFill>
                          <a:srgbClr val="000000"/>
                        </a:solidFill>
                        <a:latin typeface="Work Sans SemiBold"/>
                        <a:ea typeface="Work Sans SemiBold"/>
                        <a:cs typeface="Work Sans SemiBold"/>
                        <a:sym typeface="Work Sans SemiBold"/>
                      </a:endParaRPr>
                    </a:p>
                    <a:p>
                      <a:pPr indent="0" lvl="0" marL="0" marR="0" rtl="0" algn="l">
                        <a:lnSpc>
                          <a:spcPct val="100000"/>
                        </a:lnSpc>
                        <a:spcBef>
                          <a:spcPts val="0"/>
                        </a:spcBef>
                        <a:spcAft>
                          <a:spcPts val="0"/>
                        </a:spcAft>
                        <a:buClr>
                          <a:srgbClr val="000000"/>
                        </a:buClr>
                        <a:buSzPts val="800"/>
                        <a:buFont typeface="Arial"/>
                        <a:buNone/>
                      </a:pPr>
                      <a:r>
                        <a:t/>
                      </a:r>
                      <a:endParaRPr sz="1000" u="none" cap="none" strike="noStrike">
                        <a:solidFill>
                          <a:srgbClr val="000000"/>
                        </a:solidFill>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GB" sz="1000" u="none" cap="none" strike="noStrike">
                          <a:solidFill>
                            <a:srgbClr val="000000"/>
                          </a:solidFill>
                          <a:latin typeface="Work Sans SemiBold"/>
                          <a:ea typeface="Work Sans SemiBold"/>
                          <a:cs typeface="Work Sans SemiBold"/>
                          <a:sym typeface="Work Sans SemiBold"/>
                        </a:rPr>
                        <a:t>TBC</a:t>
                      </a:r>
                      <a:endParaRPr sz="1000" u="none" cap="none" strike="noStrike">
                        <a:solidFill>
                          <a:srgbClr val="000000"/>
                        </a:solidFill>
                        <a:latin typeface="Work Sans SemiBold"/>
                        <a:ea typeface="Work Sans SemiBold"/>
                        <a:cs typeface="Work Sans SemiBold"/>
                        <a:sym typeface="Work Sans SemiBold"/>
                      </a:endParaRPr>
                    </a:p>
                    <a:p>
                      <a:pPr indent="0" lvl="0" marL="0" marR="0" rtl="0" algn="l">
                        <a:lnSpc>
                          <a:spcPct val="100000"/>
                        </a:lnSpc>
                        <a:spcBef>
                          <a:spcPts val="0"/>
                        </a:spcBef>
                        <a:spcAft>
                          <a:spcPts val="0"/>
                        </a:spcAft>
                        <a:buClr>
                          <a:srgbClr val="000000"/>
                        </a:buClr>
                        <a:buSzPts val="800"/>
                        <a:buFont typeface="Arial"/>
                        <a:buNone/>
                      </a:pPr>
                      <a:r>
                        <a:t/>
                      </a:r>
                      <a:endParaRPr sz="1000" u="none" cap="none" strike="noStrike">
                        <a:solidFill>
                          <a:srgbClr val="000000"/>
                        </a:solidFill>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FFFFFF"/>
                    </a:solidFill>
                  </a:tcPr>
                </a:tc>
              </a:tr>
              <a:tr h="302250">
                <a:tc>
                  <a:txBody>
                    <a:bodyPr/>
                    <a:lstStyle/>
                    <a:p>
                      <a:pPr indent="0" lvl="0" marL="0" marR="0" rtl="0" algn="l">
                        <a:lnSpc>
                          <a:spcPct val="100000"/>
                        </a:lnSpc>
                        <a:spcBef>
                          <a:spcPts val="0"/>
                        </a:spcBef>
                        <a:spcAft>
                          <a:spcPts val="0"/>
                        </a:spcAft>
                        <a:buClr>
                          <a:srgbClr val="000000"/>
                        </a:buClr>
                        <a:buSzPts val="1000"/>
                        <a:buFont typeface="Arial"/>
                        <a:buNone/>
                      </a:pPr>
                      <a:r>
                        <a:rPr lang="en-GB" sz="1000" u="none" cap="none" strike="noStrike">
                          <a:latin typeface="Work Sans SemiBold"/>
                          <a:ea typeface="Work Sans SemiBold"/>
                          <a:cs typeface="Work Sans SemiBold"/>
                          <a:sym typeface="Work Sans SemiBold"/>
                        </a:rPr>
                        <a:t>Theme</a:t>
                      </a:r>
                      <a:endParaRPr sz="10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15000"/>
                        </a:lnSpc>
                        <a:spcBef>
                          <a:spcPts val="0"/>
                        </a:spcBef>
                        <a:spcAft>
                          <a:spcPts val="0"/>
                        </a:spcAft>
                        <a:buClr>
                          <a:srgbClr val="000000"/>
                        </a:buClr>
                        <a:buSzPts val="1000"/>
                        <a:buFont typeface="Arial"/>
                        <a:buNone/>
                      </a:pPr>
                      <a:r>
                        <a:rPr b="1" lang="en-GB" sz="1000" u="none" cap="none" strike="noStrike">
                          <a:solidFill>
                            <a:schemeClr val="dk1"/>
                          </a:solidFill>
                          <a:latin typeface="Work Sans"/>
                          <a:ea typeface="Work Sans"/>
                          <a:cs typeface="Work Sans"/>
                          <a:sym typeface="Work Sans"/>
                        </a:rPr>
                        <a:t>Machine Learning</a:t>
                      </a:r>
                      <a:endParaRPr b="1"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GB" sz="1000">
                          <a:solidFill>
                            <a:schemeClr val="dk1"/>
                          </a:solidFill>
                          <a:latin typeface="Work Sans"/>
                          <a:ea typeface="Work Sans"/>
                          <a:cs typeface="Work Sans"/>
                          <a:sym typeface="Work Sans"/>
                        </a:rPr>
                        <a:t> </a:t>
                      </a:r>
                      <a:r>
                        <a:rPr b="1" lang="en-GB" sz="1000" u="none" cap="none" strike="noStrike">
                          <a:solidFill>
                            <a:schemeClr val="dk1"/>
                          </a:solidFill>
                          <a:latin typeface="Work Sans"/>
                          <a:ea typeface="Work Sans"/>
                          <a:cs typeface="Work Sans"/>
                          <a:sym typeface="Work Sans"/>
                        </a:rPr>
                        <a:t>Classification</a:t>
                      </a:r>
                      <a:endParaRPr b="1"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GB" sz="1000" u="none" cap="none" strike="noStrike">
                          <a:solidFill>
                            <a:schemeClr val="dk1"/>
                          </a:solidFill>
                          <a:latin typeface="Work Sans"/>
                          <a:ea typeface="Work Sans"/>
                          <a:cs typeface="Work Sans"/>
                          <a:sym typeface="Work Sans"/>
                        </a:rPr>
                        <a:t>Time Series Analysis</a:t>
                      </a:r>
                      <a:endParaRPr b="1"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GB" sz="1000" u="none" cap="none" strike="noStrike">
                          <a:solidFill>
                            <a:schemeClr val="dk1"/>
                          </a:solidFill>
                          <a:latin typeface="Work Sans"/>
                          <a:ea typeface="Work Sans"/>
                          <a:cs typeface="Work Sans"/>
                          <a:sym typeface="Work Sans"/>
                        </a:rPr>
                        <a:t>Capstone Project</a:t>
                      </a:r>
                      <a:endParaRPr b="1"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GB" sz="1000" u="none" cap="none" strike="noStrike">
                          <a:solidFill>
                            <a:schemeClr val="dk1"/>
                          </a:solidFill>
                          <a:latin typeface="Work Sans"/>
                          <a:ea typeface="Work Sans"/>
                          <a:cs typeface="Work Sans"/>
                          <a:sym typeface="Work Sans"/>
                        </a:rPr>
                        <a:t>Graduation</a:t>
                      </a:r>
                      <a:endParaRPr b="1"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r>
              <a:tr h="1635650">
                <a:tc>
                  <a:txBody>
                    <a:bodyPr/>
                    <a:lstStyle/>
                    <a:p>
                      <a:pPr indent="0" lvl="0" marL="0" marR="0" rtl="0" algn="l">
                        <a:lnSpc>
                          <a:spcPct val="100000"/>
                        </a:lnSpc>
                        <a:spcBef>
                          <a:spcPts val="0"/>
                        </a:spcBef>
                        <a:spcAft>
                          <a:spcPts val="0"/>
                        </a:spcAft>
                        <a:buClr>
                          <a:srgbClr val="000000"/>
                        </a:buClr>
                        <a:buSzPts val="800"/>
                        <a:buFont typeface="Arial"/>
                        <a:buNone/>
                      </a:pPr>
                      <a:r>
                        <a:rPr lang="en-GB" sz="1000" u="none" cap="none" strike="noStrike">
                          <a:latin typeface="Work Sans SemiBold"/>
                          <a:ea typeface="Work Sans SemiBold"/>
                          <a:cs typeface="Work Sans SemiBold"/>
                          <a:sym typeface="Work Sans SemiBold"/>
                        </a:rPr>
                        <a:t>Topics</a:t>
                      </a:r>
                      <a:endParaRPr sz="1000" u="none" cap="none" strike="noStrike">
                        <a:latin typeface="Work Sans SemiBold"/>
                        <a:ea typeface="Work Sans SemiBold"/>
                        <a:cs typeface="Work Sans SemiBold"/>
                        <a:sym typeface="Work Sans SemiBold"/>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15000"/>
                        </a:lnSpc>
                        <a:spcBef>
                          <a:spcPts val="0"/>
                        </a:spcBef>
                        <a:spcAft>
                          <a:spcPts val="0"/>
                        </a:spcAft>
                        <a:buClr>
                          <a:schemeClr val="dk1"/>
                        </a:buClr>
                        <a:buSzPts val="800"/>
                        <a:buFont typeface="Arial"/>
                        <a:buNone/>
                      </a:pPr>
                      <a:r>
                        <a:rPr lang="en-GB" sz="1000" u="none" cap="none" strike="noStrike">
                          <a:solidFill>
                            <a:schemeClr val="dk1"/>
                          </a:solidFill>
                          <a:latin typeface="Work Sans"/>
                          <a:ea typeface="Work Sans"/>
                          <a:cs typeface="Work Sans"/>
                          <a:sym typeface="Work Sans"/>
                        </a:rPr>
                        <a:t>ML Foundations</a:t>
                      </a:r>
                      <a:endParaRPr sz="1000" u="none" cap="none" strike="noStrike">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800"/>
                        <a:buFont typeface="Arial"/>
                        <a:buNone/>
                      </a:pPr>
                      <a:r>
                        <a:rPr lang="en-GB" sz="1000">
                          <a:solidFill>
                            <a:schemeClr val="dk1"/>
                          </a:solidFill>
                          <a:latin typeface="Work Sans"/>
                          <a:ea typeface="Work Sans"/>
                          <a:cs typeface="Work Sans"/>
                          <a:sym typeface="Work Sans"/>
                        </a:rPr>
                        <a:t>Intro. to Regression</a:t>
                      </a:r>
                      <a:endParaRPr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00000"/>
                        </a:lnSpc>
                        <a:spcBef>
                          <a:spcPts val="600"/>
                        </a:spcBef>
                        <a:spcAft>
                          <a:spcPts val="0"/>
                        </a:spcAft>
                        <a:buClr>
                          <a:srgbClr val="000000"/>
                        </a:buClr>
                        <a:buSzPts val="800"/>
                        <a:buFont typeface="Arial"/>
                        <a:buNone/>
                      </a:pPr>
                      <a:r>
                        <a:rPr lang="en-GB" sz="1000" u="none" cap="none" strike="noStrike">
                          <a:solidFill>
                            <a:schemeClr val="dk1"/>
                          </a:solidFill>
                          <a:latin typeface="Work Sans"/>
                          <a:ea typeface="Work Sans"/>
                          <a:cs typeface="Work Sans"/>
                          <a:sym typeface="Work Sans"/>
                        </a:rPr>
                        <a:t>Intro. to Classification›</a:t>
                      </a:r>
                      <a:endParaRPr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GB" sz="1000" u="none" cap="none" strike="noStrike">
                          <a:solidFill>
                            <a:schemeClr val="dk1"/>
                          </a:solidFill>
                          <a:latin typeface="Work Sans"/>
                          <a:ea typeface="Work Sans"/>
                          <a:cs typeface="Work Sans"/>
                          <a:sym typeface="Work Sans"/>
                        </a:rPr>
                        <a:t>Time Series with Pandas</a:t>
                      </a:r>
                      <a:endParaRPr sz="1000" u="none" cap="none" strike="noStrike">
                        <a:solidFill>
                          <a:schemeClr val="dk1"/>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800"/>
                        <a:buFont typeface="Arial"/>
                        <a:buNone/>
                      </a:pPr>
                      <a:r>
                        <a:rPr lang="en-GB" sz="1000" u="none" cap="none" strike="noStrike">
                          <a:solidFill>
                            <a:schemeClr val="dk1"/>
                          </a:solidFill>
                          <a:latin typeface="Work Sans"/>
                          <a:ea typeface="Work Sans"/>
                          <a:cs typeface="Work Sans"/>
                          <a:sym typeface="Work Sans"/>
                        </a:rPr>
                        <a:t>Time Series Analysis</a:t>
                      </a:r>
                      <a:endParaRPr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GB" sz="1000">
                          <a:solidFill>
                            <a:schemeClr val="dk1"/>
                          </a:solidFill>
                          <a:latin typeface="Work Sans"/>
                          <a:ea typeface="Work Sans"/>
                          <a:cs typeface="Work Sans"/>
                          <a:sym typeface="Work Sans"/>
                        </a:rPr>
                        <a:t>A chance to begin working work your ML project</a:t>
                      </a:r>
                      <a:endParaRPr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800"/>
                        <a:buFont typeface="Arial"/>
                        <a:buNone/>
                      </a:pPr>
                      <a:r>
                        <a:rPr lang="en-GB" sz="1000" u="none" cap="none" strike="noStrike">
                          <a:solidFill>
                            <a:schemeClr val="dk1"/>
                          </a:solidFill>
                          <a:latin typeface="Work Sans"/>
                          <a:ea typeface="Work Sans"/>
                          <a:cs typeface="Work Sans"/>
                          <a:sym typeface="Work Sans"/>
                        </a:rPr>
                        <a:t>Celebrate achievements</a:t>
                      </a:r>
                      <a:endParaRPr sz="1000" u="none" cap="none" strike="noStrike">
                        <a:solidFill>
                          <a:schemeClr val="dk1"/>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800"/>
                        <a:buFont typeface="Arial"/>
                        <a:buNone/>
                      </a:pPr>
                      <a:r>
                        <a:rPr lang="en-GB" sz="1000" u="none" cap="none" strike="noStrike">
                          <a:solidFill>
                            <a:schemeClr val="dk1"/>
                          </a:solidFill>
                          <a:latin typeface="Work Sans"/>
                          <a:ea typeface="Work Sans"/>
                          <a:cs typeface="Work Sans"/>
                          <a:sym typeface="Work Sans"/>
                        </a:rPr>
                        <a:t>Present projects</a:t>
                      </a:r>
                      <a:endParaRPr sz="1000" u="none" cap="none" strike="noStrike">
                        <a:solidFill>
                          <a:schemeClr val="dk1"/>
                        </a:solidFill>
                        <a:latin typeface="Work Sans"/>
                        <a:ea typeface="Work Sans"/>
                        <a:cs typeface="Work Sans"/>
                        <a:sym typeface="Work Sans"/>
                      </a:endParaRPr>
                    </a:p>
                  </a:txBody>
                  <a:tcPr marT="57150" marB="57150" marR="57150" marL="57150">
                    <a:lnL cap="flat" cmpd="sng" w="9525">
                      <a:solidFill>
                        <a:srgbClr val="FEF800"/>
                      </a:solidFill>
                      <a:prstDash val="solid"/>
                      <a:round/>
                      <a:headEnd len="sm" w="sm" type="none"/>
                      <a:tailEnd len="sm" w="sm" type="none"/>
                    </a:lnL>
                    <a:lnR cap="flat" cmpd="sng" w="9525">
                      <a:solidFill>
                        <a:srgbClr val="FEF800"/>
                      </a:solidFill>
                      <a:prstDash val="solid"/>
                      <a:round/>
                      <a:headEnd len="sm" w="sm" type="none"/>
                      <a:tailEnd len="sm" w="sm" type="none"/>
                    </a:lnR>
                    <a:lnT cap="flat" cmpd="sng" w="9525">
                      <a:solidFill>
                        <a:srgbClr val="FEF800"/>
                      </a:solidFill>
                      <a:prstDash val="solid"/>
                      <a:round/>
                      <a:headEnd len="sm" w="sm" type="none"/>
                      <a:tailEnd len="sm" w="sm" type="none"/>
                    </a:lnT>
                    <a:lnB cap="flat" cmpd="sng" w="9525">
                      <a:solidFill>
                        <a:srgbClr val="FEF800"/>
                      </a:solidFill>
                      <a:prstDash val="solid"/>
                      <a:round/>
                      <a:headEnd len="sm" w="sm" type="none"/>
                      <a:tailEnd len="sm" w="sm" type="none"/>
                    </a:lnB>
                    <a:solidFill>
                      <a:srgbClr val="EEEEEE"/>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pic>
        <p:nvPicPr>
          <p:cNvPr descr="preencoded.png" id="499" name="Google Shape;499;p109"/>
          <p:cNvPicPr preferRelativeResize="0"/>
          <p:nvPr/>
        </p:nvPicPr>
        <p:blipFill rotWithShape="1">
          <a:blip r:embed="rId3">
            <a:alphaModFix/>
          </a:blip>
          <a:srcRect b="0" l="0" r="0" t="0"/>
          <a:stretch/>
        </p:blipFill>
        <p:spPr>
          <a:xfrm>
            <a:off x="5715000" y="0"/>
            <a:ext cx="3429000" cy="5143500"/>
          </a:xfrm>
          <a:prstGeom prst="rect">
            <a:avLst/>
          </a:prstGeom>
          <a:noFill/>
          <a:ln>
            <a:noFill/>
          </a:ln>
        </p:spPr>
      </p:pic>
      <p:sp>
        <p:nvSpPr>
          <p:cNvPr id="500" name="Google Shape;500;p109"/>
          <p:cNvSpPr/>
          <p:nvPr/>
        </p:nvSpPr>
        <p:spPr>
          <a:xfrm>
            <a:off x="393799" y="309414"/>
            <a:ext cx="4927200" cy="7032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2200"/>
              <a:buFont typeface="Work Sans SemiBold"/>
              <a:buNone/>
            </a:pPr>
            <a:r>
              <a:rPr b="0" i="0" lang="en-GB" sz="2800" u="none" cap="none" strike="noStrike">
                <a:solidFill>
                  <a:srgbClr val="000000"/>
                </a:solidFill>
                <a:latin typeface="Work Sans SemiBold"/>
                <a:ea typeface="Work Sans SemiBold"/>
                <a:cs typeface="Work Sans SemiBold"/>
                <a:sym typeface="Work Sans SemiBold"/>
              </a:rPr>
              <a:t>A day in the life </a:t>
            </a:r>
            <a:endParaRPr b="0" i="0" sz="2800" u="none" cap="none" strike="noStrike">
              <a:solidFill>
                <a:srgbClr val="000000"/>
              </a:solidFill>
              <a:latin typeface="Work Sans SemiBold"/>
              <a:ea typeface="Work Sans SemiBold"/>
              <a:cs typeface="Work Sans SemiBold"/>
              <a:sym typeface="Work Sans SemiBold"/>
            </a:endParaRPr>
          </a:p>
        </p:txBody>
      </p:sp>
      <p:sp>
        <p:nvSpPr>
          <p:cNvPr id="501" name="Google Shape;501;p109"/>
          <p:cNvSpPr/>
          <p:nvPr/>
        </p:nvSpPr>
        <p:spPr>
          <a:xfrm>
            <a:off x="555427" y="1181397"/>
            <a:ext cx="14400" cy="3650700"/>
          </a:xfrm>
          <a:prstGeom prst="roundRect">
            <a:avLst>
              <a:gd fmla="val 118127" name="adj"/>
            </a:avLst>
          </a:prstGeom>
          <a:solidFill>
            <a:srgbClr val="000000">
              <a:alpha val="5882"/>
            </a:srgbClr>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02" name="Google Shape;502;p109"/>
          <p:cNvSpPr/>
          <p:nvPr/>
        </p:nvSpPr>
        <p:spPr>
          <a:xfrm>
            <a:off x="674861" y="1427411"/>
            <a:ext cx="393900" cy="14400"/>
          </a:xfrm>
          <a:prstGeom prst="roundRect">
            <a:avLst>
              <a:gd fmla="val 118127" name="adj"/>
            </a:avLst>
          </a:prstGeom>
          <a:solidFill>
            <a:srgbClr val="E4DE00"/>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03" name="Google Shape;503;p109"/>
          <p:cNvSpPr/>
          <p:nvPr/>
        </p:nvSpPr>
        <p:spPr>
          <a:xfrm>
            <a:off x="435977" y="1307969"/>
            <a:ext cx="501900" cy="253200"/>
          </a:xfrm>
          <a:prstGeom prst="roundRect">
            <a:avLst>
              <a:gd fmla="val 6667" name="adj"/>
            </a:avLst>
          </a:prstGeom>
          <a:solidFill>
            <a:srgbClr val="FEF800"/>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rPr b="1" i="0" lang="en-GB" sz="1100" u="none" cap="none" strike="noStrike">
                <a:solidFill>
                  <a:srgbClr val="000000"/>
                </a:solidFill>
                <a:latin typeface="Work Sans"/>
                <a:ea typeface="Work Sans"/>
                <a:cs typeface="Work Sans"/>
                <a:sym typeface="Work Sans"/>
              </a:rPr>
              <a:t>0915</a:t>
            </a:r>
            <a:endParaRPr b="1" i="0" sz="1100" u="none" cap="none" strike="noStrike">
              <a:solidFill>
                <a:srgbClr val="000000"/>
              </a:solidFill>
              <a:latin typeface="Work Sans"/>
              <a:ea typeface="Work Sans"/>
              <a:cs typeface="Work Sans"/>
              <a:sym typeface="Work Sans"/>
            </a:endParaRPr>
          </a:p>
        </p:txBody>
      </p:sp>
      <p:sp>
        <p:nvSpPr>
          <p:cNvPr id="504" name="Google Shape;504;p109"/>
          <p:cNvSpPr/>
          <p:nvPr/>
        </p:nvSpPr>
        <p:spPr>
          <a:xfrm>
            <a:off x="1181383" y="1293906"/>
            <a:ext cx="2924700" cy="1758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1100"/>
              <a:buFont typeface="Work Sans SemiBold"/>
              <a:buNone/>
            </a:pPr>
            <a:r>
              <a:rPr b="0" i="0" lang="en-GB" sz="1100" u="none" cap="none" strike="noStrike">
                <a:solidFill>
                  <a:srgbClr val="000000"/>
                </a:solidFill>
                <a:latin typeface="Work Sans SemiBold"/>
                <a:ea typeface="Work Sans SemiBold"/>
                <a:cs typeface="Work Sans SemiBold"/>
                <a:sym typeface="Work Sans SemiBold"/>
              </a:rPr>
              <a:t>Prepare for the start of the day</a:t>
            </a:r>
            <a:endParaRPr b="0" i="0" sz="1100" u="none" cap="none" strike="noStrike">
              <a:solidFill>
                <a:srgbClr val="000000"/>
              </a:solidFill>
              <a:latin typeface="Work Sans SemiBold"/>
              <a:ea typeface="Work Sans SemiBold"/>
              <a:cs typeface="Work Sans SemiBold"/>
              <a:sym typeface="Work Sans SemiBold"/>
            </a:endParaRPr>
          </a:p>
        </p:txBody>
      </p:sp>
      <p:sp>
        <p:nvSpPr>
          <p:cNvPr id="505" name="Google Shape;505;p109"/>
          <p:cNvSpPr/>
          <p:nvPr/>
        </p:nvSpPr>
        <p:spPr>
          <a:xfrm>
            <a:off x="1181397" y="1537171"/>
            <a:ext cx="4139700" cy="3600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Connect to teams, open your remote desktop, and review the pre-released agenda. </a:t>
            </a:r>
            <a:endParaRPr b="0" i="0" sz="900" u="none" cap="none" strike="noStrike">
              <a:solidFill>
                <a:srgbClr val="000000"/>
              </a:solidFill>
              <a:latin typeface="Arial"/>
              <a:ea typeface="Arial"/>
              <a:cs typeface="Arial"/>
              <a:sym typeface="Arial"/>
            </a:endParaRPr>
          </a:p>
        </p:txBody>
      </p:sp>
      <p:sp>
        <p:nvSpPr>
          <p:cNvPr id="506" name="Google Shape;506;p109"/>
          <p:cNvSpPr/>
          <p:nvPr/>
        </p:nvSpPr>
        <p:spPr>
          <a:xfrm>
            <a:off x="674861" y="2368228"/>
            <a:ext cx="393900" cy="14400"/>
          </a:xfrm>
          <a:prstGeom prst="roundRect">
            <a:avLst>
              <a:gd fmla="val 118127" name="adj"/>
            </a:avLst>
          </a:prstGeom>
          <a:solidFill>
            <a:srgbClr val="B2B2B2"/>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07" name="Google Shape;507;p109"/>
          <p:cNvSpPr/>
          <p:nvPr/>
        </p:nvSpPr>
        <p:spPr>
          <a:xfrm>
            <a:off x="435977" y="2248786"/>
            <a:ext cx="501900" cy="253200"/>
          </a:xfrm>
          <a:prstGeom prst="roundRect">
            <a:avLst>
              <a:gd fmla="val 6667" name="adj"/>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rPr b="1" i="0" lang="en-GB" sz="1100" u="none" cap="none" strike="noStrike">
                <a:solidFill>
                  <a:srgbClr val="000000"/>
                </a:solidFill>
                <a:latin typeface="Arial"/>
                <a:ea typeface="Arial"/>
                <a:cs typeface="Arial"/>
                <a:sym typeface="Arial"/>
              </a:rPr>
              <a:t>0930</a:t>
            </a:r>
            <a:endParaRPr b="1" i="0" sz="1100" u="none" cap="none" strike="noStrike">
              <a:solidFill>
                <a:srgbClr val="000000"/>
              </a:solidFill>
              <a:latin typeface="Arial"/>
              <a:ea typeface="Arial"/>
              <a:cs typeface="Arial"/>
              <a:sym typeface="Arial"/>
            </a:endParaRPr>
          </a:p>
        </p:txBody>
      </p:sp>
      <p:sp>
        <p:nvSpPr>
          <p:cNvPr id="508" name="Google Shape;508;p109"/>
          <p:cNvSpPr/>
          <p:nvPr/>
        </p:nvSpPr>
        <p:spPr>
          <a:xfrm>
            <a:off x="512713" y="2290986"/>
            <a:ext cx="99900" cy="168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Work Sans SemiBold"/>
              <a:buNone/>
            </a:pPr>
            <a:r>
              <a:t/>
            </a:r>
            <a:endParaRPr b="1" i="0" sz="1500" u="none" cap="none" strike="noStrike">
              <a:solidFill>
                <a:srgbClr val="000000"/>
              </a:solidFill>
              <a:latin typeface="Work Sans"/>
              <a:ea typeface="Work Sans"/>
              <a:cs typeface="Work Sans"/>
              <a:sym typeface="Work Sans"/>
            </a:endParaRPr>
          </a:p>
        </p:txBody>
      </p:sp>
      <p:sp>
        <p:nvSpPr>
          <p:cNvPr id="509" name="Google Shape;509;p109"/>
          <p:cNvSpPr/>
          <p:nvPr/>
        </p:nvSpPr>
        <p:spPr>
          <a:xfrm>
            <a:off x="1181393" y="2234734"/>
            <a:ext cx="3344100" cy="1758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1100"/>
              <a:buFont typeface="Work Sans SemiBold"/>
              <a:buNone/>
            </a:pPr>
            <a:r>
              <a:rPr b="0" i="0" lang="en-GB" sz="1100" u="none" cap="none" strike="noStrike">
                <a:solidFill>
                  <a:srgbClr val="000000"/>
                </a:solidFill>
                <a:latin typeface="Work Sans SemiBold"/>
                <a:ea typeface="Work Sans SemiBold"/>
                <a:cs typeface="Work Sans SemiBold"/>
                <a:sym typeface="Work Sans SemiBold"/>
              </a:rPr>
              <a:t>Live delivery starts promptly at 09:30</a:t>
            </a:r>
            <a:endParaRPr b="0" i="0" sz="1100" u="none" cap="none" strike="noStrike">
              <a:solidFill>
                <a:srgbClr val="000000"/>
              </a:solidFill>
              <a:latin typeface="Work Sans SemiBold"/>
              <a:ea typeface="Work Sans SemiBold"/>
              <a:cs typeface="Work Sans SemiBold"/>
              <a:sym typeface="Work Sans SemiBold"/>
            </a:endParaRPr>
          </a:p>
        </p:txBody>
      </p:sp>
      <p:sp>
        <p:nvSpPr>
          <p:cNvPr id="510" name="Google Shape;510;p109"/>
          <p:cNvSpPr/>
          <p:nvPr/>
        </p:nvSpPr>
        <p:spPr>
          <a:xfrm>
            <a:off x="1181397" y="2477988"/>
            <a:ext cx="4139700" cy="3600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We cycle between about 30 min delivery, about 20 exercises, with 10 minute breaks per subtopic. </a:t>
            </a:r>
            <a:endParaRPr b="0" i="0" sz="900" u="none" cap="none" strike="noStrike">
              <a:solidFill>
                <a:srgbClr val="000000"/>
              </a:solidFill>
              <a:latin typeface="Arial"/>
              <a:ea typeface="Arial"/>
              <a:cs typeface="Arial"/>
              <a:sym typeface="Arial"/>
            </a:endParaRPr>
          </a:p>
        </p:txBody>
      </p:sp>
      <p:sp>
        <p:nvSpPr>
          <p:cNvPr id="511" name="Google Shape;511;p109"/>
          <p:cNvSpPr/>
          <p:nvPr/>
        </p:nvSpPr>
        <p:spPr>
          <a:xfrm>
            <a:off x="674861" y="3309044"/>
            <a:ext cx="393900" cy="14400"/>
          </a:xfrm>
          <a:prstGeom prst="roundRect">
            <a:avLst>
              <a:gd fmla="val 118127" name="adj"/>
            </a:avLst>
          </a:prstGeom>
          <a:solidFill>
            <a:srgbClr val="A6C971"/>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12" name="Google Shape;512;p109"/>
          <p:cNvSpPr/>
          <p:nvPr/>
        </p:nvSpPr>
        <p:spPr>
          <a:xfrm>
            <a:off x="435977" y="3189604"/>
            <a:ext cx="501900" cy="253200"/>
          </a:xfrm>
          <a:prstGeom prst="roundRect">
            <a:avLst>
              <a:gd fmla="val 6667" name="adj"/>
            </a:avLst>
          </a:prstGeom>
          <a:solidFill>
            <a:srgbClr val="C0E38B"/>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rPr b="1" i="0" lang="en-GB" sz="1100" u="none" cap="none" strike="noStrike">
                <a:solidFill>
                  <a:srgbClr val="000000"/>
                </a:solidFill>
                <a:latin typeface="Work Sans"/>
                <a:ea typeface="Work Sans"/>
                <a:cs typeface="Work Sans"/>
                <a:sym typeface="Work Sans"/>
              </a:rPr>
              <a:t>1230</a:t>
            </a:r>
            <a:endParaRPr b="1" i="0" sz="1100" u="none" cap="none" strike="noStrike">
              <a:solidFill>
                <a:srgbClr val="000000"/>
              </a:solidFill>
              <a:latin typeface="Work Sans"/>
              <a:ea typeface="Work Sans"/>
              <a:cs typeface="Work Sans"/>
              <a:sym typeface="Work Sans"/>
            </a:endParaRPr>
          </a:p>
        </p:txBody>
      </p:sp>
      <p:sp>
        <p:nvSpPr>
          <p:cNvPr id="513" name="Google Shape;513;p109"/>
          <p:cNvSpPr/>
          <p:nvPr/>
        </p:nvSpPr>
        <p:spPr>
          <a:xfrm>
            <a:off x="1181384" y="3175547"/>
            <a:ext cx="2647800" cy="1758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1100"/>
              <a:buFont typeface="Work Sans SemiBold"/>
              <a:buNone/>
            </a:pPr>
            <a:r>
              <a:rPr b="0" i="0" lang="en-GB" sz="1100" u="none" cap="none" strike="noStrike">
                <a:solidFill>
                  <a:srgbClr val="000000"/>
                </a:solidFill>
                <a:latin typeface="Work Sans SemiBold"/>
                <a:ea typeface="Work Sans SemiBold"/>
                <a:cs typeface="Work Sans SemiBold"/>
                <a:sym typeface="Work Sans SemiBold"/>
              </a:rPr>
              <a:t>An hour for lunch at 12:30 - 13:30 </a:t>
            </a:r>
            <a:endParaRPr b="0" i="0" sz="1100" u="none" cap="none" strike="noStrike">
              <a:solidFill>
                <a:srgbClr val="000000"/>
              </a:solidFill>
              <a:latin typeface="Work Sans SemiBold"/>
              <a:ea typeface="Work Sans SemiBold"/>
              <a:cs typeface="Work Sans SemiBold"/>
              <a:sym typeface="Work Sans SemiBold"/>
            </a:endParaRPr>
          </a:p>
        </p:txBody>
      </p:sp>
      <p:sp>
        <p:nvSpPr>
          <p:cNvPr id="514" name="Google Shape;514;p109"/>
          <p:cNvSpPr/>
          <p:nvPr/>
        </p:nvSpPr>
        <p:spPr>
          <a:xfrm>
            <a:off x="1181397" y="3443515"/>
            <a:ext cx="4139700" cy="3600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We take lunch at 12:30 (alterable on request), and return in an hour.</a:t>
            </a:r>
            <a:endParaRPr b="0" i="0" sz="900" u="none" cap="none" strike="noStrike">
              <a:solidFill>
                <a:srgbClr val="000000"/>
              </a:solidFill>
              <a:latin typeface="Arial"/>
              <a:ea typeface="Arial"/>
              <a:cs typeface="Arial"/>
              <a:sym typeface="Arial"/>
            </a:endParaRPr>
          </a:p>
        </p:txBody>
      </p:sp>
      <p:sp>
        <p:nvSpPr>
          <p:cNvPr id="515" name="Google Shape;515;p109"/>
          <p:cNvSpPr/>
          <p:nvPr/>
        </p:nvSpPr>
        <p:spPr>
          <a:xfrm>
            <a:off x="674861" y="4249861"/>
            <a:ext cx="393900" cy="14400"/>
          </a:xfrm>
          <a:prstGeom prst="roundRect">
            <a:avLst>
              <a:gd fmla="val 118127" name="adj"/>
            </a:avLst>
          </a:prstGeom>
          <a:solidFill>
            <a:srgbClr val="65A9C7"/>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16" name="Google Shape;516;p109"/>
          <p:cNvSpPr/>
          <p:nvPr/>
        </p:nvSpPr>
        <p:spPr>
          <a:xfrm>
            <a:off x="435977" y="4130421"/>
            <a:ext cx="501900" cy="253200"/>
          </a:xfrm>
          <a:prstGeom prst="roundRect">
            <a:avLst>
              <a:gd fmla="val 6667" name="adj"/>
            </a:avLst>
          </a:prstGeom>
          <a:solidFill>
            <a:srgbClr val="7FC3E1"/>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rPr b="1" i="0" lang="en-GB" sz="1100" u="none" cap="none" strike="noStrike">
                <a:solidFill>
                  <a:srgbClr val="000000"/>
                </a:solidFill>
                <a:latin typeface="Work Sans"/>
                <a:ea typeface="Work Sans"/>
                <a:cs typeface="Work Sans"/>
                <a:sym typeface="Work Sans"/>
              </a:rPr>
              <a:t>1630</a:t>
            </a:r>
            <a:endParaRPr b="1" i="0" sz="1100" u="none" cap="none" strike="noStrike">
              <a:solidFill>
                <a:srgbClr val="000000"/>
              </a:solidFill>
              <a:latin typeface="Work Sans"/>
              <a:ea typeface="Work Sans"/>
              <a:cs typeface="Work Sans"/>
              <a:sym typeface="Work Sans"/>
            </a:endParaRPr>
          </a:p>
        </p:txBody>
      </p:sp>
      <p:sp>
        <p:nvSpPr>
          <p:cNvPr id="517" name="Google Shape;517;p109"/>
          <p:cNvSpPr/>
          <p:nvPr/>
        </p:nvSpPr>
        <p:spPr>
          <a:xfrm>
            <a:off x="509141" y="4172620"/>
            <a:ext cx="106800" cy="168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Work Sans SemiBold"/>
              <a:buNone/>
            </a:pPr>
            <a:r>
              <a:t/>
            </a:r>
            <a:endParaRPr b="0" i="0" sz="1300" u="none" cap="none" strike="noStrike">
              <a:solidFill>
                <a:srgbClr val="000000"/>
              </a:solidFill>
              <a:latin typeface="Arial"/>
              <a:ea typeface="Arial"/>
              <a:cs typeface="Arial"/>
              <a:sym typeface="Arial"/>
            </a:endParaRPr>
          </a:p>
        </p:txBody>
      </p:sp>
      <p:sp>
        <p:nvSpPr>
          <p:cNvPr id="518" name="Google Shape;518;p109"/>
          <p:cNvSpPr/>
          <p:nvPr/>
        </p:nvSpPr>
        <p:spPr>
          <a:xfrm>
            <a:off x="1181384" y="4116359"/>
            <a:ext cx="2804100" cy="1758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1100"/>
              <a:buFont typeface="Work Sans SemiBold"/>
              <a:buNone/>
            </a:pPr>
            <a:r>
              <a:rPr b="0" i="0" lang="en-GB" sz="1100" u="none" cap="none" strike="noStrike">
                <a:solidFill>
                  <a:srgbClr val="000000"/>
                </a:solidFill>
                <a:latin typeface="Work Sans SemiBold"/>
                <a:ea typeface="Work Sans SemiBold"/>
                <a:cs typeface="Work Sans SemiBold"/>
                <a:sym typeface="Work Sans SemiBold"/>
              </a:rPr>
              <a:t>Live delivery ends by 16:00 - 16:30</a:t>
            </a:r>
            <a:endParaRPr b="0" i="0" sz="1100" u="none" cap="none" strike="noStrike">
              <a:solidFill>
                <a:srgbClr val="000000"/>
              </a:solidFill>
              <a:latin typeface="Work Sans SemiBold"/>
              <a:ea typeface="Work Sans SemiBold"/>
              <a:cs typeface="Work Sans SemiBold"/>
              <a:sym typeface="Work Sans SemiBold"/>
            </a:endParaRPr>
          </a:p>
        </p:txBody>
      </p:sp>
      <p:sp>
        <p:nvSpPr>
          <p:cNvPr id="519" name="Google Shape;519;p109"/>
          <p:cNvSpPr/>
          <p:nvPr/>
        </p:nvSpPr>
        <p:spPr>
          <a:xfrm>
            <a:off x="1181397" y="4359623"/>
            <a:ext cx="4139700" cy="3600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000000"/>
              </a:buClr>
              <a:buSzPts val="900"/>
              <a:buFont typeface="Work Sans"/>
              <a:buNone/>
            </a:pPr>
            <a:r>
              <a:rPr lang="en-GB" sz="900">
                <a:latin typeface="Work Sans"/>
                <a:ea typeface="Work Sans"/>
                <a:cs typeface="Work Sans"/>
                <a:sym typeface="Work Sans"/>
              </a:rPr>
              <a:t>During this time period we will conclude the session and allow time for the feedback form to be filled</a:t>
            </a:r>
            <a:endParaRPr b="0" i="0" sz="900" u="none" cap="none" strike="noStrike">
              <a:solidFill>
                <a:srgbClr val="000000"/>
              </a:solidFill>
              <a:latin typeface="Arial"/>
              <a:ea typeface="Arial"/>
              <a:cs typeface="Arial"/>
              <a:sym typeface="Arial"/>
            </a:endParaRPr>
          </a:p>
        </p:txBody>
      </p:sp>
      <p:sp>
        <p:nvSpPr>
          <p:cNvPr id="520" name="Google Shape;520;p109"/>
          <p:cNvSpPr/>
          <p:nvPr/>
        </p:nvSpPr>
        <p:spPr>
          <a:xfrm>
            <a:off x="5715000" y="0"/>
            <a:ext cx="3429000" cy="5143500"/>
          </a:xfrm>
          <a:prstGeom prst="rect">
            <a:avLst/>
          </a:prstGeom>
          <a:solidFill>
            <a:srgbClr val="010101">
              <a:alpha val="14510"/>
            </a:srgbClr>
          </a:solidFill>
          <a:ln>
            <a:noFill/>
          </a:ln>
          <a:effectLst>
            <a:outerShdw blurRad="35719" rotWithShape="0" algn="bl" dir="5400000" dist="11906">
              <a:srgbClr val="000000"/>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pic>
        <p:nvPicPr>
          <p:cNvPr descr="preencoded.png" id="526" name="Google Shape;526;p110"/>
          <p:cNvPicPr preferRelativeResize="0"/>
          <p:nvPr/>
        </p:nvPicPr>
        <p:blipFill rotWithShape="1">
          <a:blip r:embed="rId3">
            <a:alphaModFix/>
          </a:blip>
          <a:srcRect b="0" l="0" r="0" t="0"/>
          <a:stretch/>
        </p:blipFill>
        <p:spPr>
          <a:xfrm>
            <a:off x="5715000" y="0"/>
            <a:ext cx="3429000" cy="5143500"/>
          </a:xfrm>
          <a:prstGeom prst="rect">
            <a:avLst/>
          </a:prstGeom>
          <a:noFill/>
          <a:ln>
            <a:noFill/>
          </a:ln>
        </p:spPr>
      </p:pic>
      <p:sp>
        <p:nvSpPr>
          <p:cNvPr id="527" name="Google Shape;527;p110"/>
          <p:cNvSpPr/>
          <p:nvPr/>
        </p:nvSpPr>
        <p:spPr>
          <a:xfrm>
            <a:off x="393799" y="309414"/>
            <a:ext cx="4927200" cy="7032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2200"/>
              <a:buFont typeface="Work Sans SemiBold"/>
              <a:buNone/>
            </a:pPr>
            <a:r>
              <a:rPr b="0" i="0" lang="en-GB" sz="2800" u="none" cap="none" strike="noStrike">
                <a:solidFill>
                  <a:srgbClr val="000000"/>
                </a:solidFill>
                <a:latin typeface="Work Sans SemiBold"/>
                <a:ea typeface="Work Sans SemiBold"/>
                <a:cs typeface="Work Sans SemiBold"/>
                <a:sym typeface="Work Sans SemiBold"/>
              </a:rPr>
              <a:t>Milestones &amp; Assessments</a:t>
            </a:r>
            <a:endParaRPr b="0" i="0" sz="2800" u="none" cap="none" strike="noStrike">
              <a:solidFill>
                <a:srgbClr val="000000"/>
              </a:solidFill>
              <a:latin typeface="Work Sans SemiBold"/>
              <a:ea typeface="Work Sans SemiBold"/>
              <a:cs typeface="Work Sans SemiBold"/>
              <a:sym typeface="Work Sans SemiBold"/>
            </a:endParaRPr>
          </a:p>
        </p:txBody>
      </p:sp>
      <p:sp>
        <p:nvSpPr>
          <p:cNvPr id="528" name="Google Shape;528;p110"/>
          <p:cNvSpPr/>
          <p:nvPr/>
        </p:nvSpPr>
        <p:spPr>
          <a:xfrm>
            <a:off x="555427" y="1181397"/>
            <a:ext cx="14400" cy="3650700"/>
          </a:xfrm>
          <a:prstGeom prst="roundRect">
            <a:avLst>
              <a:gd fmla="val 118127" name="adj"/>
            </a:avLst>
          </a:prstGeom>
          <a:solidFill>
            <a:srgbClr val="000000">
              <a:alpha val="6275"/>
            </a:srgbClr>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29" name="Google Shape;529;p110"/>
          <p:cNvSpPr/>
          <p:nvPr/>
        </p:nvSpPr>
        <p:spPr>
          <a:xfrm>
            <a:off x="674861" y="1710973"/>
            <a:ext cx="393900" cy="14400"/>
          </a:xfrm>
          <a:prstGeom prst="roundRect">
            <a:avLst>
              <a:gd fmla="val 118127" name="adj"/>
            </a:avLst>
          </a:prstGeom>
          <a:solidFill>
            <a:srgbClr val="E4DE00"/>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30" name="Google Shape;530;p110"/>
          <p:cNvSpPr/>
          <p:nvPr/>
        </p:nvSpPr>
        <p:spPr>
          <a:xfrm>
            <a:off x="435992" y="1591538"/>
            <a:ext cx="253200" cy="253200"/>
          </a:xfrm>
          <a:prstGeom prst="roundRect">
            <a:avLst>
              <a:gd fmla="val 6667" name="adj"/>
            </a:avLst>
          </a:prstGeom>
          <a:solidFill>
            <a:srgbClr val="FEF800"/>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31" name="Google Shape;531;p110"/>
          <p:cNvSpPr/>
          <p:nvPr/>
        </p:nvSpPr>
        <p:spPr>
          <a:xfrm>
            <a:off x="527447" y="1633731"/>
            <a:ext cx="70200" cy="168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Work Sans SemiBold"/>
              <a:buNone/>
            </a:pPr>
            <a:r>
              <a:rPr b="1" i="0" lang="en-GB" sz="1300" u="none" cap="none" strike="noStrike">
                <a:solidFill>
                  <a:srgbClr val="000000"/>
                </a:solidFill>
                <a:latin typeface="Work Sans SemiBold"/>
                <a:ea typeface="Work Sans SemiBold"/>
                <a:cs typeface="Work Sans SemiBold"/>
                <a:sym typeface="Work Sans SemiBold"/>
              </a:rPr>
              <a:t>1</a:t>
            </a:r>
            <a:endParaRPr b="0" i="0" sz="1300" u="none" cap="none" strike="noStrike">
              <a:solidFill>
                <a:srgbClr val="000000"/>
              </a:solidFill>
              <a:latin typeface="Arial"/>
              <a:ea typeface="Arial"/>
              <a:cs typeface="Arial"/>
              <a:sym typeface="Arial"/>
            </a:endParaRPr>
          </a:p>
        </p:txBody>
      </p:sp>
      <p:sp>
        <p:nvSpPr>
          <p:cNvPr id="532" name="Google Shape;532;p110"/>
          <p:cNvSpPr/>
          <p:nvPr/>
        </p:nvSpPr>
        <p:spPr>
          <a:xfrm>
            <a:off x="674861" y="2651790"/>
            <a:ext cx="393900" cy="14400"/>
          </a:xfrm>
          <a:prstGeom prst="roundRect">
            <a:avLst>
              <a:gd fmla="val 118127" name="adj"/>
            </a:avLst>
          </a:prstGeom>
          <a:solidFill>
            <a:srgbClr val="B2B2B2"/>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33" name="Google Shape;533;p110"/>
          <p:cNvSpPr/>
          <p:nvPr/>
        </p:nvSpPr>
        <p:spPr>
          <a:xfrm>
            <a:off x="435992" y="2532355"/>
            <a:ext cx="253200" cy="253200"/>
          </a:xfrm>
          <a:prstGeom prst="roundRect">
            <a:avLst>
              <a:gd fmla="val 6667" name="adj"/>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34" name="Google Shape;534;p110"/>
          <p:cNvSpPr/>
          <p:nvPr/>
        </p:nvSpPr>
        <p:spPr>
          <a:xfrm>
            <a:off x="512713" y="2574548"/>
            <a:ext cx="99900" cy="168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Work Sans SemiBold"/>
              <a:buNone/>
            </a:pPr>
            <a:r>
              <a:rPr b="1" i="0" lang="en-GB" sz="1300" u="none" cap="none" strike="noStrike">
                <a:solidFill>
                  <a:srgbClr val="000000"/>
                </a:solidFill>
                <a:latin typeface="Work Sans SemiBold"/>
                <a:ea typeface="Work Sans SemiBold"/>
                <a:cs typeface="Work Sans SemiBold"/>
                <a:sym typeface="Work Sans SemiBold"/>
              </a:rPr>
              <a:t>2</a:t>
            </a:r>
            <a:endParaRPr b="0" i="0" sz="1300" u="none" cap="none" strike="noStrike">
              <a:solidFill>
                <a:srgbClr val="000000"/>
              </a:solidFill>
              <a:latin typeface="Arial"/>
              <a:ea typeface="Arial"/>
              <a:cs typeface="Arial"/>
              <a:sym typeface="Arial"/>
            </a:endParaRPr>
          </a:p>
        </p:txBody>
      </p:sp>
      <p:sp>
        <p:nvSpPr>
          <p:cNvPr id="535" name="Google Shape;535;p110"/>
          <p:cNvSpPr/>
          <p:nvPr/>
        </p:nvSpPr>
        <p:spPr>
          <a:xfrm>
            <a:off x="1132155" y="1544258"/>
            <a:ext cx="1406400" cy="1758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1100"/>
              <a:buFont typeface="Work Sans SemiBold"/>
              <a:buNone/>
            </a:pPr>
            <a:r>
              <a:rPr b="0" i="0" lang="en-GB" sz="1100" u="none" cap="none" strike="noStrike">
                <a:solidFill>
                  <a:srgbClr val="000000"/>
                </a:solidFill>
                <a:latin typeface="Work Sans SemiBold"/>
                <a:ea typeface="Work Sans SemiBold"/>
                <a:cs typeface="Work Sans SemiBold"/>
                <a:sym typeface="Work Sans SemiBold"/>
              </a:rPr>
              <a:t>Individual Projects</a:t>
            </a:r>
            <a:endParaRPr b="0" i="0" sz="1100" u="none" cap="none" strike="noStrike">
              <a:solidFill>
                <a:srgbClr val="000000"/>
              </a:solidFill>
              <a:latin typeface="Work Sans SemiBold"/>
              <a:ea typeface="Work Sans SemiBold"/>
              <a:cs typeface="Work Sans SemiBold"/>
              <a:sym typeface="Work Sans SemiBold"/>
            </a:endParaRPr>
          </a:p>
        </p:txBody>
      </p:sp>
      <p:sp>
        <p:nvSpPr>
          <p:cNvPr id="536" name="Google Shape;536;p110"/>
          <p:cNvSpPr/>
          <p:nvPr/>
        </p:nvSpPr>
        <p:spPr>
          <a:xfrm>
            <a:off x="1132155" y="1787517"/>
            <a:ext cx="4139700" cy="3600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Demonstrate practical skills and problem-solving abilities through independent projects.</a:t>
            </a:r>
            <a:endParaRPr b="0" i="0" sz="900" u="none" cap="none" strike="noStrike">
              <a:solidFill>
                <a:srgbClr val="000000"/>
              </a:solidFill>
              <a:latin typeface="Arial"/>
              <a:ea typeface="Arial"/>
              <a:cs typeface="Arial"/>
              <a:sym typeface="Arial"/>
            </a:endParaRPr>
          </a:p>
        </p:txBody>
      </p:sp>
      <p:sp>
        <p:nvSpPr>
          <p:cNvPr id="537" name="Google Shape;537;p110"/>
          <p:cNvSpPr/>
          <p:nvPr/>
        </p:nvSpPr>
        <p:spPr>
          <a:xfrm>
            <a:off x="674861" y="3592606"/>
            <a:ext cx="393900" cy="14400"/>
          </a:xfrm>
          <a:prstGeom prst="roundRect">
            <a:avLst>
              <a:gd fmla="val 118127" name="adj"/>
            </a:avLst>
          </a:prstGeom>
          <a:solidFill>
            <a:srgbClr val="A6C971"/>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38" name="Google Shape;538;p110"/>
          <p:cNvSpPr/>
          <p:nvPr/>
        </p:nvSpPr>
        <p:spPr>
          <a:xfrm>
            <a:off x="435992" y="3473172"/>
            <a:ext cx="253200" cy="253200"/>
          </a:xfrm>
          <a:prstGeom prst="roundRect">
            <a:avLst>
              <a:gd fmla="val 6667" name="adj"/>
            </a:avLst>
          </a:prstGeom>
          <a:solidFill>
            <a:srgbClr val="C0E38B"/>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39" name="Google Shape;539;p110"/>
          <p:cNvSpPr/>
          <p:nvPr/>
        </p:nvSpPr>
        <p:spPr>
          <a:xfrm>
            <a:off x="512862" y="3515365"/>
            <a:ext cx="99300" cy="168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Work Sans SemiBold"/>
              <a:buNone/>
            </a:pPr>
            <a:r>
              <a:rPr b="1" i="0" lang="en-GB" sz="1300" u="none" cap="none" strike="noStrike">
                <a:solidFill>
                  <a:srgbClr val="000000"/>
                </a:solidFill>
                <a:latin typeface="Work Sans SemiBold"/>
                <a:ea typeface="Work Sans SemiBold"/>
                <a:cs typeface="Work Sans SemiBold"/>
                <a:sym typeface="Work Sans SemiBold"/>
              </a:rPr>
              <a:t>3</a:t>
            </a:r>
            <a:endParaRPr b="0" i="0" sz="1300" u="none" cap="none" strike="noStrike">
              <a:solidFill>
                <a:srgbClr val="000000"/>
              </a:solidFill>
              <a:latin typeface="Arial"/>
              <a:ea typeface="Arial"/>
              <a:cs typeface="Arial"/>
              <a:sym typeface="Arial"/>
            </a:endParaRPr>
          </a:p>
        </p:txBody>
      </p:sp>
      <p:sp>
        <p:nvSpPr>
          <p:cNvPr id="540" name="Google Shape;540;p110"/>
          <p:cNvSpPr/>
          <p:nvPr/>
        </p:nvSpPr>
        <p:spPr>
          <a:xfrm>
            <a:off x="1132155" y="2485075"/>
            <a:ext cx="1406400" cy="1758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1100"/>
              <a:buFont typeface="Work Sans SemiBold"/>
              <a:buNone/>
            </a:pPr>
            <a:r>
              <a:rPr b="0" i="0" lang="en-GB" sz="1100" u="none" cap="none" strike="noStrike">
                <a:solidFill>
                  <a:srgbClr val="000000"/>
                </a:solidFill>
                <a:latin typeface="Work Sans SemiBold"/>
                <a:ea typeface="Work Sans SemiBold"/>
                <a:cs typeface="Work Sans SemiBold"/>
                <a:sym typeface="Work Sans SemiBold"/>
              </a:rPr>
              <a:t>Group Challenges</a:t>
            </a:r>
            <a:endParaRPr b="0" i="0" sz="1100" u="none" cap="none" strike="noStrike">
              <a:solidFill>
                <a:srgbClr val="000000"/>
              </a:solidFill>
              <a:latin typeface="Work Sans SemiBold"/>
              <a:ea typeface="Work Sans SemiBold"/>
              <a:cs typeface="Work Sans SemiBold"/>
              <a:sym typeface="Work Sans SemiBold"/>
            </a:endParaRPr>
          </a:p>
        </p:txBody>
      </p:sp>
      <p:sp>
        <p:nvSpPr>
          <p:cNvPr id="541" name="Google Shape;541;p110"/>
          <p:cNvSpPr/>
          <p:nvPr/>
        </p:nvSpPr>
        <p:spPr>
          <a:xfrm>
            <a:off x="1132155" y="2728334"/>
            <a:ext cx="4139700" cy="3600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Collaborative efforts that showcase teamwork, communication, and shared problem-solving.</a:t>
            </a:r>
            <a:endParaRPr b="0" i="0" sz="900" u="none" cap="none" strike="noStrike">
              <a:solidFill>
                <a:srgbClr val="000000"/>
              </a:solidFill>
              <a:latin typeface="Arial"/>
              <a:ea typeface="Arial"/>
              <a:cs typeface="Arial"/>
              <a:sym typeface="Arial"/>
            </a:endParaRPr>
          </a:p>
        </p:txBody>
      </p:sp>
      <p:sp>
        <p:nvSpPr>
          <p:cNvPr id="542" name="Google Shape;542;p110"/>
          <p:cNvSpPr/>
          <p:nvPr/>
        </p:nvSpPr>
        <p:spPr>
          <a:xfrm>
            <a:off x="1132155" y="3425892"/>
            <a:ext cx="1406400" cy="1758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1100"/>
              <a:buFont typeface="Work Sans SemiBold"/>
              <a:buNone/>
            </a:pPr>
            <a:r>
              <a:rPr b="0" i="0" lang="en-GB" sz="1100" u="none" cap="none" strike="noStrike">
                <a:solidFill>
                  <a:srgbClr val="000000"/>
                </a:solidFill>
                <a:latin typeface="Work Sans SemiBold"/>
                <a:ea typeface="Work Sans SemiBold"/>
                <a:cs typeface="Work Sans SemiBold"/>
                <a:sym typeface="Work Sans SemiBold"/>
              </a:rPr>
              <a:t>Final Presentation</a:t>
            </a:r>
            <a:endParaRPr b="0" i="0" sz="1100" u="none" cap="none" strike="noStrike">
              <a:solidFill>
                <a:srgbClr val="000000"/>
              </a:solidFill>
              <a:latin typeface="Work Sans SemiBold"/>
              <a:ea typeface="Work Sans SemiBold"/>
              <a:cs typeface="Work Sans SemiBold"/>
              <a:sym typeface="Work Sans SemiBold"/>
            </a:endParaRPr>
          </a:p>
        </p:txBody>
      </p:sp>
      <p:sp>
        <p:nvSpPr>
          <p:cNvPr id="543" name="Google Shape;543;p110"/>
          <p:cNvSpPr/>
          <p:nvPr/>
        </p:nvSpPr>
        <p:spPr>
          <a:xfrm>
            <a:off x="1132155" y="3669152"/>
            <a:ext cx="4139700" cy="3600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Presentation of individual projects, showcasing the results and insights gained. Within</a:t>
            </a:r>
            <a:endParaRPr b="0" i="0" sz="900" u="none" cap="none" strike="noStrike">
              <a:solidFill>
                <a:srgbClr val="000000"/>
              </a:solidFill>
              <a:latin typeface="Arial"/>
              <a:ea typeface="Arial"/>
              <a:cs typeface="Arial"/>
              <a:sym typeface="Arial"/>
            </a:endParaRPr>
          </a:p>
        </p:txBody>
      </p:sp>
      <p:sp>
        <p:nvSpPr>
          <p:cNvPr id="544" name="Google Shape;544;p110"/>
          <p:cNvSpPr/>
          <p:nvPr/>
        </p:nvSpPr>
        <p:spPr>
          <a:xfrm>
            <a:off x="5715000" y="0"/>
            <a:ext cx="3429000" cy="5143500"/>
          </a:xfrm>
          <a:prstGeom prst="rect">
            <a:avLst/>
          </a:prstGeom>
          <a:solidFill>
            <a:srgbClr val="010101">
              <a:alpha val="14902"/>
            </a:srgbClr>
          </a:solidFill>
          <a:ln>
            <a:noFill/>
          </a:ln>
          <a:effectLst>
            <a:outerShdw blurRad="35719" rotWithShape="0" algn="bl" dir="5400000" dist="11906">
              <a:srgbClr val="000000"/>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pic>
        <p:nvPicPr>
          <p:cNvPr descr="preencoded.png" id="550" name="Google Shape;550;p111"/>
          <p:cNvPicPr preferRelativeResize="0"/>
          <p:nvPr/>
        </p:nvPicPr>
        <p:blipFill rotWithShape="1">
          <a:blip r:embed="rId3">
            <a:alphaModFix/>
          </a:blip>
          <a:srcRect b="0" l="0" r="0" t="0"/>
          <a:stretch/>
        </p:blipFill>
        <p:spPr>
          <a:xfrm>
            <a:off x="5715000" y="0"/>
            <a:ext cx="3429000" cy="5143500"/>
          </a:xfrm>
          <a:prstGeom prst="rect">
            <a:avLst/>
          </a:prstGeom>
          <a:noFill/>
          <a:ln>
            <a:noFill/>
          </a:ln>
        </p:spPr>
      </p:pic>
      <p:sp>
        <p:nvSpPr>
          <p:cNvPr id="551" name="Google Shape;551;p111"/>
          <p:cNvSpPr/>
          <p:nvPr/>
        </p:nvSpPr>
        <p:spPr>
          <a:xfrm>
            <a:off x="412998" y="324520"/>
            <a:ext cx="4889100" cy="7377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000000"/>
              </a:buClr>
              <a:buSzPts val="2300"/>
              <a:buFont typeface="Work Sans SemiBold"/>
              <a:buNone/>
            </a:pPr>
            <a:r>
              <a:rPr b="0" i="0" lang="en-GB" sz="2800" u="none" cap="none" strike="noStrike">
                <a:solidFill>
                  <a:srgbClr val="000000"/>
                </a:solidFill>
                <a:latin typeface="Work Sans SemiBold"/>
                <a:ea typeface="Work Sans SemiBold"/>
                <a:cs typeface="Work Sans SemiBold"/>
                <a:sym typeface="Work Sans SemiBold"/>
              </a:rPr>
              <a:t>Tools &amp; Course Materials</a:t>
            </a:r>
            <a:endParaRPr b="0" i="0" sz="2800" u="none" cap="none" strike="noStrike">
              <a:solidFill>
                <a:srgbClr val="000000"/>
              </a:solidFill>
              <a:latin typeface="Work Sans SemiBold"/>
              <a:ea typeface="Work Sans SemiBold"/>
              <a:cs typeface="Work Sans SemiBold"/>
              <a:sym typeface="Work Sans SemiBold"/>
            </a:endParaRPr>
          </a:p>
        </p:txBody>
      </p:sp>
      <p:sp>
        <p:nvSpPr>
          <p:cNvPr id="552" name="Google Shape;552;p111"/>
          <p:cNvSpPr/>
          <p:nvPr/>
        </p:nvSpPr>
        <p:spPr>
          <a:xfrm>
            <a:off x="489844" y="1543640"/>
            <a:ext cx="16992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chemeClr val="dk1"/>
              </a:buClr>
              <a:buSzPts val="1200"/>
              <a:buFont typeface="Work Sans SemiBold"/>
              <a:buNone/>
            </a:pPr>
            <a:r>
              <a:rPr b="1" i="0" lang="en-GB" sz="1200" u="none" cap="none" strike="noStrike">
                <a:solidFill>
                  <a:schemeClr val="dk1"/>
                </a:solidFill>
                <a:latin typeface="Work Sans SemiBold"/>
                <a:ea typeface="Work Sans SemiBold"/>
                <a:cs typeface="Work Sans SemiBold"/>
                <a:sym typeface="Work Sans SemiBold"/>
              </a:rPr>
              <a:t>Hardware</a:t>
            </a:r>
            <a:r>
              <a:rPr b="0" i="0" lang="en-GB" sz="1200" u="none" cap="none" strike="noStrike">
                <a:solidFill>
                  <a:schemeClr val="dk1"/>
                </a:solidFill>
                <a:latin typeface="Arial"/>
                <a:ea typeface="Arial"/>
                <a:cs typeface="Arial"/>
                <a:sym typeface="Arial"/>
              </a:rPr>
              <a:t> </a:t>
            </a:r>
            <a:r>
              <a:rPr b="1" i="0" lang="en-GB" sz="1200" u="none" cap="none" strike="noStrike">
                <a:solidFill>
                  <a:srgbClr val="000000"/>
                </a:solidFill>
                <a:latin typeface="Work Sans SemiBold"/>
                <a:ea typeface="Work Sans SemiBold"/>
                <a:cs typeface="Work Sans SemiBold"/>
                <a:sym typeface="Work Sans SemiBold"/>
              </a:rPr>
              <a:t>&amp; Software</a:t>
            </a:r>
            <a:endParaRPr b="0" i="0" sz="1200" u="none" cap="none" strike="noStrike">
              <a:solidFill>
                <a:srgbClr val="000000"/>
              </a:solidFill>
              <a:latin typeface="Arial"/>
              <a:ea typeface="Arial"/>
              <a:cs typeface="Arial"/>
              <a:sym typeface="Arial"/>
            </a:endParaRPr>
          </a:p>
        </p:txBody>
      </p:sp>
      <p:sp>
        <p:nvSpPr>
          <p:cNvPr id="553" name="Google Shape;553;p111"/>
          <p:cNvSpPr/>
          <p:nvPr/>
        </p:nvSpPr>
        <p:spPr>
          <a:xfrm>
            <a:off x="476250" y="1751108"/>
            <a:ext cx="4762500" cy="7377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Throughout the duration of the programme you will have </a:t>
            </a:r>
            <a:r>
              <a:rPr b="0" i="0" lang="en-GB" sz="900" u="none" cap="none" strike="noStrike">
                <a:solidFill>
                  <a:schemeClr val="dk1"/>
                </a:solidFill>
                <a:latin typeface="Work Sans"/>
                <a:ea typeface="Work Sans"/>
                <a:cs typeface="Work Sans"/>
                <a:sym typeface="Work Sans"/>
              </a:rPr>
              <a:t>access to a development environment via a browser URL that will be provided for you. All essential course materials and software will be available to you in this environment</a:t>
            </a:r>
            <a:r>
              <a:rPr b="0" i="0" lang="en-GB" sz="900" u="none" cap="none" strike="noStrike">
                <a:solidFill>
                  <a:srgbClr val="000000"/>
                </a:solidFill>
                <a:latin typeface="Work Sans"/>
                <a:ea typeface="Work Sans"/>
                <a:cs typeface="Work Sans"/>
                <a:sym typeface="Work Sans"/>
              </a:rPr>
              <a:t>. </a:t>
            </a:r>
            <a:endParaRPr b="0" i="0" sz="900" u="none" cap="none" strike="noStrike">
              <a:solidFill>
                <a:srgbClr val="000000"/>
              </a:solidFill>
              <a:latin typeface="Work Sans"/>
              <a:ea typeface="Work Sans"/>
              <a:cs typeface="Work Sans"/>
              <a:sym typeface="Work Sans"/>
            </a:endParaRPr>
          </a:p>
        </p:txBody>
      </p:sp>
      <p:pic>
        <p:nvPicPr>
          <p:cNvPr id="554" name="Google Shape;554;p111"/>
          <p:cNvPicPr preferRelativeResize="0"/>
          <p:nvPr/>
        </p:nvPicPr>
        <p:blipFill rotWithShape="1">
          <a:blip r:embed="rId4">
            <a:alphaModFix/>
          </a:blip>
          <a:srcRect b="0" l="0" r="0" t="0"/>
          <a:stretch/>
        </p:blipFill>
        <p:spPr>
          <a:xfrm>
            <a:off x="476243" y="1205389"/>
            <a:ext cx="358734" cy="358734"/>
          </a:xfrm>
          <a:prstGeom prst="rect">
            <a:avLst/>
          </a:prstGeom>
          <a:noFill/>
          <a:ln>
            <a:noFill/>
          </a:ln>
        </p:spPr>
      </p:pic>
      <p:sp>
        <p:nvSpPr>
          <p:cNvPr id="555" name="Google Shape;555;p111"/>
          <p:cNvSpPr txBox="1"/>
          <p:nvPr/>
        </p:nvSpPr>
        <p:spPr>
          <a:xfrm>
            <a:off x="413000" y="3171704"/>
            <a:ext cx="5130300" cy="702900"/>
          </a:xfrm>
          <a:prstGeom prst="rect">
            <a:avLst/>
          </a:prstGeom>
          <a:noFill/>
          <a:ln>
            <a:noFill/>
          </a:ln>
        </p:spPr>
        <p:txBody>
          <a:bodyPr anchorCtr="0" anchor="t" bIns="57150" lIns="57150" spcFirstLastPara="1" rIns="57150" wrap="square" tIns="57150">
            <a:spAutoFit/>
          </a:bodyPr>
          <a:lstStyle/>
          <a:p>
            <a:pPr indent="0" lvl="0" marL="0" marR="0" rtl="0" algn="l">
              <a:lnSpc>
                <a:spcPct val="162068"/>
              </a:lnSpc>
              <a:spcBef>
                <a:spcPts val="0"/>
              </a:spcBef>
              <a:spcAft>
                <a:spcPts val="0"/>
              </a:spcAft>
              <a:buClr>
                <a:srgbClr val="000000"/>
              </a:buClr>
              <a:buSzPts val="900"/>
              <a:buFont typeface="Work Sans"/>
              <a:buNone/>
            </a:pPr>
            <a:r>
              <a:rPr b="0" i="0" lang="en-GB" sz="900" u="none" cap="none" strike="noStrike">
                <a:solidFill>
                  <a:schemeClr val="dk1"/>
                </a:solidFill>
                <a:latin typeface="Work Sans"/>
                <a:ea typeface="Work Sans"/>
                <a:cs typeface="Work Sans"/>
                <a:sym typeface="Work Sans"/>
              </a:rPr>
              <a:t>All </a:t>
            </a:r>
            <a:r>
              <a:rPr b="0" i="0" lang="en-GB" sz="900" u="none" cap="none" strike="noStrike">
                <a:solidFill>
                  <a:srgbClr val="000000"/>
                </a:solidFill>
                <a:latin typeface="Work Sans"/>
                <a:ea typeface="Work Sans"/>
                <a:cs typeface="Work Sans"/>
                <a:sym typeface="Work Sans"/>
              </a:rPr>
              <a:t>live</a:t>
            </a:r>
            <a:r>
              <a:rPr b="0" i="0" lang="en-GB" sz="900" u="none" cap="none" strike="noStrike">
                <a:solidFill>
                  <a:schemeClr val="dk1"/>
                </a:solidFill>
                <a:latin typeface="Work Sans"/>
                <a:ea typeface="Work Sans"/>
                <a:cs typeface="Work Sans"/>
                <a:sym typeface="Work Sans"/>
              </a:rPr>
              <a:t> sessions will be hosted on Microsoft Teams, your cohort has a dedicated channel which we will use for continuous communication and file sharing. When necessary, you can access session recordings through the Teams channel.</a:t>
            </a:r>
            <a:endParaRPr b="0" i="0" sz="900" u="none" cap="none" strike="noStrike">
              <a:solidFill>
                <a:srgbClr val="000000"/>
              </a:solidFill>
              <a:latin typeface="Arial"/>
              <a:ea typeface="Arial"/>
              <a:cs typeface="Arial"/>
              <a:sym typeface="Arial"/>
            </a:endParaRPr>
          </a:p>
        </p:txBody>
      </p:sp>
      <p:pic>
        <p:nvPicPr>
          <p:cNvPr id="556" name="Google Shape;556;p111"/>
          <p:cNvPicPr preferRelativeResize="0"/>
          <p:nvPr/>
        </p:nvPicPr>
        <p:blipFill rotWithShape="1">
          <a:blip r:embed="rId5">
            <a:alphaModFix/>
          </a:blip>
          <a:srcRect b="0" l="0" r="0" t="0"/>
          <a:stretch/>
        </p:blipFill>
        <p:spPr>
          <a:xfrm>
            <a:off x="412993" y="2648415"/>
            <a:ext cx="294969" cy="294969"/>
          </a:xfrm>
          <a:prstGeom prst="rect">
            <a:avLst/>
          </a:prstGeom>
          <a:noFill/>
          <a:ln>
            <a:noFill/>
          </a:ln>
        </p:spPr>
      </p:pic>
      <p:sp>
        <p:nvSpPr>
          <p:cNvPr id="557" name="Google Shape;557;p111"/>
          <p:cNvSpPr/>
          <p:nvPr/>
        </p:nvSpPr>
        <p:spPr>
          <a:xfrm>
            <a:off x="5715000" y="0"/>
            <a:ext cx="3429000" cy="5143500"/>
          </a:xfrm>
          <a:prstGeom prst="rect">
            <a:avLst/>
          </a:prstGeom>
          <a:solidFill>
            <a:srgbClr val="010101">
              <a:alpha val="14510"/>
            </a:srgbClr>
          </a:solidFill>
          <a:ln>
            <a:noFill/>
          </a:ln>
          <a:effectLst>
            <a:outerShdw blurRad="35719" rotWithShape="0" algn="bl" dir="5400000" dist="11906">
              <a:srgbClr val="000000"/>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111"/>
          <p:cNvSpPr/>
          <p:nvPr/>
        </p:nvSpPr>
        <p:spPr>
          <a:xfrm>
            <a:off x="426594" y="2987392"/>
            <a:ext cx="29982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000000"/>
              </a:buClr>
              <a:buSzPts val="1200"/>
              <a:buFont typeface="Work Sans SemiBold"/>
              <a:buNone/>
            </a:pPr>
            <a:r>
              <a:rPr b="1" i="0" lang="en-GB" sz="1200" u="none" cap="none" strike="noStrike">
                <a:solidFill>
                  <a:srgbClr val="000000"/>
                </a:solidFill>
                <a:latin typeface="Work Sans SemiBold"/>
                <a:ea typeface="Work Sans SemiBold"/>
                <a:cs typeface="Work Sans SemiBold"/>
                <a:sym typeface="Work Sans SemiBold"/>
              </a:rPr>
              <a:t>Live Sessions on Teams</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112"/>
          <p:cNvSpPr txBox="1"/>
          <p:nvPr>
            <p:ph type="ctrTitle"/>
          </p:nvPr>
        </p:nvSpPr>
        <p:spPr>
          <a:xfrm>
            <a:off x="360000" y="360000"/>
            <a:ext cx="6847200" cy="4500000"/>
          </a:xfrm>
          <a:prstGeom prst="rect">
            <a:avLst/>
          </a:prstGeom>
          <a:noFill/>
          <a:ln>
            <a:noFill/>
          </a:ln>
        </p:spPr>
        <p:txBody>
          <a:bodyPr anchorCtr="0" anchor="ctr" bIns="91425" lIns="91425" spcFirstLastPara="1" rIns="91425" wrap="square" tIns="91425">
            <a:normAutofit/>
          </a:bodyPr>
          <a:lstStyle/>
          <a:p>
            <a:pPr indent="0" lvl="0" marL="0" rtl="0" algn="l">
              <a:lnSpc>
                <a:spcPct val="90000"/>
              </a:lnSpc>
              <a:spcBef>
                <a:spcPts val="0"/>
              </a:spcBef>
              <a:spcAft>
                <a:spcPts val="0"/>
              </a:spcAft>
              <a:buSzPts val="6200"/>
              <a:buNone/>
            </a:pPr>
            <a:r>
              <a:rPr b="1" lang="en-GB">
                <a:latin typeface="Work Sans"/>
                <a:ea typeface="Work Sans"/>
                <a:cs typeface="Work Sans"/>
                <a:sym typeface="Work Sans"/>
              </a:rPr>
              <a:t>#2</a:t>
            </a:r>
            <a:endParaRPr b="1">
              <a:latin typeface="Work Sans"/>
              <a:ea typeface="Work Sans"/>
              <a:cs typeface="Work Sans"/>
              <a:sym typeface="Work Sans"/>
            </a:endParaRPr>
          </a:p>
          <a:p>
            <a:pPr indent="0" lvl="0" marL="0" rtl="0" algn="l">
              <a:lnSpc>
                <a:spcPct val="90000"/>
              </a:lnSpc>
              <a:spcBef>
                <a:spcPts val="0"/>
              </a:spcBef>
              <a:spcAft>
                <a:spcPts val="0"/>
              </a:spcAft>
              <a:buSzPts val="6200"/>
              <a:buNone/>
            </a:pPr>
            <a:r>
              <a:rPr lang="en-GB"/>
              <a:t>Programme goals.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pic>
        <p:nvPicPr>
          <p:cNvPr descr="preencoded.png" id="569" name="Google Shape;569;p113"/>
          <p:cNvPicPr preferRelativeResize="0"/>
          <p:nvPr/>
        </p:nvPicPr>
        <p:blipFill rotWithShape="1">
          <a:blip r:embed="rId3">
            <a:alphaModFix/>
          </a:blip>
          <a:srcRect b="0" l="0" r="0" t="0"/>
          <a:stretch/>
        </p:blipFill>
        <p:spPr>
          <a:xfrm>
            <a:off x="5715000" y="0"/>
            <a:ext cx="3429000" cy="5145360"/>
          </a:xfrm>
          <a:prstGeom prst="rect">
            <a:avLst/>
          </a:prstGeom>
          <a:noFill/>
          <a:ln>
            <a:noFill/>
          </a:ln>
        </p:spPr>
      </p:pic>
      <p:sp>
        <p:nvSpPr>
          <p:cNvPr id="570" name="Google Shape;570;p113"/>
          <p:cNvSpPr/>
          <p:nvPr/>
        </p:nvSpPr>
        <p:spPr>
          <a:xfrm>
            <a:off x="496125" y="389865"/>
            <a:ext cx="6382500" cy="10356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2800"/>
              <a:buFont typeface="Work Sans SemiBold"/>
              <a:buNone/>
            </a:pPr>
            <a:r>
              <a:rPr b="1" i="0" lang="en-GB" sz="2800" u="none" cap="none" strike="noStrike">
                <a:solidFill>
                  <a:srgbClr val="000000"/>
                </a:solidFill>
                <a:latin typeface="Work Sans SemiBold"/>
                <a:ea typeface="Work Sans SemiBold"/>
                <a:cs typeface="Work Sans SemiBold"/>
                <a:sym typeface="Work Sans SemiBold"/>
              </a:rPr>
              <a:t>Programme Goals</a:t>
            </a:r>
            <a:endParaRPr b="0" i="0" sz="2800" u="none" cap="none" strike="noStrike">
              <a:solidFill>
                <a:srgbClr val="000000"/>
              </a:solidFill>
              <a:latin typeface="Arial"/>
              <a:ea typeface="Arial"/>
              <a:cs typeface="Arial"/>
              <a:sym typeface="Arial"/>
            </a:endParaRPr>
          </a:p>
        </p:txBody>
      </p:sp>
      <p:sp>
        <p:nvSpPr>
          <p:cNvPr id="571" name="Google Shape;571;p113"/>
          <p:cNvSpPr/>
          <p:nvPr/>
        </p:nvSpPr>
        <p:spPr>
          <a:xfrm rot="10800000">
            <a:off x="5713816" y="0"/>
            <a:ext cx="3434700" cy="5143500"/>
          </a:xfrm>
          <a:prstGeom prst="rect">
            <a:avLst/>
          </a:prstGeom>
          <a:solidFill>
            <a:srgbClr val="000000">
              <a:alpha val="16471"/>
            </a:srgbClr>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72" name="Google Shape;572;p113"/>
          <p:cNvSpPr txBox="1"/>
          <p:nvPr/>
        </p:nvSpPr>
        <p:spPr>
          <a:xfrm>
            <a:off x="496125" y="1057172"/>
            <a:ext cx="1875000" cy="254100"/>
          </a:xfrm>
          <a:prstGeom prst="rect">
            <a:avLst/>
          </a:prstGeom>
          <a:noFill/>
          <a:ln>
            <a:noFill/>
          </a:ln>
        </p:spPr>
        <p:txBody>
          <a:bodyPr anchorCtr="0" anchor="t" bIns="57150" lIns="57150" spcFirstLastPara="1" rIns="57150" wrap="square" tIns="57150">
            <a:sp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573" name="Google Shape;573;p113"/>
          <p:cNvSpPr/>
          <p:nvPr/>
        </p:nvSpPr>
        <p:spPr>
          <a:xfrm>
            <a:off x="496125" y="1057175"/>
            <a:ext cx="4690800" cy="37818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600"/>
              </a:spcBef>
              <a:spcAft>
                <a:spcPts val="0"/>
              </a:spcAft>
              <a:buClr>
                <a:srgbClr val="000000"/>
              </a:buClr>
              <a:buSzPts val="1100"/>
              <a:buFont typeface="Work Sans"/>
              <a:buNone/>
            </a:pPr>
            <a:r>
              <a:rPr b="0" i="0" lang="en-GB" sz="1100" u="none" cap="none" strike="noStrike">
                <a:solidFill>
                  <a:srgbClr val="000000"/>
                </a:solidFill>
                <a:latin typeface="Work Sans"/>
                <a:ea typeface="Work Sans"/>
                <a:cs typeface="Work Sans"/>
                <a:sym typeface="Work Sans"/>
              </a:rPr>
              <a:t>The programme is designed to upskill Data Analysts into Data Scientists with the following capabilities and competencies:</a:t>
            </a:r>
            <a:endParaRPr b="0" i="0" sz="1100" u="none" cap="none" strike="noStrike">
              <a:solidFill>
                <a:srgbClr val="000000"/>
              </a:solidFill>
              <a:latin typeface="Work Sans"/>
              <a:ea typeface="Work Sans"/>
              <a:cs typeface="Work Sans"/>
              <a:sym typeface="Work Sans"/>
            </a:endParaRPr>
          </a:p>
          <a:p>
            <a:pPr indent="-298450" lvl="0" marL="457200" marR="0" rtl="0" algn="l">
              <a:lnSpc>
                <a:spcPct val="162857"/>
              </a:lnSpc>
              <a:spcBef>
                <a:spcPts val="600"/>
              </a:spcBef>
              <a:spcAft>
                <a:spcPts val="0"/>
              </a:spcAft>
              <a:buClr>
                <a:srgbClr val="000000"/>
              </a:buClr>
              <a:buSzPts val="1100"/>
              <a:buFont typeface="Work Sans"/>
              <a:buChar char="●"/>
            </a:pPr>
            <a:r>
              <a:rPr b="0" i="0" lang="en-GB" sz="1100" u="none" cap="none" strike="noStrike">
                <a:solidFill>
                  <a:srgbClr val="000000"/>
                </a:solidFill>
                <a:latin typeface="Work Sans"/>
                <a:ea typeface="Work Sans"/>
                <a:cs typeface="Work Sans"/>
                <a:sym typeface="Work Sans"/>
              </a:rPr>
              <a:t>Translate business questions into predictive modelling problems aligned to real-world objectives.</a:t>
            </a:r>
            <a:endParaRPr b="0" i="0" sz="1100" u="none" cap="none" strike="noStrike">
              <a:solidFill>
                <a:srgbClr val="000000"/>
              </a:solidFill>
              <a:latin typeface="Work Sans"/>
              <a:ea typeface="Work Sans"/>
              <a:cs typeface="Work Sans"/>
              <a:sym typeface="Work Sans"/>
            </a:endParaRPr>
          </a:p>
          <a:p>
            <a:pPr indent="-298450" lvl="0" marL="457200" marR="0" rtl="0" algn="l">
              <a:lnSpc>
                <a:spcPct val="162857"/>
              </a:lnSpc>
              <a:spcBef>
                <a:spcPts val="0"/>
              </a:spcBef>
              <a:spcAft>
                <a:spcPts val="0"/>
              </a:spcAft>
              <a:buClr>
                <a:srgbClr val="000000"/>
              </a:buClr>
              <a:buSzPts val="1100"/>
              <a:buFont typeface="Work Sans"/>
              <a:buChar char="●"/>
            </a:pPr>
            <a:r>
              <a:rPr b="0" i="0" lang="en-GB" sz="1100" u="none" cap="none" strike="noStrike">
                <a:solidFill>
                  <a:srgbClr val="000000"/>
                </a:solidFill>
                <a:latin typeface="Work Sans"/>
                <a:ea typeface="Work Sans"/>
                <a:cs typeface="Work Sans"/>
                <a:sym typeface="Work Sans"/>
              </a:rPr>
              <a:t>Apply Python-based data science workflows, using libraries for data preparation, modelling and experimentation.</a:t>
            </a:r>
            <a:endParaRPr b="0" i="0" sz="1100" u="none" cap="none" strike="noStrike">
              <a:solidFill>
                <a:srgbClr val="000000"/>
              </a:solidFill>
              <a:latin typeface="Work Sans"/>
              <a:ea typeface="Work Sans"/>
              <a:cs typeface="Work Sans"/>
              <a:sym typeface="Work Sans"/>
            </a:endParaRPr>
          </a:p>
          <a:p>
            <a:pPr indent="-298450" lvl="0" marL="457200" marR="0" rtl="0" algn="l">
              <a:lnSpc>
                <a:spcPct val="162857"/>
              </a:lnSpc>
              <a:spcBef>
                <a:spcPts val="0"/>
              </a:spcBef>
              <a:spcAft>
                <a:spcPts val="0"/>
              </a:spcAft>
              <a:buClr>
                <a:srgbClr val="000000"/>
              </a:buClr>
              <a:buSzPts val="1100"/>
              <a:buFont typeface="Work Sans"/>
              <a:buChar char="●"/>
            </a:pPr>
            <a:r>
              <a:rPr b="0" i="0" lang="en-GB" sz="1100" u="none" cap="none" strike="noStrike">
                <a:solidFill>
                  <a:schemeClr val="dk1"/>
                </a:solidFill>
                <a:latin typeface="Work Sans"/>
                <a:ea typeface="Work Sans"/>
                <a:cs typeface="Work Sans"/>
                <a:sym typeface="Work Sans"/>
              </a:rPr>
              <a:t>Design, train and validate machine learning models. </a:t>
            </a:r>
            <a:endParaRPr b="0" i="0" sz="1100" u="none" cap="none" strike="noStrike">
              <a:solidFill>
                <a:schemeClr val="dk1"/>
              </a:solidFill>
              <a:latin typeface="Work Sans"/>
              <a:ea typeface="Work Sans"/>
              <a:cs typeface="Work Sans"/>
              <a:sym typeface="Work Sans"/>
            </a:endParaRPr>
          </a:p>
          <a:p>
            <a:pPr indent="-298450" lvl="0" marL="457200" marR="0" rtl="0" algn="l">
              <a:lnSpc>
                <a:spcPct val="162857"/>
              </a:lnSpc>
              <a:spcBef>
                <a:spcPts val="0"/>
              </a:spcBef>
              <a:spcAft>
                <a:spcPts val="0"/>
              </a:spcAft>
              <a:buClr>
                <a:schemeClr val="dk1"/>
              </a:buClr>
              <a:buSzPts val="1100"/>
              <a:buFont typeface="Work Sans"/>
              <a:buChar char="●"/>
            </a:pPr>
            <a:r>
              <a:rPr b="0" i="0" lang="en-GB" sz="1100" u="none" cap="none" strike="noStrike">
                <a:solidFill>
                  <a:schemeClr val="dk1"/>
                </a:solidFill>
                <a:latin typeface="Work Sans"/>
                <a:ea typeface="Work Sans"/>
                <a:cs typeface="Work Sans"/>
                <a:sym typeface="Work Sans"/>
              </a:rPr>
              <a:t>Evaluate model performance and limitations, recognising issues such as overfitting and bias.</a:t>
            </a:r>
            <a:endParaRPr b="0" i="0" sz="1100" u="none" cap="none" strike="noStrike">
              <a:solidFill>
                <a:schemeClr val="dk1"/>
              </a:solidFill>
              <a:latin typeface="Work Sans"/>
              <a:ea typeface="Work Sans"/>
              <a:cs typeface="Work Sans"/>
              <a:sym typeface="Work Sans"/>
            </a:endParaRPr>
          </a:p>
          <a:p>
            <a:pPr indent="-298450" lvl="0" marL="457200" marR="0" rtl="0" algn="l">
              <a:lnSpc>
                <a:spcPct val="162857"/>
              </a:lnSpc>
              <a:spcBef>
                <a:spcPts val="0"/>
              </a:spcBef>
              <a:spcAft>
                <a:spcPts val="0"/>
              </a:spcAft>
              <a:buClr>
                <a:srgbClr val="000000"/>
              </a:buClr>
              <a:buSzPts val="1100"/>
              <a:buFont typeface="Work Sans"/>
              <a:buChar char="●"/>
            </a:pPr>
            <a:r>
              <a:rPr b="0" i="0" lang="en-GB" sz="1100" u="none" cap="none" strike="noStrike">
                <a:solidFill>
                  <a:srgbClr val="000000"/>
                </a:solidFill>
                <a:latin typeface="Work Sans"/>
                <a:ea typeface="Work Sans"/>
                <a:cs typeface="Work Sans"/>
                <a:sym typeface="Work Sans"/>
              </a:rPr>
              <a:t>Interpret and communicate results, including probabilities, confidence, and trade-offs, to both technical and non-technical stakeholders.</a:t>
            </a:r>
            <a:endParaRPr b="0" i="0" sz="1100" u="none" cap="none" strike="noStrike">
              <a:solidFill>
                <a:srgbClr val="000000"/>
              </a:solidFill>
              <a:latin typeface="Work Sans"/>
              <a:ea typeface="Work Sans"/>
              <a:cs typeface="Work Sans"/>
              <a:sym typeface="Work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114"/>
          <p:cNvSpPr/>
          <p:nvPr/>
        </p:nvSpPr>
        <p:spPr>
          <a:xfrm>
            <a:off x="496119" y="1963564"/>
            <a:ext cx="17721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400"/>
              <a:buFont typeface="Work Sans SemiBold"/>
              <a:buNone/>
            </a:pPr>
            <a:r>
              <a:rPr b="0" i="0" lang="en-GB" sz="1400" u="none" cap="none" strike="noStrike">
                <a:solidFill>
                  <a:srgbClr val="000000"/>
                </a:solidFill>
                <a:latin typeface="Work Sans SemiBold"/>
                <a:ea typeface="Work Sans SemiBold"/>
                <a:cs typeface="Work Sans SemiBold"/>
                <a:sym typeface="Work Sans SemiBold"/>
              </a:rPr>
              <a:t>Data Analyst</a:t>
            </a:r>
            <a:endParaRPr b="0" i="0" sz="1400" u="none" cap="none" strike="noStrike">
              <a:solidFill>
                <a:srgbClr val="000000"/>
              </a:solidFill>
              <a:latin typeface="Work Sans SemiBold"/>
              <a:ea typeface="Work Sans SemiBold"/>
              <a:cs typeface="Work Sans SemiBold"/>
              <a:sym typeface="Work Sans SemiBold"/>
            </a:endParaRPr>
          </a:p>
        </p:txBody>
      </p:sp>
      <p:sp>
        <p:nvSpPr>
          <p:cNvPr id="580" name="Google Shape;580;p114"/>
          <p:cNvSpPr/>
          <p:nvPr/>
        </p:nvSpPr>
        <p:spPr>
          <a:xfrm>
            <a:off x="496125" y="2326794"/>
            <a:ext cx="3903000" cy="27732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600"/>
              </a:spcBef>
              <a:spcAft>
                <a:spcPts val="0"/>
              </a:spcAft>
              <a:buClr>
                <a:srgbClr val="000000"/>
              </a:buClr>
              <a:buSzPts val="1100"/>
              <a:buFont typeface="Work Sans"/>
              <a:buNone/>
            </a:pPr>
            <a:r>
              <a:rPr b="0" i="0" lang="en-GB" sz="1100" u="none" cap="none" strike="noStrike">
                <a:solidFill>
                  <a:srgbClr val="000000"/>
                </a:solidFill>
                <a:latin typeface="Work Sans"/>
                <a:ea typeface="Work Sans"/>
                <a:cs typeface="Work Sans"/>
                <a:sym typeface="Work Sans"/>
              </a:rPr>
              <a:t>Data Analysts primarily work closely with stakeholders to translate business questions into analytical tasks, clean and explore data, and apply descriptive and diagnostic techniques to uncover trends, patterns, and anomalies.</a:t>
            </a:r>
            <a:endParaRPr b="0" i="0" sz="1100" u="none" cap="none" strike="noStrike">
              <a:solidFill>
                <a:srgbClr val="000000"/>
              </a:solidFill>
              <a:latin typeface="Work Sans"/>
              <a:ea typeface="Work Sans"/>
              <a:cs typeface="Work Sans"/>
              <a:sym typeface="Work Sans"/>
            </a:endParaRPr>
          </a:p>
          <a:p>
            <a:pPr indent="0" lvl="0" marL="0" marR="0" rtl="0" algn="l">
              <a:lnSpc>
                <a:spcPct val="162857"/>
              </a:lnSpc>
              <a:spcBef>
                <a:spcPts val="600"/>
              </a:spcBef>
              <a:spcAft>
                <a:spcPts val="600"/>
              </a:spcAft>
              <a:buClr>
                <a:srgbClr val="000000"/>
              </a:buClr>
              <a:buSzPts val="1100"/>
              <a:buFont typeface="Work Sans"/>
              <a:buNone/>
            </a:pPr>
            <a:r>
              <a:rPr b="0" i="0" lang="en-GB" sz="1100" u="none" cap="none" strike="noStrike">
                <a:solidFill>
                  <a:srgbClr val="000000"/>
                </a:solidFill>
                <a:latin typeface="Work Sans"/>
                <a:ea typeface="Work Sans"/>
                <a:cs typeface="Work Sans"/>
                <a:sym typeface="Work Sans"/>
              </a:rPr>
              <a:t>Data Analysts commonly use tools such as Excel spreadsheets and business intelligence platforms like Power BI or Tableau to create dashboards and reports.</a:t>
            </a:r>
            <a:endParaRPr b="0" i="0" sz="1100" u="none" cap="none" strike="noStrike">
              <a:solidFill>
                <a:srgbClr val="000000"/>
              </a:solidFill>
              <a:latin typeface="Work Sans"/>
              <a:ea typeface="Work Sans"/>
              <a:cs typeface="Work Sans"/>
              <a:sym typeface="Work Sans"/>
            </a:endParaRPr>
          </a:p>
        </p:txBody>
      </p:sp>
      <p:sp>
        <p:nvSpPr>
          <p:cNvPr id="581" name="Google Shape;581;p114"/>
          <p:cNvSpPr/>
          <p:nvPr/>
        </p:nvSpPr>
        <p:spPr>
          <a:xfrm>
            <a:off x="4749701" y="1963564"/>
            <a:ext cx="23469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chemeClr val="dk1"/>
              </a:buClr>
              <a:buSzPts val="1400"/>
              <a:buFont typeface="Work Sans SemiBold"/>
              <a:buNone/>
            </a:pPr>
            <a:r>
              <a:rPr b="0" i="0" lang="en-GB" sz="1400" u="none" cap="none" strike="noStrike">
                <a:solidFill>
                  <a:schemeClr val="dk1"/>
                </a:solidFill>
                <a:latin typeface="Work Sans SemiBold"/>
                <a:ea typeface="Work Sans SemiBold"/>
                <a:cs typeface="Work Sans SemiBold"/>
                <a:sym typeface="Work Sans SemiBold"/>
              </a:rPr>
              <a:t>Data Scientist</a:t>
            </a:r>
            <a:endParaRPr b="0" i="0" sz="1400" u="none" cap="none" strike="noStrike">
              <a:solidFill>
                <a:srgbClr val="000000"/>
              </a:solidFill>
              <a:latin typeface="Work Sans SemiBold"/>
              <a:ea typeface="Work Sans SemiBold"/>
              <a:cs typeface="Work Sans SemiBold"/>
              <a:sym typeface="Work Sans SemiBold"/>
            </a:endParaRPr>
          </a:p>
        </p:txBody>
      </p:sp>
      <p:sp>
        <p:nvSpPr>
          <p:cNvPr id="582" name="Google Shape;582;p114"/>
          <p:cNvSpPr/>
          <p:nvPr/>
        </p:nvSpPr>
        <p:spPr>
          <a:xfrm>
            <a:off x="4749700" y="2326800"/>
            <a:ext cx="3903000" cy="54522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600"/>
              </a:spcBef>
              <a:spcAft>
                <a:spcPts val="0"/>
              </a:spcAft>
              <a:buClr>
                <a:srgbClr val="000000"/>
              </a:buClr>
              <a:buSzPts val="1100"/>
              <a:buFont typeface="Arial"/>
              <a:buNone/>
            </a:pPr>
            <a:r>
              <a:rPr b="0" i="0" lang="en-GB" sz="1100" u="none" cap="none" strike="noStrike">
                <a:solidFill>
                  <a:schemeClr val="dk1"/>
                </a:solidFill>
                <a:latin typeface="Work Sans"/>
                <a:ea typeface="Work Sans"/>
                <a:cs typeface="Work Sans"/>
                <a:sym typeface="Work Sans"/>
              </a:rPr>
              <a:t>Data Scientists extend their focus to predictive and prescriptive analytics. They design and build statistical and machine learning models to predict outcomes, quantify uncertainty, and evaluate different scenarios to support decision-making.</a:t>
            </a:r>
            <a:endParaRPr b="0" i="0" sz="1100" u="none" cap="none" strike="noStrike">
              <a:solidFill>
                <a:schemeClr val="dk1"/>
              </a:solidFill>
              <a:latin typeface="Work Sans"/>
              <a:ea typeface="Work Sans"/>
              <a:cs typeface="Work Sans"/>
              <a:sym typeface="Work Sans"/>
            </a:endParaRPr>
          </a:p>
          <a:p>
            <a:pPr indent="0" lvl="0" marL="0" marR="0" rtl="0" algn="l">
              <a:lnSpc>
                <a:spcPct val="162857"/>
              </a:lnSpc>
              <a:spcBef>
                <a:spcPts val="600"/>
              </a:spcBef>
              <a:spcAft>
                <a:spcPts val="600"/>
              </a:spcAft>
              <a:buClr>
                <a:srgbClr val="000000"/>
              </a:buClr>
              <a:buSzPts val="1100"/>
              <a:buFont typeface="Arial"/>
              <a:buNone/>
            </a:pPr>
            <a:r>
              <a:rPr b="0" i="0" lang="en-GB" sz="1100" u="none" cap="none" strike="noStrike">
                <a:solidFill>
                  <a:schemeClr val="dk1"/>
                </a:solidFill>
                <a:latin typeface="Work Sans"/>
                <a:ea typeface="Work Sans"/>
                <a:cs typeface="Work Sans"/>
                <a:sym typeface="Work Sans"/>
              </a:rPr>
              <a:t>Data Scientists typically work with Python using libraries such as pandas, NumPy and machine learning frameworks, alongside notebooks and version control platforms like GitHub.</a:t>
            </a:r>
            <a:endParaRPr b="0" i="0" sz="1100" u="none" cap="none" strike="noStrike">
              <a:solidFill>
                <a:schemeClr val="dk1"/>
              </a:solidFill>
              <a:latin typeface="Work Sans"/>
              <a:ea typeface="Work Sans"/>
              <a:cs typeface="Work Sans"/>
              <a:sym typeface="Work Sans"/>
            </a:endParaRPr>
          </a:p>
        </p:txBody>
      </p:sp>
      <p:pic>
        <p:nvPicPr>
          <p:cNvPr descr="preencoded.png" id="583" name="Google Shape;583;p114"/>
          <p:cNvPicPr preferRelativeResize="0"/>
          <p:nvPr/>
        </p:nvPicPr>
        <p:blipFill rotWithShape="1">
          <a:blip r:embed="rId3">
            <a:alphaModFix/>
          </a:blip>
          <a:srcRect b="0" l="0" r="0" t="0"/>
          <a:stretch/>
        </p:blipFill>
        <p:spPr>
          <a:xfrm>
            <a:off x="0" y="0"/>
            <a:ext cx="9144000" cy="1772022"/>
          </a:xfrm>
          <a:prstGeom prst="rect">
            <a:avLst/>
          </a:prstGeom>
          <a:noFill/>
          <a:ln>
            <a:noFill/>
          </a:ln>
        </p:spPr>
      </p:pic>
      <p:sp>
        <p:nvSpPr>
          <p:cNvPr id="584" name="Google Shape;584;p114"/>
          <p:cNvSpPr/>
          <p:nvPr/>
        </p:nvSpPr>
        <p:spPr>
          <a:xfrm>
            <a:off x="0" y="0"/>
            <a:ext cx="9144000" cy="1772100"/>
          </a:xfrm>
          <a:prstGeom prst="rect">
            <a:avLst/>
          </a:prstGeom>
          <a:solidFill>
            <a:srgbClr val="010101">
              <a:alpha val="14510"/>
            </a:srgbClr>
          </a:solidFill>
          <a:ln>
            <a:noFill/>
          </a:ln>
          <a:effectLst>
            <a:outerShdw blurRad="35719" rotWithShape="0" algn="bl" dir="5400000" dist="11906">
              <a:srgbClr val="000000"/>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115"/>
          <p:cNvSpPr/>
          <p:nvPr/>
        </p:nvSpPr>
        <p:spPr>
          <a:xfrm>
            <a:off x="2196852" y="3601008"/>
            <a:ext cx="14751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chemeClr val="dk1"/>
              </a:buClr>
              <a:buSzPts val="1200"/>
              <a:buFont typeface="Work Sans SemiBold"/>
              <a:buNone/>
            </a:pPr>
            <a:r>
              <a:rPr b="1" i="0" lang="en-GB" sz="1200" u="none" cap="none" strike="noStrike">
                <a:solidFill>
                  <a:schemeClr val="dk1"/>
                </a:solidFill>
                <a:latin typeface="Work Sans SemiBold"/>
                <a:ea typeface="Work Sans SemiBold"/>
                <a:cs typeface="Work Sans SemiBold"/>
                <a:sym typeface="Work Sans SemiBold"/>
              </a:rPr>
              <a:t>Course materials</a:t>
            </a:r>
            <a:endParaRPr b="0" i="0" sz="1200" u="none" cap="none" strike="noStrike">
              <a:solidFill>
                <a:schemeClr val="dk1"/>
              </a:solidFill>
              <a:latin typeface="Arial"/>
              <a:ea typeface="Arial"/>
              <a:cs typeface="Arial"/>
              <a:sym typeface="Arial"/>
            </a:endParaRPr>
          </a:p>
          <a:p>
            <a:pPr indent="0" lvl="0" marL="0" marR="0" rtl="0" algn="l">
              <a:lnSpc>
                <a:spcPct val="124324"/>
              </a:lnSpc>
              <a:spcBef>
                <a:spcPts val="0"/>
              </a:spcBef>
              <a:spcAft>
                <a:spcPts val="0"/>
              </a:spcAft>
              <a:buClr>
                <a:srgbClr val="000000"/>
              </a:buClr>
              <a:buSzPts val="1200"/>
              <a:buFont typeface="Work Sans SemiBold"/>
              <a:buNone/>
            </a:pPr>
            <a:r>
              <a:t/>
            </a:r>
            <a:endParaRPr b="0" i="0" sz="1200" u="none" cap="none" strike="noStrike">
              <a:solidFill>
                <a:srgbClr val="000000"/>
              </a:solidFill>
              <a:latin typeface="Arial"/>
              <a:ea typeface="Arial"/>
              <a:cs typeface="Arial"/>
              <a:sym typeface="Arial"/>
            </a:endParaRPr>
          </a:p>
        </p:txBody>
      </p:sp>
      <p:cxnSp>
        <p:nvCxnSpPr>
          <p:cNvPr id="590" name="Google Shape;590;p115"/>
          <p:cNvCxnSpPr/>
          <p:nvPr/>
        </p:nvCxnSpPr>
        <p:spPr>
          <a:xfrm>
            <a:off x="349925" y="5178035"/>
            <a:ext cx="0" cy="374700"/>
          </a:xfrm>
          <a:prstGeom prst="straightConnector1">
            <a:avLst/>
          </a:prstGeom>
          <a:noFill/>
          <a:ln cap="flat" cmpd="sng" w="28575">
            <a:solidFill>
              <a:srgbClr val="6D9EEB"/>
            </a:solidFill>
            <a:prstDash val="dot"/>
            <a:round/>
            <a:headEnd len="sm" w="sm" type="none"/>
            <a:tailEnd len="sm" w="sm" type="none"/>
          </a:ln>
        </p:spPr>
      </p:cxnSp>
      <p:cxnSp>
        <p:nvCxnSpPr>
          <p:cNvPr id="591" name="Google Shape;591;p115"/>
          <p:cNvCxnSpPr/>
          <p:nvPr/>
        </p:nvCxnSpPr>
        <p:spPr>
          <a:xfrm>
            <a:off x="8777600" y="5175099"/>
            <a:ext cx="0" cy="374700"/>
          </a:xfrm>
          <a:prstGeom prst="straightConnector1">
            <a:avLst/>
          </a:prstGeom>
          <a:noFill/>
          <a:ln cap="flat" cmpd="sng" w="28575">
            <a:solidFill>
              <a:srgbClr val="6D9EEB"/>
            </a:solidFill>
            <a:prstDash val="dot"/>
            <a:round/>
            <a:headEnd len="sm" w="sm" type="none"/>
            <a:tailEnd len="sm" w="sm" type="none"/>
          </a:ln>
        </p:spPr>
      </p:cxnSp>
      <p:cxnSp>
        <p:nvCxnSpPr>
          <p:cNvPr id="592" name="Google Shape;592;p115"/>
          <p:cNvCxnSpPr/>
          <p:nvPr/>
        </p:nvCxnSpPr>
        <p:spPr>
          <a:xfrm rot="10800000">
            <a:off x="9198925" y="4798800"/>
            <a:ext cx="709500" cy="0"/>
          </a:xfrm>
          <a:prstGeom prst="straightConnector1">
            <a:avLst/>
          </a:prstGeom>
          <a:noFill/>
          <a:ln cap="flat" cmpd="sng" w="28575">
            <a:solidFill>
              <a:srgbClr val="6D9EEB"/>
            </a:solidFill>
            <a:prstDash val="dot"/>
            <a:round/>
            <a:headEnd len="sm" w="sm" type="none"/>
            <a:tailEnd len="sm" w="sm" type="none"/>
          </a:ln>
        </p:spPr>
      </p:cxnSp>
      <p:cxnSp>
        <p:nvCxnSpPr>
          <p:cNvPr id="593" name="Google Shape;593;p115"/>
          <p:cNvCxnSpPr/>
          <p:nvPr/>
        </p:nvCxnSpPr>
        <p:spPr>
          <a:xfrm rot="10800000">
            <a:off x="-774518" y="4798800"/>
            <a:ext cx="709500" cy="0"/>
          </a:xfrm>
          <a:prstGeom prst="straightConnector1">
            <a:avLst/>
          </a:prstGeom>
          <a:noFill/>
          <a:ln cap="flat" cmpd="sng" w="28575">
            <a:solidFill>
              <a:srgbClr val="6D9EEB"/>
            </a:solidFill>
            <a:prstDash val="dot"/>
            <a:round/>
            <a:headEnd len="sm" w="sm" type="none"/>
            <a:tailEnd len="sm" w="sm" type="none"/>
          </a:ln>
        </p:spPr>
      </p:cxnSp>
      <p:cxnSp>
        <p:nvCxnSpPr>
          <p:cNvPr id="594" name="Google Shape;594;p115"/>
          <p:cNvCxnSpPr/>
          <p:nvPr/>
        </p:nvCxnSpPr>
        <p:spPr>
          <a:xfrm rot="10800000">
            <a:off x="9198925" y="1187100"/>
            <a:ext cx="709500" cy="0"/>
          </a:xfrm>
          <a:prstGeom prst="straightConnector1">
            <a:avLst/>
          </a:prstGeom>
          <a:noFill/>
          <a:ln cap="flat" cmpd="sng" w="28575">
            <a:solidFill>
              <a:srgbClr val="6D9EEB"/>
            </a:solidFill>
            <a:prstDash val="dot"/>
            <a:round/>
            <a:headEnd len="sm" w="sm" type="none"/>
            <a:tailEnd len="sm" w="sm" type="none"/>
          </a:ln>
        </p:spPr>
      </p:cxnSp>
      <p:cxnSp>
        <p:nvCxnSpPr>
          <p:cNvPr id="595" name="Google Shape;595;p115"/>
          <p:cNvCxnSpPr/>
          <p:nvPr/>
        </p:nvCxnSpPr>
        <p:spPr>
          <a:xfrm rot="10800000">
            <a:off x="-774533" y="1187100"/>
            <a:ext cx="709500" cy="0"/>
          </a:xfrm>
          <a:prstGeom prst="straightConnector1">
            <a:avLst/>
          </a:prstGeom>
          <a:noFill/>
          <a:ln cap="flat" cmpd="sng" w="28575">
            <a:solidFill>
              <a:srgbClr val="6D9EEB"/>
            </a:solidFill>
            <a:prstDash val="dot"/>
            <a:round/>
            <a:headEnd len="sm" w="sm" type="none"/>
            <a:tailEnd len="sm" w="sm" type="none"/>
          </a:ln>
        </p:spPr>
      </p:cxnSp>
      <p:sp>
        <p:nvSpPr>
          <p:cNvPr id="596" name="Google Shape;596;p115"/>
          <p:cNvSpPr/>
          <p:nvPr/>
        </p:nvSpPr>
        <p:spPr>
          <a:xfrm>
            <a:off x="496125" y="389865"/>
            <a:ext cx="6382500" cy="10356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2800"/>
              <a:buFont typeface="Work Sans SemiBold"/>
              <a:buNone/>
            </a:pPr>
            <a:r>
              <a:rPr b="1" i="0" lang="en-GB" sz="2800" u="none" cap="none" strike="noStrike">
                <a:solidFill>
                  <a:srgbClr val="000000"/>
                </a:solidFill>
                <a:latin typeface="Work Sans SemiBold"/>
                <a:ea typeface="Work Sans SemiBold"/>
                <a:cs typeface="Work Sans SemiBold"/>
                <a:sym typeface="Work Sans SemiBold"/>
              </a:rPr>
              <a:t>Programme Approach</a:t>
            </a:r>
            <a:endParaRPr b="0" i="0" sz="2800" u="none" cap="none" strike="noStrike">
              <a:solidFill>
                <a:srgbClr val="000000"/>
              </a:solidFill>
              <a:latin typeface="Arial"/>
              <a:ea typeface="Arial"/>
              <a:cs typeface="Arial"/>
              <a:sym typeface="Arial"/>
            </a:endParaRPr>
          </a:p>
        </p:txBody>
      </p:sp>
      <p:sp>
        <p:nvSpPr>
          <p:cNvPr id="597" name="Google Shape;597;p115"/>
          <p:cNvSpPr/>
          <p:nvPr/>
        </p:nvSpPr>
        <p:spPr>
          <a:xfrm>
            <a:off x="508248" y="1651993"/>
            <a:ext cx="14751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000000"/>
              </a:buClr>
              <a:buSzPts val="1200"/>
              <a:buFont typeface="Work Sans SemiBold"/>
              <a:buNone/>
            </a:pPr>
            <a:r>
              <a:rPr b="1" lang="en-GB" sz="1200">
                <a:latin typeface="Work Sans SemiBold"/>
                <a:ea typeface="Work Sans SemiBold"/>
                <a:cs typeface="Work Sans SemiBold"/>
                <a:sym typeface="Work Sans SemiBold"/>
              </a:rPr>
              <a:t>L</a:t>
            </a:r>
            <a:r>
              <a:rPr b="1" i="0" lang="en-GB" sz="1200" u="none" cap="none" strike="noStrike">
                <a:solidFill>
                  <a:srgbClr val="000000"/>
                </a:solidFill>
                <a:latin typeface="Work Sans SemiBold"/>
                <a:ea typeface="Work Sans SemiBold"/>
                <a:cs typeface="Work Sans SemiBold"/>
                <a:sym typeface="Work Sans SemiBold"/>
              </a:rPr>
              <a:t>earning Centred</a:t>
            </a:r>
            <a:endParaRPr b="0" i="0" sz="1200" u="none" cap="none" strike="noStrike">
              <a:solidFill>
                <a:srgbClr val="000000"/>
              </a:solidFill>
              <a:latin typeface="Arial"/>
              <a:ea typeface="Arial"/>
              <a:cs typeface="Arial"/>
              <a:sym typeface="Arial"/>
            </a:endParaRPr>
          </a:p>
        </p:txBody>
      </p:sp>
      <p:sp>
        <p:nvSpPr>
          <p:cNvPr id="598" name="Google Shape;598;p115"/>
          <p:cNvSpPr/>
          <p:nvPr/>
        </p:nvSpPr>
        <p:spPr>
          <a:xfrm>
            <a:off x="508248" y="1907084"/>
            <a:ext cx="1511700" cy="9438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lang="en-GB" sz="900">
                <a:latin typeface="Work Sans"/>
                <a:ea typeface="Work Sans"/>
                <a:cs typeface="Work Sans"/>
                <a:sym typeface="Work Sans"/>
              </a:rPr>
              <a:t>you will complete a feedback form at the end of each workshop. Allowing us to improve based on your feedback.</a:t>
            </a:r>
            <a:endParaRPr b="0" i="0" sz="900" u="none" cap="none" strike="noStrike">
              <a:solidFill>
                <a:srgbClr val="000000"/>
              </a:solidFill>
              <a:latin typeface="Work Sans"/>
              <a:ea typeface="Work Sans"/>
              <a:cs typeface="Work Sans"/>
              <a:sym typeface="Work Sans"/>
            </a:endParaRPr>
          </a:p>
        </p:txBody>
      </p:sp>
      <p:sp>
        <p:nvSpPr>
          <p:cNvPr id="599" name="Google Shape;599;p115"/>
          <p:cNvSpPr/>
          <p:nvPr/>
        </p:nvSpPr>
        <p:spPr>
          <a:xfrm>
            <a:off x="2196852" y="1651993"/>
            <a:ext cx="14751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000000"/>
              </a:buClr>
              <a:buSzPts val="1200"/>
              <a:buFont typeface="Work Sans SemiBold"/>
              <a:buNone/>
            </a:pPr>
            <a:r>
              <a:rPr b="1" i="0" lang="en-GB" sz="1200" u="none" cap="none" strike="noStrike">
                <a:solidFill>
                  <a:srgbClr val="000000"/>
                </a:solidFill>
                <a:latin typeface="Work Sans SemiBold"/>
                <a:ea typeface="Work Sans SemiBold"/>
                <a:cs typeface="Work Sans SemiBold"/>
                <a:sym typeface="Work Sans SemiBold"/>
              </a:rPr>
              <a:t>Live virtual</a:t>
            </a:r>
            <a:endParaRPr b="0" i="0" sz="1200" u="none" cap="none" strike="noStrike">
              <a:solidFill>
                <a:srgbClr val="000000"/>
              </a:solidFill>
              <a:latin typeface="Arial"/>
              <a:ea typeface="Arial"/>
              <a:cs typeface="Arial"/>
              <a:sym typeface="Arial"/>
            </a:endParaRPr>
          </a:p>
        </p:txBody>
      </p:sp>
      <p:sp>
        <p:nvSpPr>
          <p:cNvPr id="600" name="Google Shape;600;p115"/>
          <p:cNvSpPr/>
          <p:nvPr/>
        </p:nvSpPr>
        <p:spPr>
          <a:xfrm>
            <a:off x="2196859" y="1907076"/>
            <a:ext cx="1511700" cy="10953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b="0" i="0" lang="en-GB" sz="900" u="none" cap="none" strike="noStrike">
                <a:solidFill>
                  <a:schemeClr val="dk1"/>
                </a:solidFill>
                <a:latin typeface="Work Sans"/>
                <a:ea typeface="Work Sans"/>
                <a:cs typeface="Work Sans"/>
                <a:sym typeface="Work Sans"/>
              </a:rPr>
              <a:t>Live sessions occur one full day a week, please do your best to attend. Attendance will be tracked and monitored. </a:t>
            </a:r>
            <a:endParaRPr b="0" i="0" sz="900" u="none" cap="none" strike="noStrike">
              <a:solidFill>
                <a:schemeClr val="dk1"/>
              </a:solidFill>
              <a:latin typeface="Work Sans"/>
              <a:ea typeface="Work Sans"/>
              <a:cs typeface="Work Sans"/>
              <a:sym typeface="Work Sans"/>
            </a:endParaRPr>
          </a:p>
          <a:p>
            <a:pPr indent="0" lvl="0" marL="0" marR="0" rtl="0" algn="l">
              <a:lnSpc>
                <a:spcPct val="162068"/>
              </a:lnSpc>
              <a:spcBef>
                <a:spcPts val="0"/>
              </a:spcBef>
              <a:spcAft>
                <a:spcPts val="0"/>
              </a:spcAft>
              <a:buClr>
                <a:srgbClr val="000000"/>
              </a:buClr>
              <a:buSzPts val="900"/>
              <a:buFont typeface="Work Sans"/>
              <a:buNone/>
            </a:pPr>
            <a:r>
              <a:t/>
            </a:r>
            <a:endParaRPr b="0" i="0" sz="900" u="none" cap="none" strike="noStrike">
              <a:solidFill>
                <a:schemeClr val="dk1"/>
              </a:solidFill>
              <a:latin typeface="Work Sans"/>
              <a:ea typeface="Work Sans"/>
              <a:cs typeface="Work Sans"/>
              <a:sym typeface="Work Sans"/>
            </a:endParaRPr>
          </a:p>
        </p:txBody>
      </p:sp>
      <p:sp>
        <p:nvSpPr>
          <p:cNvPr id="601" name="Google Shape;601;p115"/>
          <p:cNvSpPr/>
          <p:nvPr/>
        </p:nvSpPr>
        <p:spPr>
          <a:xfrm>
            <a:off x="3885531" y="1652000"/>
            <a:ext cx="16032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000000"/>
              </a:buClr>
              <a:buSzPts val="1200"/>
              <a:buFont typeface="Work Sans SemiBold"/>
              <a:buNone/>
            </a:pPr>
            <a:r>
              <a:rPr b="1" i="0" lang="en-GB" sz="1200" u="none" cap="none" strike="noStrike">
                <a:solidFill>
                  <a:srgbClr val="000000"/>
                </a:solidFill>
                <a:latin typeface="Work Sans SemiBold"/>
                <a:ea typeface="Work Sans SemiBold"/>
                <a:cs typeface="Work Sans SemiBold"/>
                <a:sym typeface="Work Sans SemiBold"/>
              </a:rPr>
              <a:t>Active Learning</a:t>
            </a:r>
            <a:endParaRPr b="0" i="0" sz="1200" u="none" cap="none" strike="noStrike">
              <a:solidFill>
                <a:srgbClr val="000000"/>
              </a:solidFill>
              <a:latin typeface="Arial"/>
              <a:ea typeface="Arial"/>
              <a:cs typeface="Arial"/>
              <a:sym typeface="Arial"/>
            </a:endParaRPr>
          </a:p>
        </p:txBody>
      </p:sp>
      <p:sp>
        <p:nvSpPr>
          <p:cNvPr id="602" name="Google Shape;602;p115"/>
          <p:cNvSpPr/>
          <p:nvPr/>
        </p:nvSpPr>
        <p:spPr>
          <a:xfrm>
            <a:off x="3885531" y="1907076"/>
            <a:ext cx="1511700" cy="10356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lang="en-GB" sz="900">
                <a:latin typeface="Work Sans"/>
                <a:ea typeface="Work Sans"/>
                <a:cs typeface="Work Sans"/>
                <a:sym typeface="Work Sans"/>
              </a:rPr>
              <a:t>We have formatted the session in a way that will allow for you to practice the concepts as soon as you learn them. </a:t>
            </a:r>
            <a:endParaRPr b="0" i="0" sz="900" u="none" cap="none" strike="noStrike">
              <a:solidFill>
                <a:srgbClr val="000000"/>
              </a:solidFill>
              <a:latin typeface="Work Sans"/>
              <a:ea typeface="Work Sans"/>
              <a:cs typeface="Work Sans"/>
              <a:sym typeface="Work Sans"/>
            </a:endParaRPr>
          </a:p>
        </p:txBody>
      </p:sp>
      <p:sp>
        <p:nvSpPr>
          <p:cNvPr id="603" name="Google Shape;603;p115"/>
          <p:cNvSpPr/>
          <p:nvPr/>
        </p:nvSpPr>
        <p:spPr>
          <a:xfrm>
            <a:off x="508248" y="3617938"/>
            <a:ext cx="14751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000000"/>
              </a:buClr>
              <a:buSzPts val="1200"/>
              <a:buFont typeface="Work Sans SemiBold"/>
              <a:buNone/>
            </a:pPr>
            <a:r>
              <a:rPr b="1" i="0" lang="en-GB" sz="1200" u="none" cap="none" strike="noStrike">
                <a:solidFill>
                  <a:srgbClr val="000000"/>
                </a:solidFill>
                <a:latin typeface="Work Sans SemiBold"/>
                <a:ea typeface="Work Sans SemiBold"/>
                <a:cs typeface="Work Sans SemiBold"/>
                <a:sym typeface="Work Sans SemiBold"/>
              </a:rPr>
              <a:t>Tutor support</a:t>
            </a:r>
            <a:endParaRPr b="0" i="0" sz="1200" u="none" cap="none" strike="noStrike">
              <a:solidFill>
                <a:srgbClr val="000000"/>
              </a:solidFill>
              <a:latin typeface="Arial"/>
              <a:ea typeface="Arial"/>
              <a:cs typeface="Arial"/>
              <a:sym typeface="Arial"/>
            </a:endParaRPr>
          </a:p>
        </p:txBody>
      </p:sp>
      <p:sp>
        <p:nvSpPr>
          <p:cNvPr id="604" name="Google Shape;604;p115"/>
          <p:cNvSpPr/>
          <p:nvPr/>
        </p:nvSpPr>
        <p:spPr>
          <a:xfrm>
            <a:off x="508250" y="3873033"/>
            <a:ext cx="1511700" cy="10953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Support throughout the programme from</a:t>
            </a:r>
            <a:r>
              <a:rPr lang="en-GB" sz="900">
                <a:latin typeface="Work Sans"/>
                <a:ea typeface="Work Sans"/>
                <a:cs typeface="Work Sans"/>
                <a:sym typeface="Work Sans"/>
              </a:rPr>
              <a:t> DWP</a:t>
            </a:r>
            <a:r>
              <a:rPr b="0" i="0" lang="en-GB" sz="900" u="none" cap="none" strike="noStrike">
                <a:solidFill>
                  <a:srgbClr val="000000"/>
                </a:solidFill>
                <a:latin typeface="Work Sans"/>
                <a:ea typeface="Work Sans"/>
                <a:cs typeface="Work Sans"/>
                <a:sym typeface="Work Sans"/>
              </a:rPr>
              <a:t> and Decoded via Teams </a:t>
            </a:r>
            <a:endParaRPr b="0" i="0" sz="900" u="none" cap="none" strike="noStrike">
              <a:solidFill>
                <a:srgbClr val="000000"/>
              </a:solidFill>
              <a:latin typeface="Work Sans"/>
              <a:ea typeface="Work Sans"/>
              <a:cs typeface="Work Sans"/>
              <a:sym typeface="Work Sans"/>
            </a:endParaRPr>
          </a:p>
          <a:p>
            <a:pPr indent="0" lvl="0" marL="0" marR="0" rtl="0" algn="l">
              <a:lnSpc>
                <a:spcPct val="162068"/>
              </a:lnSpc>
              <a:spcBef>
                <a:spcPts val="0"/>
              </a:spcBef>
              <a:spcAft>
                <a:spcPts val="0"/>
              </a:spcAft>
              <a:buClr>
                <a:srgbClr val="000000"/>
              </a:buClr>
              <a:buSzPts val="900"/>
              <a:buFont typeface="Work Sans"/>
              <a:buNone/>
            </a:pPr>
            <a:r>
              <a:t/>
            </a:r>
            <a:endParaRPr b="0" i="0" sz="900" u="none" cap="none" strike="noStrike">
              <a:solidFill>
                <a:srgbClr val="000000"/>
              </a:solidFill>
              <a:latin typeface="Work Sans"/>
              <a:ea typeface="Work Sans"/>
              <a:cs typeface="Work Sans"/>
              <a:sym typeface="Work Sans"/>
            </a:endParaRPr>
          </a:p>
          <a:p>
            <a:pPr indent="0" lvl="0" marL="0" marR="0" rtl="0" algn="l">
              <a:lnSpc>
                <a:spcPct val="162068"/>
              </a:lnSpc>
              <a:spcBef>
                <a:spcPts val="0"/>
              </a:spcBef>
              <a:spcAft>
                <a:spcPts val="0"/>
              </a:spcAft>
              <a:buClr>
                <a:srgbClr val="000000"/>
              </a:buClr>
              <a:buSzPts val="900"/>
              <a:buFont typeface="Work Sans"/>
              <a:buNone/>
            </a:pPr>
            <a:r>
              <a:t/>
            </a:r>
            <a:endParaRPr b="0" i="0" sz="900" u="none" cap="none" strike="noStrike">
              <a:solidFill>
                <a:srgbClr val="000000"/>
              </a:solidFill>
              <a:latin typeface="Work Sans"/>
              <a:ea typeface="Work Sans"/>
              <a:cs typeface="Work Sans"/>
              <a:sym typeface="Work Sans"/>
            </a:endParaRPr>
          </a:p>
        </p:txBody>
      </p:sp>
      <p:sp>
        <p:nvSpPr>
          <p:cNvPr id="605" name="Google Shape;605;p115"/>
          <p:cNvSpPr/>
          <p:nvPr/>
        </p:nvSpPr>
        <p:spPr>
          <a:xfrm>
            <a:off x="2196859" y="3856088"/>
            <a:ext cx="1511700" cy="15408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b="0" i="0" lang="en-GB" sz="900" u="none" cap="none" strike="noStrike">
                <a:solidFill>
                  <a:schemeClr val="dk1"/>
                </a:solidFill>
                <a:latin typeface="Work Sans"/>
                <a:ea typeface="Work Sans"/>
                <a:cs typeface="Work Sans"/>
                <a:sym typeface="Work Sans"/>
              </a:rPr>
              <a:t>Stay up to date with the recordings, assignments and resources available on our labs, </a:t>
            </a:r>
            <a:r>
              <a:rPr lang="en-GB" sz="900">
                <a:solidFill>
                  <a:schemeClr val="dk1"/>
                </a:solidFill>
                <a:latin typeface="Work Sans"/>
                <a:ea typeface="Work Sans"/>
                <a:cs typeface="Work Sans"/>
                <a:sym typeface="Work Sans"/>
              </a:rPr>
              <a:t>Canvas</a:t>
            </a:r>
            <a:r>
              <a:rPr b="0" i="0" lang="en-GB" sz="900" u="none" cap="none" strike="noStrike">
                <a:solidFill>
                  <a:schemeClr val="dk1"/>
                </a:solidFill>
                <a:latin typeface="Work Sans"/>
                <a:ea typeface="Work Sans"/>
                <a:cs typeface="Work Sans"/>
                <a:sym typeface="Work Sans"/>
              </a:rPr>
              <a:t> and Teams </a:t>
            </a:r>
            <a:endParaRPr b="0" i="0" sz="900" u="none" cap="none" strike="noStrike">
              <a:solidFill>
                <a:srgbClr val="000000"/>
              </a:solidFill>
              <a:latin typeface="Arial"/>
              <a:ea typeface="Arial"/>
              <a:cs typeface="Arial"/>
              <a:sym typeface="Arial"/>
            </a:endParaRPr>
          </a:p>
        </p:txBody>
      </p:sp>
      <p:sp>
        <p:nvSpPr>
          <p:cNvPr id="606" name="Google Shape;606;p115"/>
          <p:cNvSpPr/>
          <p:nvPr/>
        </p:nvSpPr>
        <p:spPr>
          <a:xfrm>
            <a:off x="3885530" y="3856099"/>
            <a:ext cx="1511700" cy="7551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t/>
            </a:r>
            <a:endParaRPr b="0" i="0" sz="900" u="none" cap="none" strike="noStrike">
              <a:solidFill>
                <a:srgbClr val="000000"/>
              </a:solidFill>
              <a:latin typeface="Arial"/>
              <a:ea typeface="Arial"/>
              <a:cs typeface="Arial"/>
              <a:sym typeface="Arial"/>
            </a:endParaRPr>
          </a:p>
        </p:txBody>
      </p:sp>
      <p:pic>
        <p:nvPicPr>
          <p:cNvPr id="607" name="Google Shape;607;p115"/>
          <p:cNvPicPr preferRelativeResize="0"/>
          <p:nvPr/>
        </p:nvPicPr>
        <p:blipFill rotWithShape="1">
          <a:blip r:embed="rId3">
            <a:alphaModFix/>
          </a:blip>
          <a:srcRect b="0" l="0" r="0" t="0"/>
          <a:stretch/>
        </p:blipFill>
        <p:spPr>
          <a:xfrm>
            <a:off x="508187" y="1269299"/>
            <a:ext cx="294969" cy="294948"/>
          </a:xfrm>
          <a:prstGeom prst="rect">
            <a:avLst/>
          </a:prstGeom>
          <a:noFill/>
          <a:ln>
            <a:noFill/>
          </a:ln>
        </p:spPr>
      </p:pic>
      <p:pic>
        <p:nvPicPr>
          <p:cNvPr descr="preencoded.png" id="608" name="Google Shape;608;p115"/>
          <p:cNvPicPr preferRelativeResize="0"/>
          <p:nvPr/>
        </p:nvPicPr>
        <p:blipFill rotWithShape="1">
          <a:blip r:embed="rId4">
            <a:alphaModFix/>
          </a:blip>
          <a:srcRect b="0" l="0" r="0" t="0"/>
          <a:stretch/>
        </p:blipFill>
        <p:spPr>
          <a:xfrm>
            <a:off x="3885533" y="1268902"/>
            <a:ext cx="354360" cy="354360"/>
          </a:xfrm>
          <a:prstGeom prst="rect">
            <a:avLst/>
          </a:prstGeom>
          <a:noFill/>
          <a:ln>
            <a:noFill/>
          </a:ln>
        </p:spPr>
      </p:pic>
      <p:pic>
        <p:nvPicPr>
          <p:cNvPr id="609" name="Google Shape;609;p115"/>
          <p:cNvPicPr preferRelativeResize="0"/>
          <p:nvPr/>
        </p:nvPicPr>
        <p:blipFill rotWithShape="1">
          <a:blip r:embed="rId5">
            <a:alphaModFix/>
          </a:blip>
          <a:srcRect b="0" l="0" r="0" t="0"/>
          <a:stretch/>
        </p:blipFill>
        <p:spPr>
          <a:xfrm>
            <a:off x="2114656" y="1187086"/>
            <a:ext cx="459375" cy="459375"/>
          </a:xfrm>
          <a:prstGeom prst="rect">
            <a:avLst/>
          </a:prstGeom>
          <a:noFill/>
          <a:ln>
            <a:noFill/>
          </a:ln>
        </p:spPr>
      </p:pic>
      <p:pic>
        <p:nvPicPr>
          <p:cNvPr id="610" name="Google Shape;610;p115"/>
          <p:cNvPicPr preferRelativeResize="0"/>
          <p:nvPr/>
        </p:nvPicPr>
        <p:blipFill rotWithShape="1">
          <a:blip r:embed="rId6">
            <a:alphaModFix/>
          </a:blip>
          <a:srcRect b="0" l="0" r="0" t="0"/>
          <a:stretch/>
        </p:blipFill>
        <p:spPr>
          <a:xfrm>
            <a:off x="508187" y="3251941"/>
            <a:ext cx="294969" cy="294969"/>
          </a:xfrm>
          <a:prstGeom prst="rect">
            <a:avLst/>
          </a:prstGeom>
          <a:noFill/>
          <a:ln>
            <a:noFill/>
          </a:ln>
        </p:spPr>
      </p:pic>
      <p:pic>
        <p:nvPicPr>
          <p:cNvPr id="611" name="Google Shape;611;p115"/>
          <p:cNvPicPr preferRelativeResize="0"/>
          <p:nvPr/>
        </p:nvPicPr>
        <p:blipFill rotWithShape="1">
          <a:blip r:embed="rId7">
            <a:alphaModFix/>
          </a:blip>
          <a:srcRect b="0" l="0" r="0" t="0"/>
          <a:stretch/>
        </p:blipFill>
        <p:spPr>
          <a:xfrm>
            <a:off x="2196859" y="3251941"/>
            <a:ext cx="294969" cy="294969"/>
          </a:xfrm>
          <a:prstGeom prst="rect">
            <a:avLst/>
          </a:prstGeom>
          <a:noFill/>
          <a:ln>
            <a:noFill/>
          </a:ln>
        </p:spPr>
      </p:pic>
      <p:pic>
        <p:nvPicPr>
          <p:cNvPr id="612" name="Google Shape;612;p115"/>
          <p:cNvPicPr preferRelativeResize="0"/>
          <p:nvPr/>
        </p:nvPicPr>
        <p:blipFill rotWithShape="1">
          <a:blip r:embed="rId8">
            <a:alphaModFix/>
          </a:blip>
          <a:srcRect b="8205" l="6684" r="54944" t="16793"/>
          <a:stretch/>
        </p:blipFill>
        <p:spPr>
          <a:xfrm>
            <a:off x="5683047" y="0"/>
            <a:ext cx="3508578" cy="5143500"/>
          </a:xfrm>
          <a:prstGeom prst="rect">
            <a:avLst/>
          </a:prstGeom>
          <a:noFill/>
          <a:ln>
            <a:noFill/>
          </a:ln>
        </p:spPr>
      </p:pic>
      <p:sp>
        <p:nvSpPr>
          <p:cNvPr id="613" name="Google Shape;613;p115"/>
          <p:cNvSpPr/>
          <p:nvPr/>
        </p:nvSpPr>
        <p:spPr>
          <a:xfrm rot="10800000">
            <a:off x="5690325" y="0"/>
            <a:ext cx="3501300" cy="5143500"/>
          </a:xfrm>
          <a:prstGeom prst="rect">
            <a:avLst/>
          </a:prstGeom>
          <a:solidFill>
            <a:srgbClr val="000000">
              <a:alpha val="4706"/>
            </a:srgbClr>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16"/>
          <p:cNvSpPr/>
          <p:nvPr/>
        </p:nvSpPr>
        <p:spPr>
          <a:xfrm>
            <a:off x="2196852" y="3601008"/>
            <a:ext cx="14751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chemeClr val="dk1"/>
              </a:buClr>
              <a:buSzPts val="1200"/>
              <a:buFont typeface="Work Sans SemiBold"/>
              <a:buNone/>
            </a:pPr>
            <a:r>
              <a:rPr b="1" i="0" lang="en-GB" sz="1200" u="none" cap="none" strike="noStrike">
                <a:solidFill>
                  <a:schemeClr val="dk1"/>
                </a:solidFill>
                <a:latin typeface="Work Sans SemiBold"/>
                <a:ea typeface="Work Sans SemiBold"/>
                <a:cs typeface="Work Sans SemiBold"/>
                <a:sym typeface="Work Sans SemiBold"/>
              </a:rPr>
              <a:t>Course materials</a:t>
            </a:r>
            <a:endParaRPr b="0" i="0" sz="1200" u="none" cap="none" strike="noStrike">
              <a:solidFill>
                <a:schemeClr val="dk1"/>
              </a:solidFill>
              <a:latin typeface="Arial"/>
              <a:ea typeface="Arial"/>
              <a:cs typeface="Arial"/>
              <a:sym typeface="Arial"/>
            </a:endParaRPr>
          </a:p>
          <a:p>
            <a:pPr indent="0" lvl="0" marL="0" marR="0" rtl="0" algn="l">
              <a:lnSpc>
                <a:spcPct val="124324"/>
              </a:lnSpc>
              <a:spcBef>
                <a:spcPts val="0"/>
              </a:spcBef>
              <a:spcAft>
                <a:spcPts val="0"/>
              </a:spcAft>
              <a:buClr>
                <a:srgbClr val="000000"/>
              </a:buClr>
              <a:buSzPts val="1200"/>
              <a:buFont typeface="Work Sans SemiBold"/>
              <a:buNone/>
            </a:pPr>
            <a:r>
              <a:t/>
            </a:r>
            <a:endParaRPr b="0" i="0" sz="1200" u="none" cap="none" strike="noStrike">
              <a:solidFill>
                <a:srgbClr val="000000"/>
              </a:solidFill>
              <a:latin typeface="Arial"/>
              <a:ea typeface="Arial"/>
              <a:cs typeface="Arial"/>
              <a:sym typeface="Arial"/>
            </a:endParaRPr>
          </a:p>
        </p:txBody>
      </p:sp>
      <p:cxnSp>
        <p:nvCxnSpPr>
          <p:cNvPr id="619" name="Google Shape;619;p116"/>
          <p:cNvCxnSpPr/>
          <p:nvPr/>
        </p:nvCxnSpPr>
        <p:spPr>
          <a:xfrm>
            <a:off x="349925" y="5178035"/>
            <a:ext cx="0" cy="374700"/>
          </a:xfrm>
          <a:prstGeom prst="straightConnector1">
            <a:avLst/>
          </a:prstGeom>
          <a:noFill/>
          <a:ln cap="flat" cmpd="sng" w="17850">
            <a:solidFill>
              <a:srgbClr val="6D9EEB"/>
            </a:solidFill>
            <a:prstDash val="dot"/>
            <a:round/>
            <a:headEnd len="sm" w="sm" type="none"/>
            <a:tailEnd len="sm" w="sm" type="none"/>
          </a:ln>
        </p:spPr>
      </p:cxnSp>
      <p:cxnSp>
        <p:nvCxnSpPr>
          <p:cNvPr id="620" name="Google Shape;620;p116"/>
          <p:cNvCxnSpPr/>
          <p:nvPr/>
        </p:nvCxnSpPr>
        <p:spPr>
          <a:xfrm>
            <a:off x="8777600" y="5175099"/>
            <a:ext cx="0" cy="374700"/>
          </a:xfrm>
          <a:prstGeom prst="straightConnector1">
            <a:avLst/>
          </a:prstGeom>
          <a:noFill/>
          <a:ln cap="flat" cmpd="sng" w="17850">
            <a:solidFill>
              <a:srgbClr val="6D9EEB"/>
            </a:solidFill>
            <a:prstDash val="dot"/>
            <a:round/>
            <a:headEnd len="sm" w="sm" type="none"/>
            <a:tailEnd len="sm" w="sm" type="none"/>
          </a:ln>
        </p:spPr>
      </p:cxnSp>
      <p:cxnSp>
        <p:nvCxnSpPr>
          <p:cNvPr id="621" name="Google Shape;621;p116"/>
          <p:cNvCxnSpPr/>
          <p:nvPr/>
        </p:nvCxnSpPr>
        <p:spPr>
          <a:xfrm rot="10800000">
            <a:off x="9198925" y="4798800"/>
            <a:ext cx="709500" cy="0"/>
          </a:xfrm>
          <a:prstGeom prst="straightConnector1">
            <a:avLst/>
          </a:prstGeom>
          <a:noFill/>
          <a:ln cap="flat" cmpd="sng" w="17850">
            <a:solidFill>
              <a:srgbClr val="6D9EEB"/>
            </a:solidFill>
            <a:prstDash val="dot"/>
            <a:round/>
            <a:headEnd len="sm" w="sm" type="none"/>
            <a:tailEnd len="sm" w="sm" type="none"/>
          </a:ln>
        </p:spPr>
      </p:cxnSp>
      <p:cxnSp>
        <p:nvCxnSpPr>
          <p:cNvPr id="622" name="Google Shape;622;p116"/>
          <p:cNvCxnSpPr/>
          <p:nvPr/>
        </p:nvCxnSpPr>
        <p:spPr>
          <a:xfrm rot="10800000">
            <a:off x="-774518" y="4798800"/>
            <a:ext cx="709500" cy="0"/>
          </a:xfrm>
          <a:prstGeom prst="straightConnector1">
            <a:avLst/>
          </a:prstGeom>
          <a:noFill/>
          <a:ln cap="flat" cmpd="sng" w="17850">
            <a:solidFill>
              <a:srgbClr val="6D9EEB"/>
            </a:solidFill>
            <a:prstDash val="dot"/>
            <a:round/>
            <a:headEnd len="sm" w="sm" type="none"/>
            <a:tailEnd len="sm" w="sm" type="none"/>
          </a:ln>
        </p:spPr>
      </p:cxnSp>
      <p:cxnSp>
        <p:nvCxnSpPr>
          <p:cNvPr id="623" name="Google Shape;623;p116"/>
          <p:cNvCxnSpPr/>
          <p:nvPr/>
        </p:nvCxnSpPr>
        <p:spPr>
          <a:xfrm rot="10800000">
            <a:off x="9198925" y="1187100"/>
            <a:ext cx="709500" cy="0"/>
          </a:xfrm>
          <a:prstGeom prst="straightConnector1">
            <a:avLst/>
          </a:prstGeom>
          <a:noFill/>
          <a:ln cap="flat" cmpd="sng" w="17850">
            <a:solidFill>
              <a:srgbClr val="6D9EEB"/>
            </a:solidFill>
            <a:prstDash val="dot"/>
            <a:round/>
            <a:headEnd len="sm" w="sm" type="none"/>
            <a:tailEnd len="sm" w="sm" type="none"/>
          </a:ln>
        </p:spPr>
      </p:cxnSp>
      <p:cxnSp>
        <p:nvCxnSpPr>
          <p:cNvPr id="624" name="Google Shape;624;p116"/>
          <p:cNvCxnSpPr/>
          <p:nvPr/>
        </p:nvCxnSpPr>
        <p:spPr>
          <a:xfrm rot="10800000">
            <a:off x="-774533" y="1187100"/>
            <a:ext cx="709500" cy="0"/>
          </a:xfrm>
          <a:prstGeom prst="straightConnector1">
            <a:avLst/>
          </a:prstGeom>
          <a:noFill/>
          <a:ln cap="flat" cmpd="sng" w="17850">
            <a:solidFill>
              <a:srgbClr val="6D9EEB"/>
            </a:solidFill>
            <a:prstDash val="dot"/>
            <a:round/>
            <a:headEnd len="sm" w="sm" type="none"/>
            <a:tailEnd len="sm" w="sm" type="none"/>
          </a:ln>
        </p:spPr>
      </p:cxnSp>
      <p:sp>
        <p:nvSpPr>
          <p:cNvPr id="625" name="Google Shape;625;p116"/>
          <p:cNvSpPr/>
          <p:nvPr/>
        </p:nvSpPr>
        <p:spPr>
          <a:xfrm>
            <a:off x="496125" y="389865"/>
            <a:ext cx="6382500" cy="10356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2800"/>
              <a:buFont typeface="Work Sans SemiBold"/>
              <a:buNone/>
            </a:pPr>
            <a:r>
              <a:rPr b="0" i="0" lang="en-GB" sz="2800" u="none" cap="none" strike="noStrike">
                <a:solidFill>
                  <a:srgbClr val="000000"/>
                </a:solidFill>
                <a:latin typeface="Work Sans SemiBold"/>
                <a:ea typeface="Work Sans SemiBold"/>
                <a:cs typeface="Work Sans SemiBold"/>
                <a:sym typeface="Work Sans SemiBold"/>
              </a:rPr>
              <a:t>Expectations</a:t>
            </a:r>
            <a:endParaRPr b="0" i="0" sz="2800" u="none" cap="none" strike="noStrike">
              <a:solidFill>
                <a:srgbClr val="000000"/>
              </a:solidFill>
              <a:latin typeface="Work Sans SemiBold"/>
              <a:ea typeface="Work Sans SemiBold"/>
              <a:cs typeface="Work Sans SemiBold"/>
              <a:sym typeface="Work Sans SemiBold"/>
            </a:endParaRPr>
          </a:p>
        </p:txBody>
      </p:sp>
      <p:sp>
        <p:nvSpPr>
          <p:cNvPr id="626" name="Google Shape;626;p116"/>
          <p:cNvSpPr/>
          <p:nvPr/>
        </p:nvSpPr>
        <p:spPr>
          <a:xfrm>
            <a:off x="508248" y="1651993"/>
            <a:ext cx="14751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000000"/>
              </a:buClr>
              <a:buSzPts val="1200"/>
              <a:buFont typeface="Work Sans SemiBold"/>
              <a:buNone/>
            </a:pPr>
            <a:r>
              <a:rPr b="1" i="0" lang="en-GB" sz="1200" u="none" cap="none" strike="noStrike">
                <a:solidFill>
                  <a:srgbClr val="000000"/>
                </a:solidFill>
                <a:latin typeface="Work Sans SemiBold"/>
                <a:ea typeface="Work Sans SemiBold"/>
                <a:cs typeface="Work Sans SemiBold"/>
                <a:sym typeface="Work Sans SemiBold"/>
              </a:rPr>
              <a:t>Attendance</a:t>
            </a:r>
            <a:endParaRPr b="0" i="0" sz="1200" u="none" cap="none" strike="noStrike">
              <a:solidFill>
                <a:srgbClr val="000000"/>
              </a:solidFill>
              <a:latin typeface="Arial"/>
              <a:ea typeface="Arial"/>
              <a:cs typeface="Arial"/>
              <a:sym typeface="Arial"/>
            </a:endParaRPr>
          </a:p>
        </p:txBody>
      </p:sp>
      <p:sp>
        <p:nvSpPr>
          <p:cNvPr id="627" name="Google Shape;627;p116"/>
          <p:cNvSpPr/>
          <p:nvPr/>
        </p:nvSpPr>
        <p:spPr>
          <a:xfrm>
            <a:off x="508248" y="1907084"/>
            <a:ext cx="1511700" cy="9438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Live sessions occur one to two full days a week, please do your best to attend. Attendance will be tracked and monitored. </a:t>
            </a:r>
            <a:endParaRPr b="0" i="0" sz="900" u="none" cap="none" strike="noStrike">
              <a:solidFill>
                <a:srgbClr val="000000"/>
              </a:solidFill>
              <a:latin typeface="Work Sans"/>
              <a:ea typeface="Work Sans"/>
              <a:cs typeface="Work Sans"/>
              <a:sym typeface="Work Sans"/>
            </a:endParaRPr>
          </a:p>
        </p:txBody>
      </p:sp>
      <p:sp>
        <p:nvSpPr>
          <p:cNvPr id="628" name="Google Shape;628;p116"/>
          <p:cNvSpPr/>
          <p:nvPr/>
        </p:nvSpPr>
        <p:spPr>
          <a:xfrm>
            <a:off x="2196852" y="1651993"/>
            <a:ext cx="14751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000000"/>
              </a:buClr>
              <a:buSzPts val="1200"/>
              <a:buFont typeface="Work Sans SemiBold"/>
              <a:buNone/>
            </a:pPr>
            <a:r>
              <a:rPr b="1" i="0" lang="en-GB" sz="1200" u="none" cap="none" strike="noStrike">
                <a:solidFill>
                  <a:srgbClr val="000000"/>
                </a:solidFill>
                <a:latin typeface="Work Sans SemiBold"/>
                <a:ea typeface="Work Sans SemiBold"/>
                <a:cs typeface="Work Sans SemiBold"/>
                <a:sym typeface="Work Sans SemiBold"/>
              </a:rPr>
              <a:t>Cameras on</a:t>
            </a:r>
            <a:endParaRPr b="0" i="0" sz="1200" u="none" cap="none" strike="noStrike">
              <a:solidFill>
                <a:srgbClr val="000000"/>
              </a:solidFill>
              <a:latin typeface="Arial"/>
              <a:ea typeface="Arial"/>
              <a:cs typeface="Arial"/>
              <a:sym typeface="Arial"/>
            </a:endParaRPr>
          </a:p>
        </p:txBody>
      </p:sp>
      <p:sp>
        <p:nvSpPr>
          <p:cNvPr id="629" name="Google Shape;629;p116"/>
          <p:cNvSpPr/>
          <p:nvPr/>
        </p:nvSpPr>
        <p:spPr>
          <a:xfrm>
            <a:off x="2196859" y="1907076"/>
            <a:ext cx="1511700" cy="10953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To close the digital gap, cameras matter. Please have cameras on and get support if you have any technical issues. </a:t>
            </a:r>
            <a:endParaRPr b="0" i="0" sz="900" u="none" cap="none" strike="noStrike">
              <a:solidFill>
                <a:srgbClr val="000000"/>
              </a:solidFill>
              <a:latin typeface="Work Sans"/>
              <a:ea typeface="Work Sans"/>
              <a:cs typeface="Work Sans"/>
              <a:sym typeface="Work Sans"/>
            </a:endParaRPr>
          </a:p>
          <a:p>
            <a:pPr indent="0" lvl="0" marL="0" marR="0" rtl="0" algn="l">
              <a:lnSpc>
                <a:spcPct val="162068"/>
              </a:lnSpc>
              <a:spcBef>
                <a:spcPts val="0"/>
              </a:spcBef>
              <a:spcAft>
                <a:spcPts val="0"/>
              </a:spcAft>
              <a:buClr>
                <a:srgbClr val="000000"/>
              </a:buClr>
              <a:buSzPts val="900"/>
              <a:buFont typeface="Work Sans"/>
              <a:buNone/>
            </a:pPr>
            <a:r>
              <a:t/>
            </a:r>
            <a:endParaRPr b="0" i="0" sz="900" u="none" cap="none" strike="noStrike">
              <a:solidFill>
                <a:srgbClr val="000000"/>
              </a:solidFill>
              <a:latin typeface="Work Sans"/>
              <a:ea typeface="Work Sans"/>
              <a:cs typeface="Work Sans"/>
              <a:sym typeface="Work Sans"/>
            </a:endParaRPr>
          </a:p>
          <a:p>
            <a:pPr indent="0" lvl="0" marL="0" marR="0" rtl="0" algn="l">
              <a:lnSpc>
                <a:spcPct val="162068"/>
              </a:lnSpc>
              <a:spcBef>
                <a:spcPts val="0"/>
              </a:spcBef>
              <a:spcAft>
                <a:spcPts val="0"/>
              </a:spcAft>
              <a:buClr>
                <a:srgbClr val="000000"/>
              </a:buClr>
              <a:buSzPts val="900"/>
              <a:buFont typeface="Work Sans"/>
              <a:buNone/>
            </a:pPr>
            <a:r>
              <a:t/>
            </a:r>
            <a:endParaRPr b="0" i="0" sz="900" u="none" cap="none" strike="noStrike">
              <a:solidFill>
                <a:srgbClr val="000000"/>
              </a:solidFill>
              <a:latin typeface="Work Sans"/>
              <a:ea typeface="Work Sans"/>
              <a:cs typeface="Work Sans"/>
              <a:sym typeface="Work Sans"/>
            </a:endParaRPr>
          </a:p>
          <a:p>
            <a:pPr indent="0" lvl="0" marL="0" marR="0" rtl="0" algn="l">
              <a:lnSpc>
                <a:spcPct val="162068"/>
              </a:lnSpc>
              <a:spcBef>
                <a:spcPts val="0"/>
              </a:spcBef>
              <a:spcAft>
                <a:spcPts val="0"/>
              </a:spcAft>
              <a:buClr>
                <a:srgbClr val="000000"/>
              </a:buClr>
              <a:buSzPts val="900"/>
              <a:buFont typeface="Work Sans"/>
              <a:buNone/>
            </a:pPr>
            <a:r>
              <a:t/>
            </a:r>
            <a:endParaRPr b="0" i="0" sz="900" u="none" cap="none" strike="noStrike">
              <a:solidFill>
                <a:srgbClr val="000000"/>
              </a:solidFill>
              <a:latin typeface="Work Sans"/>
              <a:ea typeface="Work Sans"/>
              <a:cs typeface="Work Sans"/>
              <a:sym typeface="Work Sans"/>
            </a:endParaRPr>
          </a:p>
        </p:txBody>
      </p:sp>
      <p:sp>
        <p:nvSpPr>
          <p:cNvPr id="630" name="Google Shape;630;p116"/>
          <p:cNvSpPr/>
          <p:nvPr/>
        </p:nvSpPr>
        <p:spPr>
          <a:xfrm>
            <a:off x="3885531" y="1652000"/>
            <a:ext cx="16032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000000"/>
              </a:buClr>
              <a:buSzPts val="1200"/>
              <a:buFont typeface="Work Sans SemiBold"/>
              <a:buNone/>
            </a:pPr>
            <a:r>
              <a:rPr b="1" i="0" lang="en-GB" sz="1200" u="none" cap="none" strike="noStrike">
                <a:solidFill>
                  <a:srgbClr val="000000"/>
                </a:solidFill>
                <a:latin typeface="Work Sans SemiBold"/>
                <a:ea typeface="Work Sans SemiBold"/>
                <a:cs typeface="Work Sans SemiBold"/>
                <a:sym typeface="Work Sans SemiBold"/>
              </a:rPr>
              <a:t>Participate</a:t>
            </a:r>
            <a:endParaRPr b="0" i="0" sz="1200" u="none" cap="none" strike="noStrike">
              <a:solidFill>
                <a:srgbClr val="000000"/>
              </a:solidFill>
              <a:latin typeface="Arial"/>
              <a:ea typeface="Arial"/>
              <a:cs typeface="Arial"/>
              <a:sym typeface="Arial"/>
            </a:endParaRPr>
          </a:p>
        </p:txBody>
      </p:sp>
      <p:sp>
        <p:nvSpPr>
          <p:cNvPr id="631" name="Google Shape;631;p116"/>
          <p:cNvSpPr/>
          <p:nvPr/>
        </p:nvSpPr>
        <p:spPr>
          <a:xfrm>
            <a:off x="3885531" y="1907076"/>
            <a:ext cx="1511700" cy="10356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Active participation is key, engage in discussions, ask questions and contribute to group challenges and collaborative projects. </a:t>
            </a:r>
            <a:endParaRPr b="0" i="0" sz="900" u="none" cap="none" strike="noStrike">
              <a:solidFill>
                <a:srgbClr val="000000"/>
              </a:solidFill>
              <a:latin typeface="Work Sans"/>
              <a:ea typeface="Work Sans"/>
              <a:cs typeface="Work Sans"/>
              <a:sym typeface="Work Sans"/>
            </a:endParaRPr>
          </a:p>
        </p:txBody>
      </p:sp>
      <p:sp>
        <p:nvSpPr>
          <p:cNvPr id="632" name="Google Shape;632;p116"/>
          <p:cNvSpPr/>
          <p:nvPr/>
        </p:nvSpPr>
        <p:spPr>
          <a:xfrm>
            <a:off x="508248" y="3617938"/>
            <a:ext cx="14751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000000"/>
              </a:buClr>
              <a:buSzPts val="1200"/>
              <a:buFont typeface="Work Sans SemiBold"/>
              <a:buNone/>
            </a:pPr>
            <a:r>
              <a:rPr b="1" i="0" lang="en-GB" sz="1200" u="none" cap="none" strike="noStrike">
                <a:solidFill>
                  <a:srgbClr val="000000"/>
                </a:solidFill>
                <a:latin typeface="Work Sans SemiBold"/>
                <a:ea typeface="Work Sans SemiBold"/>
                <a:cs typeface="Work Sans SemiBold"/>
                <a:sym typeface="Work Sans SemiBold"/>
              </a:rPr>
              <a:t>Ask for help</a:t>
            </a:r>
            <a:endParaRPr b="0" i="0" sz="1200" u="none" cap="none" strike="noStrike">
              <a:solidFill>
                <a:srgbClr val="000000"/>
              </a:solidFill>
              <a:latin typeface="Arial"/>
              <a:ea typeface="Arial"/>
              <a:cs typeface="Arial"/>
              <a:sym typeface="Arial"/>
            </a:endParaRPr>
          </a:p>
        </p:txBody>
      </p:sp>
      <p:sp>
        <p:nvSpPr>
          <p:cNvPr id="633" name="Google Shape;633;p116"/>
          <p:cNvSpPr/>
          <p:nvPr/>
        </p:nvSpPr>
        <p:spPr>
          <a:xfrm>
            <a:off x="508250" y="3873033"/>
            <a:ext cx="1511700" cy="10953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If you have any issues please let the Decoded or Civil Service team know, we are here to help. </a:t>
            </a:r>
            <a:endParaRPr b="0" i="0" sz="900" u="none" cap="none" strike="noStrike">
              <a:solidFill>
                <a:srgbClr val="000000"/>
              </a:solidFill>
              <a:latin typeface="Work Sans"/>
              <a:ea typeface="Work Sans"/>
              <a:cs typeface="Work Sans"/>
              <a:sym typeface="Work Sans"/>
            </a:endParaRPr>
          </a:p>
          <a:p>
            <a:pPr indent="0" lvl="0" marL="0" marR="0" rtl="0" algn="l">
              <a:lnSpc>
                <a:spcPct val="162068"/>
              </a:lnSpc>
              <a:spcBef>
                <a:spcPts val="0"/>
              </a:spcBef>
              <a:spcAft>
                <a:spcPts val="0"/>
              </a:spcAft>
              <a:buClr>
                <a:srgbClr val="000000"/>
              </a:buClr>
              <a:buSzPts val="900"/>
              <a:buFont typeface="Work Sans"/>
              <a:buNone/>
            </a:pPr>
            <a:r>
              <a:t/>
            </a:r>
            <a:endParaRPr b="0" i="0" sz="900" u="none" cap="none" strike="noStrike">
              <a:solidFill>
                <a:srgbClr val="000000"/>
              </a:solidFill>
              <a:latin typeface="Work Sans"/>
              <a:ea typeface="Work Sans"/>
              <a:cs typeface="Work Sans"/>
              <a:sym typeface="Work Sans"/>
            </a:endParaRPr>
          </a:p>
          <a:p>
            <a:pPr indent="0" lvl="0" marL="0" marR="0" rtl="0" algn="l">
              <a:lnSpc>
                <a:spcPct val="162068"/>
              </a:lnSpc>
              <a:spcBef>
                <a:spcPts val="0"/>
              </a:spcBef>
              <a:spcAft>
                <a:spcPts val="0"/>
              </a:spcAft>
              <a:buClr>
                <a:srgbClr val="000000"/>
              </a:buClr>
              <a:buSzPts val="900"/>
              <a:buFont typeface="Work Sans"/>
              <a:buNone/>
            </a:pPr>
            <a:r>
              <a:t/>
            </a:r>
            <a:endParaRPr b="0" i="0" sz="900" u="none" cap="none" strike="noStrike">
              <a:solidFill>
                <a:srgbClr val="000000"/>
              </a:solidFill>
              <a:latin typeface="Work Sans"/>
              <a:ea typeface="Work Sans"/>
              <a:cs typeface="Work Sans"/>
              <a:sym typeface="Work Sans"/>
            </a:endParaRPr>
          </a:p>
        </p:txBody>
      </p:sp>
      <p:sp>
        <p:nvSpPr>
          <p:cNvPr id="634" name="Google Shape;634;p116"/>
          <p:cNvSpPr/>
          <p:nvPr/>
        </p:nvSpPr>
        <p:spPr>
          <a:xfrm>
            <a:off x="2196859" y="3856094"/>
            <a:ext cx="1603200" cy="15408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b="0" i="0" lang="en-GB" sz="900" u="none" cap="none" strike="noStrike">
                <a:solidFill>
                  <a:schemeClr val="dk1"/>
                </a:solidFill>
                <a:latin typeface="Work Sans"/>
                <a:ea typeface="Work Sans"/>
                <a:cs typeface="Work Sans"/>
                <a:sym typeface="Work Sans"/>
              </a:rPr>
              <a:t>Stay up to date with the recordings, assignments and resources available on the Labs</a:t>
            </a:r>
            <a:r>
              <a:rPr lang="en-GB" sz="900">
                <a:solidFill>
                  <a:schemeClr val="dk1"/>
                </a:solidFill>
                <a:latin typeface="Work Sans"/>
                <a:ea typeface="Work Sans"/>
                <a:cs typeface="Work Sans"/>
                <a:sym typeface="Work Sans"/>
              </a:rPr>
              <a:t>, Canvas </a:t>
            </a:r>
            <a:r>
              <a:rPr b="0" i="0" lang="en-GB" sz="900" u="none" cap="none" strike="noStrike">
                <a:solidFill>
                  <a:schemeClr val="dk1"/>
                </a:solidFill>
                <a:latin typeface="Work Sans"/>
                <a:ea typeface="Work Sans"/>
                <a:cs typeface="Work Sans"/>
                <a:sym typeface="Work Sans"/>
              </a:rPr>
              <a:t>and Teams. </a:t>
            </a:r>
            <a:endParaRPr b="0" i="0" sz="900" u="none" cap="none" strike="noStrike">
              <a:solidFill>
                <a:srgbClr val="000000"/>
              </a:solidFill>
              <a:latin typeface="Arial"/>
              <a:ea typeface="Arial"/>
              <a:cs typeface="Arial"/>
              <a:sym typeface="Arial"/>
            </a:endParaRPr>
          </a:p>
        </p:txBody>
      </p:sp>
      <p:pic>
        <p:nvPicPr>
          <p:cNvPr id="635" name="Google Shape;635;p116"/>
          <p:cNvPicPr preferRelativeResize="0"/>
          <p:nvPr/>
        </p:nvPicPr>
        <p:blipFill rotWithShape="1">
          <a:blip r:embed="rId3">
            <a:alphaModFix/>
          </a:blip>
          <a:srcRect b="0" l="0" r="0" t="0"/>
          <a:stretch/>
        </p:blipFill>
        <p:spPr>
          <a:xfrm>
            <a:off x="508187" y="1269299"/>
            <a:ext cx="294969" cy="294948"/>
          </a:xfrm>
          <a:prstGeom prst="rect">
            <a:avLst/>
          </a:prstGeom>
          <a:noFill/>
          <a:ln>
            <a:noFill/>
          </a:ln>
        </p:spPr>
      </p:pic>
      <p:pic>
        <p:nvPicPr>
          <p:cNvPr descr="preencoded.png" id="636" name="Google Shape;636;p116"/>
          <p:cNvPicPr preferRelativeResize="0"/>
          <p:nvPr/>
        </p:nvPicPr>
        <p:blipFill rotWithShape="1">
          <a:blip r:embed="rId4">
            <a:alphaModFix/>
          </a:blip>
          <a:srcRect b="0" l="0" r="0" t="0"/>
          <a:stretch/>
        </p:blipFill>
        <p:spPr>
          <a:xfrm>
            <a:off x="3885533" y="1239594"/>
            <a:ext cx="354360" cy="354360"/>
          </a:xfrm>
          <a:prstGeom prst="rect">
            <a:avLst/>
          </a:prstGeom>
          <a:noFill/>
          <a:ln>
            <a:noFill/>
          </a:ln>
        </p:spPr>
      </p:pic>
      <p:pic>
        <p:nvPicPr>
          <p:cNvPr id="637" name="Google Shape;637;p116"/>
          <p:cNvPicPr preferRelativeResize="0"/>
          <p:nvPr/>
        </p:nvPicPr>
        <p:blipFill rotWithShape="1">
          <a:blip r:embed="rId5">
            <a:alphaModFix/>
          </a:blip>
          <a:srcRect b="0" l="0" r="0" t="0"/>
          <a:stretch/>
        </p:blipFill>
        <p:spPr>
          <a:xfrm>
            <a:off x="2114656" y="1187086"/>
            <a:ext cx="459375" cy="459375"/>
          </a:xfrm>
          <a:prstGeom prst="rect">
            <a:avLst/>
          </a:prstGeom>
          <a:noFill/>
          <a:ln>
            <a:noFill/>
          </a:ln>
        </p:spPr>
      </p:pic>
      <p:pic>
        <p:nvPicPr>
          <p:cNvPr id="638" name="Google Shape;638;p116"/>
          <p:cNvPicPr preferRelativeResize="0"/>
          <p:nvPr/>
        </p:nvPicPr>
        <p:blipFill rotWithShape="1">
          <a:blip r:embed="rId6">
            <a:alphaModFix/>
          </a:blip>
          <a:srcRect b="0" l="0" r="0" t="0"/>
          <a:stretch/>
        </p:blipFill>
        <p:spPr>
          <a:xfrm>
            <a:off x="508187" y="3251941"/>
            <a:ext cx="294969" cy="294969"/>
          </a:xfrm>
          <a:prstGeom prst="rect">
            <a:avLst/>
          </a:prstGeom>
          <a:noFill/>
          <a:ln>
            <a:noFill/>
          </a:ln>
        </p:spPr>
      </p:pic>
      <p:pic>
        <p:nvPicPr>
          <p:cNvPr id="639" name="Google Shape;639;p116"/>
          <p:cNvPicPr preferRelativeResize="0"/>
          <p:nvPr/>
        </p:nvPicPr>
        <p:blipFill rotWithShape="1">
          <a:blip r:embed="rId7">
            <a:alphaModFix/>
          </a:blip>
          <a:srcRect b="0" l="0" r="0" t="0"/>
          <a:stretch/>
        </p:blipFill>
        <p:spPr>
          <a:xfrm>
            <a:off x="2196859" y="3251941"/>
            <a:ext cx="294969" cy="294969"/>
          </a:xfrm>
          <a:prstGeom prst="rect">
            <a:avLst/>
          </a:prstGeom>
          <a:noFill/>
          <a:ln>
            <a:noFill/>
          </a:ln>
        </p:spPr>
      </p:pic>
      <p:pic>
        <p:nvPicPr>
          <p:cNvPr id="640" name="Google Shape;640;p116"/>
          <p:cNvPicPr preferRelativeResize="0"/>
          <p:nvPr/>
        </p:nvPicPr>
        <p:blipFill rotWithShape="1">
          <a:blip r:embed="rId8">
            <a:alphaModFix/>
          </a:blip>
          <a:srcRect b="8205" l="6686" r="55982" t="16793"/>
          <a:stretch/>
        </p:blipFill>
        <p:spPr>
          <a:xfrm>
            <a:off x="5730672" y="0"/>
            <a:ext cx="3413328" cy="5143500"/>
          </a:xfrm>
          <a:prstGeom prst="rect">
            <a:avLst/>
          </a:prstGeom>
          <a:noFill/>
          <a:ln>
            <a:noFill/>
          </a:ln>
        </p:spPr>
      </p:pic>
      <p:sp>
        <p:nvSpPr>
          <p:cNvPr id="641" name="Google Shape;641;p116"/>
          <p:cNvSpPr/>
          <p:nvPr/>
        </p:nvSpPr>
        <p:spPr>
          <a:xfrm>
            <a:off x="5730672" y="0"/>
            <a:ext cx="3413400" cy="5143500"/>
          </a:xfrm>
          <a:prstGeom prst="rect">
            <a:avLst/>
          </a:prstGeom>
          <a:solidFill>
            <a:srgbClr val="010101">
              <a:alpha val="15686"/>
            </a:srgbClr>
          </a:solidFill>
          <a:ln>
            <a:noFill/>
          </a:ln>
          <a:effectLst>
            <a:outerShdw blurRad="35719" rotWithShape="0" algn="bl" dir="5400000" dist="11906">
              <a:srgbClr val="000000"/>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116"/>
          <p:cNvSpPr/>
          <p:nvPr/>
        </p:nvSpPr>
        <p:spPr>
          <a:xfrm>
            <a:off x="3885530" y="3601008"/>
            <a:ext cx="14751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chemeClr val="dk1"/>
              </a:buClr>
              <a:buSzPts val="1200"/>
              <a:buFont typeface="Work Sans SemiBold"/>
              <a:buNone/>
            </a:pPr>
            <a:r>
              <a:rPr b="1" i="0" lang="en-GB" sz="1200" u="none" cap="none" strike="noStrike">
                <a:solidFill>
                  <a:schemeClr val="dk1"/>
                </a:solidFill>
                <a:latin typeface="Work Sans SemiBold"/>
                <a:ea typeface="Work Sans SemiBold"/>
                <a:cs typeface="Work Sans SemiBold"/>
                <a:sym typeface="Work Sans SemiBold"/>
              </a:rPr>
              <a:t>Self directed study</a:t>
            </a:r>
            <a:endParaRPr b="0" i="0" sz="1200" u="none" cap="none" strike="noStrike">
              <a:solidFill>
                <a:schemeClr val="dk1"/>
              </a:solidFill>
              <a:latin typeface="Arial"/>
              <a:ea typeface="Arial"/>
              <a:cs typeface="Arial"/>
              <a:sym typeface="Arial"/>
            </a:endParaRPr>
          </a:p>
        </p:txBody>
      </p:sp>
      <p:sp>
        <p:nvSpPr>
          <p:cNvPr id="643" name="Google Shape;643;p116"/>
          <p:cNvSpPr/>
          <p:nvPr/>
        </p:nvSpPr>
        <p:spPr>
          <a:xfrm>
            <a:off x="3885530" y="3856099"/>
            <a:ext cx="1511700" cy="7551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Dedicate time each week to consolidate what you</a:t>
            </a:r>
            <a:r>
              <a:rPr lang="en-GB" sz="900">
                <a:latin typeface="Work Sans"/>
                <a:ea typeface="Work Sans"/>
                <a:cs typeface="Work Sans"/>
                <a:sym typeface="Work Sans"/>
              </a:rPr>
              <a:t>’ve learned from the workshop.</a:t>
            </a:r>
            <a:endParaRPr b="0" i="0" sz="900" u="none" cap="none" strike="noStrike">
              <a:solidFill>
                <a:srgbClr val="000000"/>
              </a:solidFill>
              <a:latin typeface="Arial"/>
              <a:ea typeface="Arial"/>
              <a:cs typeface="Arial"/>
              <a:sym typeface="Arial"/>
            </a:endParaRPr>
          </a:p>
        </p:txBody>
      </p:sp>
      <p:pic>
        <p:nvPicPr>
          <p:cNvPr id="644" name="Google Shape;644;p116"/>
          <p:cNvPicPr preferRelativeResize="0"/>
          <p:nvPr/>
        </p:nvPicPr>
        <p:blipFill rotWithShape="1">
          <a:blip r:embed="rId9">
            <a:alphaModFix/>
          </a:blip>
          <a:srcRect b="0" l="0" r="0" t="0"/>
          <a:stretch/>
        </p:blipFill>
        <p:spPr>
          <a:xfrm>
            <a:off x="3885531" y="3222246"/>
            <a:ext cx="354360" cy="35436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49" name="Shape 649"/>
        <p:cNvGrpSpPr/>
        <p:nvPr/>
      </p:nvGrpSpPr>
      <p:grpSpPr>
        <a:xfrm>
          <a:off x="0" y="0"/>
          <a:ext cx="0" cy="0"/>
          <a:chOff x="0" y="0"/>
          <a:chExt cx="0" cy="0"/>
        </a:xfrm>
      </p:grpSpPr>
      <p:sp>
        <p:nvSpPr>
          <p:cNvPr id="650" name="Google Shape;650;p117"/>
          <p:cNvSpPr/>
          <p:nvPr/>
        </p:nvSpPr>
        <p:spPr>
          <a:xfrm>
            <a:off x="496125" y="389859"/>
            <a:ext cx="4959300" cy="885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2800"/>
              <a:buFont typeface="Work Sans SemiBold"/>
              <a:buNone/>
            </a:pPr>
            <a:r>
              <a:rPr b="0" i="0" lang="en-GB" sz="2800" u="none" cap="none" strike="noStrike">
                <a:solidFill>
                  <a:srgbClr val="000000"/>
                </a:solidFill>
                <a:latin typeface="Work Sans SemiBold"/>
                <a:ea typeface="Work Sans SemiBold"/>
                <a:cs typeface="Work Sans SemiBold"/>
                <a:sym typeface="Work Sans SemiBold"/>
              </a:rPr>
              <a:t>Set Personal Learning Goals</a:t>
            </a:r>
            <a:endParaRPr b="0" i="0" sz="2800" u="none" cap="none" strike="noStrike">
              <a:solidFill>
                <a:srgbClr val="000000"/>
              </a:solidFill>
              <a:latin typeface="Work Sans SemiBold"/>
              <a:ea typeface="Work Sans SemiBold"/>
              <a:cs typeface="Work Sans SemiBold"/>
              <a:sym typeface="Work Sans SemiBold"/>
            </a:endParaRPr>
          </a:p>
          <a:p>
            <a:pPr indent="0" lvl="0" marL="0" marR="0" rtl="0" algn="l">
              <a:lnSpc>
                <a:spcPct val="124719"/>
              </a:lnSpc>
              <a:spcBef>
                <a:spcPts val="0"/>
              </a:spcBef>
              <a:spcAft>
                <a:spcPts val="0"/>
              </a:spcAft>
              <a:buClr>
                <a:srgbClr val="000000"/>
              </a:buClr>
              <a:buSzPts val="2800"/>
              <a:buFont typeface="Work Sans SemiBold"/>
              <a:buNone/>
            </a:pPr>
            <a:r>
              <a:t/>
            </a:r>
            <a:endParaRPr b="0" i="0" sz="2800" u="none" cap="none" strike="noStrike">
              <a:solidFill>
                <a:srgbClr val="000000"/>
              </a:solidFill>
              <a:latin typeface="Work Sans SemiBold"/>
              <a:ea typeface="Work Sans SemiBold"/>
              <a:cs typeface="Work Sans SemiBold"/>
              <a:sym typeface="Work Sans SemiBold"/>
            </a:endParaRPr>
          </a:p>
        </p:txBody>
      </p:sp>
      <p:sp>
        <p:nvSpPr>
          <p:cNvPr id="651" name="Google Shape;651;p117"/>
          <p:cNvSpPr/>
          <p:nvPr/>
        </p:nvSpPr>
        <p:spPr>
          <a:xfrm>
            <a:off x="555427" y="1181397"/>
            <a:ext cx="14400" cy="3650700"/>
          </a:xfrm>
          <a:prstGeom prst="roundRect">
            <a:avLst>
              <a:gd fmla="val 118127" name="adj"/>
            </a:avLst>
          </a:prstGeom>
          <a:solidFill>
            <a:srgbClr val="000000">
              <a:alpha val="5882"/>
            </a:srgbClr>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652" name="Google Shape;652;p117"/>
          <p:cNvSpPr/>
          <p:nvPr/>
        </p:nvSpPr>
        <p:spPr>
          <a:xfrm>
            <a:off x="674861" y="1427411"/>
            <a:ext cx="393900" cy="14400"/>
          </a:xfrm>
          <a:prstGeom prst="roundRect">
            <a:avLst>
              <a:gd fmla="val 118127" name="adj"/>
            </a:avLst>
          </a:prstGeom>
          <a:solidFill>
            <a:srgbClr val="E4DE00"/>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653" name="Google Shape;653;p117"/>
          <p:cNvSpPr/>
          <p:nvPr/>
        </p:nvSpPr>
        <p:spPr>
          <a:xfrm>
            <a:off x="435992" y="1307976"/>
            <a:ext cx="253200" cy="253200"/>
          </a:xfrm>
          <a:prstGeom prst="roundRect">
            <a:avLst>
              <a:gd fmla="val 6667" name="adj"/>
            </a:avLst>
          </a:prstGeom>
          <a:solidFill>
            <a:srgbClr val="FEF800"/>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654" name="Google Shape;654;p117"/>
          <p:cNvSpPr/>
          <p:nvPr/>
        </p:nvSpPr>
        <p:spPr>
          <a:xfrm>
            <a:off x="527447" y="1350169"/>
            <a:ext cx="70200" cy="168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Work Sans SemiBold"/>
              <a:buNone/>
            </a:pPr>
            <a:r>
              <a:rPr b="1" i="0" lang="en-GB" sz="1300" u="none" cap="none" strike="noStrike">
                <a:solidFill>
                  <a:srgbClr val="000000"/>
                </a:solidFill>
                <a:latin typeface="Work Sans SemiBold"/>
                <a:ea typeface="Work Sans SemiBold"/>
                <a:cs typeface="Work Sans SemiBold"/>
                <a:sym typeface="Work Sans SemiBold"/>
              </a:rPr>
              <a:t>1</a:t>
            </a:r>
            <a:endParaRPr b="0" i="0" sz="1300" u="none" cap="none" strike="noStrike">
              <a:solidFill>
                <a:srgbClr val="000000"/>
              </a:solidFill>
              <a:latin typeface="Arial"/>
              <a:ea typeface="Arial"/>
              <a:cs typeface="Arial"/>
              <a:sym typeface="Arial"/>
            </a:endParaRPr>
          </a:p>
        </p:txBody>
      </p:sp>
      <p:sp>
        <p:nvSpPr>
          <p:cNvPr id="655" name="Google Shape;655;p117"/>
          <p:cNvSpPr/>
          <p:nvPr/>
        </p:nvSpPr>
        <p:spPr>
          <a:xfrm>
            <a:off x="1181397" y="1293912"/>
            <a:ext cx="1406400" cy="1758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1100"/>
              <a:buFont typeface="Work Sans SemiBold"/>
              <a:buNone/>
            </a:pPr>
            <a:r>
              <a:rPr b="0" i="0" lang="en-GB" sz="1100" u="none" cap="none" strike="noStrike">
                <a:solidFill>
                  <a:srgbClr val="000000"/>
                </a:solidFill>
                <a:latin typeface="Work Sans SemiBold"/>
                <a:ea typeface="Work Sans SemiBold"/>
                <a:cs typeface="Work Sans SemiBold"/>
                <a:sym typeface="Work Sans SemiBold"/>
              </a:rPr>
              <a:t>Identify Strengths</a:t>
            </a:r>
            <a:endParaRPr b="0" i="0" sz="1100" u="none" cap="none" strike="noStrike">
              <a:solidFill>
                <a:srgbClr val="000000"/>
              </a:solidFill>
              <a:latin typeface="Work Sans SemiBold"/>
              <a:ea typeface="Work Sans SemiBold"/>
              <a:cs typeface="Work Sans SemiBold"/>
              <a:sym typeface="Work Sans SemiBold"/>
            </a:endParaRPr>
          </a:p>
          <a:p>
            <a:pPr indent="0" lvl="0" marL="0" marR="0" rtl="0" algn="l">
              <a:lnSpc>
                <a:spcPct val="125714"/>
              </a:lnSpc>
              <a:spcBef>
                <a:spcPts val="0"/>
              </a:spcBef>
              <a:spcAft>
                <a:spcPts val="0"/>
              </a:spcAft>
              <a:buClr>
                <a:srgbClr val="000000"/>
              </a:buClr>
              <a:buSzPts val="1100"/>
              <a:buFont typeface="Work Sans SemiBold"/>
              <a:buNone/>
            </a:pPr>
            <a:r>
              <a:t/>
            </a:r>
            <a:endParaRPr b="0" i="0" sz="1100" u="none" cap="none" strike="noStrike">
              <a:solidFill>
                <a:srgbClr val="000000"/>
              </a:solidFill>
              <a:latin typeface="Work Sans SemiBold"/>
              <a:ea typeface="Work Sans SemiBold"/>
              <a:cs typeface="Work Sans SemiBold"/>
              <a:sym typeface="Work Sans SemiBold"/>
            </a:endParaRPr>
          </a:p>
          <a:p>
            <a:pPr indent="0" lvl="0" marL="0" marR="0" rtl="0" algn="l">
              <a:lnSpc>
                <a:spcPct val="125714"/>
              </a:lnSpc>
              <a:spcBef>
                <a:spcPts val="0"/>
              </a:spcBef>
              <a:spcAft>
                <a:spcPts val="0"/>
              </a:spcAft>
              <a:buClr>
                <a:srgbClr val="000000"/>
              </a:buClr>
              <a:buSzPts val="1100"/>
              <a:buFont typeface="Work Sans SemiBold"/>
              <a:buNone/>
            </a:pPr>
            <a:r>
              <a:t/>
            </a:r>
            <a:endParaRPr b="0" i="0" sz="1100" u="none" cap="none" strike="noStrike">
              <a:solidFill>
                <a:srgbClr val="000000"/>
              </a:solidFill>
              <a:latin typeface="Work Sans SemiBold"/>
              <a:ea typeface="Work Sans SemiBold"/>
              <a:cs typeface="Work Sans SemiBold"/>
              <a:sym typeface="Work Sans SemiBold"/>
            </a:endParaRPr>
          </a:p>
        </p:txBody>
      </p:sp>
      <p:sp>
        <p:nvSpPr>
          <p:cNvPr id="656" name="Google Shape;656;p117"/>
          <p:cNvSpPr/>
          <p:nvPr/>
        </p:nvSpPr>
        <p:spPr>
          <a:xfrm>
            <a:off x="1181397" y="1537171"/>
            <a:ext cx="4139700" cy="3600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Reflect on your existing skills and areas where you excel.</a:t>
            </a:r>
            <a:endParaRPr b="0" i="0" sz="900" u="none" cap="none" strike="noStrike">
              <a:solidFill>
                <a:srgbClr val="000000"/>
              </a:solidFill>
              <a:latin typeface="Work Sans"/>
              <a:ea typeface="Work Sans"/>
              <a:cs typeface="Work Sans"/>
              <a:sym typeface="Work Sans"/>
            </a:endParaRPr>
          </a:p>
          <a:p>
            <a:pPr indent="0" lvl="0" marL="0" marR="0" rtl="0" algn="l">
              <a:lnSpc>
                <a:spcPct val="160714"/>
              </a:lnSpc>
              <a:spcBef>
                <a:spcPts val="0"/>
              </a:spcBef>
              <a:spcAft>
                <a:spcPts val="0"/>
              </a:spcAft>
              <a:buClr>
                <a:srgbClr val="000000"/>
              </a:buClr>
              <a:buSzPts val="900"/>
              <a:buFont typeface="Work Sans"/>
              <a:buNone/>
            </a:pPr>
            <a:r>
              <a:t/>
            </a:r>
            <a:endParaRPr b="0" i="0" sz="900" u="none" cap="none" strike="noStrike">
              <a:solidFill>
                <a:srgbClr val="000000"/>
              </a:solidFill>
              <a:latin typeface="Work Sans"/>
              <a:ea typeface="Work Sans"/>
              <a:cs typeface="Work Sans"/>
              <a:sym typeface="Work Sans"/>
            </a:endParaRPr>
          </a:p>
          <a:p>
            <a:pPr indent="0" lvl="0" marL="0" marR="0" rtl="0" algn="l">
              <a:lnSpc>
                <a:spcPct val="160714"/>
              </a:lnSpc>
              <a:spcBef>
                <a:spcPts val="0"/>
              </a:spcBef>
              <a:spcAft>
                <a:spcPts val="0"/>
              </a:spcAft>
              <a:buClr>
                <a:srgbClr val="000000"/>
              </a:buClr>
              <a:buSzPts val="900"/>
              <a:buFont typeface="Work Sans"/>
              <a:buNone/>
            </a:pPr>
            <a:r>
              <a:t/>
            </a:r>
            <a:endParaRPr b="0" i="0" sz="900" u="none" cap="none" strike="noStrike">
              <a:solidFill>
                <a:srgbClr val="000000"/>
              </a:solidFill>
              <a:latin typeface="Work Sans"/>
              <a:ea typeface="Work Sans"/>
              <a:cs typeface="Work Sans"/>
              <a:sym typeface="Work Sans"/>
            </a:endParaRPr>
          </a:p>
        </p:txBody>
      </p:sp>
      <p:sp>
        <p:nvSpPr>
          <p:cNvPr id="657" name="Google Shape;657;p117"/>
          <p:cNvSpPr/>
          <p:nvPr/>
        </p:nvSpPr>
        <p:spPr>
          <a:xfrm>
            <a:off x="674861" y="2368228"/>
            <a:ext cx="393900" cy="14400"/>
          </a:xfrm>
          <a:prstGeom prst="roundRect">
            <a:avLst>
              <a:gd fmla="val 118127" name="adj"/>
            </a:avLst>
          </a:prstGeom>
          <a:solidFill>
            <a:srgbClr val="B2B2B2"/>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658" name="Google Shape;658;p117"/>
          <p:cNvSpPr/>
          <p:nvPr/>
        </p:nvSpPr>
        <p:spPr>
          <a:xfrm>
            <a:off x="435992" y="2248793"/>
            <a:ext cx="253200" cy="253200"/>
          </a:xfrm>
          <a:prstGeom prst="roundRect">
            <a:avLst>
              <a:gd fmla="val 6667" name="adj"/>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659" name="Google Shape;659;p117"/>
          <p:cNvSpPr/>
          <p:nvPr/>
        </p:nvSpPr>
        <p:spPr>
          <a:xfrm>
            <a:off x="512713" y="2290986"/>
            <a:ext cx="99900" cy="168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Work Sans SemiBold"/>
              <a:buNone/>
            </a:pPr>
            <a:r>
              <a:rPr b="1" i="0" lang="en-GB" sz="1300" u="none" cap="none" strike="noStrike">
                <a:solidFill>
                  <a:srgbClr val="000000"/>
                </a:solidFill>
                <a:latin typeface="Work Sans SemiBold"/>
                <a:ea typeface="Work Sans SemiBold"/>
                <a:cs typeface="Work Sans SemiBold"/>
                <a:sym typeface="Work Sans SemiBold"/>
              </a:rPr>
              <a:t>2</a:t>
            </a:r>
            <a:endParaRPr b="0" i="0" sz="1300" u="none" cap="none" strike="noStrike">
              <a:solidFill>
                <a:srgbClr val="000000"/>
              </a:solidFill>
              <a:latin typeface="Arial"/>
              <a:ea typeface="Arial"/>
              <a:cs typeface="Arial"/>
              <a:sym typeface="Arial"/>
            </a:endParaRPr>
          </a:p>
        </p:txBody>
      </p:sp>
      <p:sp>
        <p:nvSpPr>
          <p:cNvPr id="660" name="Google Shape;660;p117"/>
          <p:cNvSpPr/>
          <p:nvPr/>
        </p:nvSpPr>
        <p:spPr>
          <a:xfrm>
            <a:off x="1181387" y="2234734"/>
            <a:ext cx="2227800" cy="1758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1100"/>
              <a:buFont typeface="Work Sans SemiBold"/>
              <a:buNone/>
            </a:pPr>
            <a:r>
              <a:rPr b="0" i="0" lang="en-GB" sz="1100" u="none" cap="none" strike="noStrike">
                <a:solidFill>
                  <a:srgbClr val="000000"/>
                </a:solidFill>
                <a:latin typeface="Work Sans SemiBold"/>
                <a:ea typeface="Work Sans SemiBold"/>
                <a:cs typeface="Work Sans SemiBold"/>
                <a:sym typeface="Work Sans SemiBold"/>
              </a:rPr>
              <a:t>Areas for Improvement</a:t>
            </a:r>
            <a:endParaRPr b="0" i="0" sz="1100" u="none" cap="none" strike="noStrike">
              <a:solidFill>
                <a:srgbClr val="000000"/>
              </a:solidFill>
              <a:latin typeface="Work Sans SemiBold"/>
              <a:ea typeface="Work Sans SemiBold"/>
              <a:cs typeface="Work Sans SemiBold"/>
              <a:sym typeface="Work Sans SemiBold"/>
            </a:endParaRPr>
          </a:p>
          <a:p>
            <a:pPr indent="0" lvl="0" marL="0" marR="0" rtl="0" algn="l">
              <a:lnSpc>
                <a:spcPct val="125714"/>
              </a:lnSpc>
              <a:spcBef>
                <a:spcPts val="0"/>
              </a:spcBef>
              <a:spcAft>
                <a:spcPts val="0"/>
              </a:spcAft>
              <a:buClr>
                <a:srgbClr val="000000"/>
              </a:buClr>
              <a:buSzPts val="1100"/>
              <a:buFont typeface="Work Sans SemiBold"/>
              <a:buNone/>
            </a:pPr>
            <a:r>
              <a:t/>
            </a:r>
            <a:endParaRPr b="0" i="0" sz="1100" u="none" cap="none" strike="noStrike">
              <a:solidFill>
                <a:srgbClr val="000000"/>
              </a:solidFill>
              <a:latin typeface="Work Sans SemiBold"/>
              <a:ea typeface="Work Sans SemiBold"/>
              <a:cs typeface="Work Sans SemiBold"/>
              <a:sym typeface="Work Sans SemiBold"/>
            </a:endParaRPr>
          </a:p>
          <a:p>
            <a:pPr indent="0" lvl="0" marL="0" marR="0" rtl="0" algn="l">
              <a:lnSpc>
                <a:spcPct val="125714"/>
              </a:lnSpc>
              <a:spcBef>
                <a:spcPts val="0"/>
              </a:spcBef>
              <a:spcAft>
                <a:spcPts val="0"/>
              </a:spcAft>
              <a:buClr>
                <a:srgbClr val="000000"/>
              </a:buClr>
              <a:buSzPts val="1100"/>
              <a:buFont typeface="Work Sans SemiBold"/>
              <a:buNone/>
            </a:pPr>
            <a:r>
              <a:t/>
            </a:r>
            <a:endParaRPr b="0" i="0" sz="1100" u="none" cap="none" strike="noStrike">
              <a:solidFill>
                <a:srgbClr val="000000"/>
              </a:solidFill>
              <a:latin typeface="Work Sans SemiBold"/>
              <a:ea typeface="Work Sans SemiBold"/>
              <a:cs typeface="Work Sans SemiBold"/>
              <a:sym typeface="Work Sans SemiBold"/>
            </a:endParaRPr>
          </a:p>
        </p:txBody>
      </p:sp>
      <p:sp>
        <p:nvSpPr>
          <p:cNvPr id="661" name="Google Shape;661;p117"/>
          <p:cNvSpPr/>
          <p:nvPr/>
        </p:nvSpPr>
        <p:spPr>
          <a:xfrm>
            <a:off x="1181397" y="2477988"/>
            <a:ext cx="4139700" cy="3600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Identify specific skills or knowledge gaps you want to address.</a:t>
            </a:r>
            <a:endParaRPr b="0" i="0" sz="900" u="none" cap="none" strike="noStrike">
              <a:solidFill>
                <a:srgbClr val="000000"/>
              </a:solidFill>
              <a:latin typeface="Work Sans"/>
              <a:ea typeface="Work Sans"/>
              <a:cs typeface="Work Sans"/>
              <a:sym typeface="Work Sans"/>
            </a:endParaRPr>
          </a:p>
          <a:p>
            <a:pPr indent="0" lvl="0" marL="0" marR="0" rtl="0" algn="l">
              <a:lnSpc>
                <a:spcPct val="160714"/>
              </a:lnSpc>
              <a:spcBef>
                <a:spcPts val="0"/>
              </a:spcBef>
              <a:spcAft>
                <a:spcPts val="0"/>
              </a:spcAft>
              <a:buClr>
                <a:srgbClr val="000000"/>
              </a:buClr>
              <a:buSzPts val="900"/>
              <a:buFont typeface="Work Sans"/>
              <a:buNone/>
            </a:pPr>
            <a:r>
              <a:t/>
            </a:r>
            <a:endParaRPr b="0" i="0" sz="900" u="none" cap="none" strike="noStrike">
              <a:solidFill>
                <a:srgbClr val="000000"/>
              </a:solidFill>
              <a:latin typeface="Work Sans"/>
              <a:ea typeface="Work Sans"/>
              <a:cs typeface="Work Sans"/>
              <a:sym typeface="Work Sans"/>
            </a:endParaRPr>
          </a:p>
          <a:p>
            <a:pPr indent="0" lvl="0" marL="0" marR="0" rtl="0" algn="l">
              <a:lnSpc>
                <a:spcPct val="160714"/>
              </a:lnSpc>
              <a:spcBef>
                <a:spcPts val="0"/>
              </a:spcBef>
              <a:spcAft>
                <a:spcPts val="0"/>
              </a:spcAft>
              <a:buClr>
                <a:srgbClr val="000000"/>
              </a:buClr>
              <a:buSzPts val="900"/>
              <a:buFont typeface="Work Sans"/>
              <a:buNone/>
            </a:pPr>
            <a:r>
              <a:t/>
            </a:r>
            <a:endParaRPr b="0" i="0" sz="900" u="none" cap="none" strike="noStrike">
              <a:solidFill>
                <a:srgbClr val="000000"/>
              </a:solidFill>
              <a:latin typeface="Work Sans"/>
              <a:ea typeface="Work Sans"/>
              <a:cs typeface="Work Sans"/>
              <a:sym typeface="Work Sans"/>
            </a:endParaRPr>
          </a:p>
        </p:txBody>
      </p:sp>
      <p:sp>
        <p:nvSpPr>
          <p:cNvPr id="662" name="Google Shape;662;p117"/>
          <p:cNvSpPr/>
          <p:nvPr/>
        </p:nvSpPr>
        <p:spPr>
          <a:xfrm>
            <a:off x="674861" y="3309044"/>
            <a:ext cx="393900" cy="14400"/>
          </a:xfrm>
          <a:prstGeom prst="roundRect">
            <a:avLst>
              <a:gd fmla="val 118127" name="adj"/>
            </a:avLst>
          </a:prstGeom>
          <a:solidFill>
            <a:srgbClr val="A6C971"/>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663" name="Google Shape;663;p117"/>
          <p:cNvSpPr/>
          <p:nvPr/>
        </p:nvSpPr>
        <p:spPr>
          <a:xfrm>
            <a:off x="435992" y="3189610"/>
            <a:ext cx="253200" cy="253200"/>
          </a:xfrm>
          <a:prstGeom prst="roundRect">
            <a:avLst>
              <a:gd fmla="val 6667" name="adj"/>
            </a:avLst>
          </a:prstGeom>
          <a:solidFill>
            <a:srgbClr val="C0E38B"/>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664" name="Google Shape;664;p117"/>
          <p:cNvSpPr/>
          <p:nvPr/>
        </p:nvSpPr>
        <p:spPr>
          <a:xfrm>
            <a:off x="512862" y="3231803"/>
            <a:ext cx="99300" cy="168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Work Sans SemiBold"/>
              <a:buNone/>
            </a:pPr>
            <a:r>
              <a:rPr b="1" i="0" lang="en-GB" sz="1300" u="none" cap="none" strike="noStrike">
                <a:solidFill>
                  <a:srgbClr val="000000"/>
                </a:solidFill>
                <a:latin typeface="Work Sans SemiBold"/>
                <a:ea typeface="Work Sans SemiBold"/>
                <a:cs typeface="Work Sans SemiBold"/>
                <a:sym typeface="Work Sans SemiBold"/>
              </a:rPr>
              <a:t>3</a:t>
            </a:r>
            <a:endParaRPr b="0" i="0" sz="1300" u="none" cap="none" strike="noStrike">
              <a:solidFill>
                <a:srgbClr val="000000"/>
              </a:solidFill>
              <a:latin typeface="Arial"/>
              <a:ea typeface="Arial"/>
              <a:cs typeface="Arial"/>
              <a:sym typeface="Arial"/>
            </a:endParaRPr>
          </a:p>
        </p:txBody>
      </p:sp>
      <p:sp>
        <p:nvSpPr>
          <p:cNvPr id="665" name="Google Shape;665;p117"/>
          <p:cNvSpPr/>
          <p:nvPr/>
        </p:nvSpPr>
        <p:spPr>
          <a:xfrm>
            <a:off x="1181397" y="3175546"/>
            <a:ext cx="1406400" cy="1758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1100"/>
              <a:buFont typeface="Work Sans SemiBold"/>
              <a:buNone/>
            </a:pPr>
            <a:r>
              <a:rPr b="0" i="0" lang="en-GB" sz="1100" u="none" cap="none" strike="noStrike">
                <a:solidFill>
                  <a:srgbClr val="000000"/>
                </a:solidFill>
                <a:latin typeface="Work Sans SemiBold"/>
                <a:ea typeface="Work Sans SemiBold"/>
                <a:cs typeface="Work Sans SemiBold"/>
                <a:sym typeface="Work Sans SemiBold"/>
              </a:rPr>
              <a:t>Measurable Goals</a:t>
            </a:r>
            <a:endParaRPr b="0" i="0" sz="1100" u="none" cap="none" strike="noStrike">
              <a:solidFill>
                <a:srgbClr val="000000"/>
              </a:solidFill>
              <a:latin typeface="Work Sans SemiBold"/>
              <a:ea typeface="Work Sans SemiBold"/>
              <a:cs typeface="Work Sans SemiBold"/>
              <a:sym typeface="Work Sans SemiBold"/>
            </a:endParaRPr>
          </a:p>
          <a:p>
            <a:pPr indent="0" lvl="0" marL="0" marR="0" rtl="0" algn="l">
              <a:lnSpc>
                <a:spcPct val="125714"/>
              </a:lnSpc>
              <a:spcBef>
                <a:spcPts val="0"/>
              </a:spcBef>
              <a:spcAft>
                <a:spcPts val="0"/>
              </a:spcAft>
              <a:buClr>
                <a:srgbClr val="000000"/>
              </a:buClr>
              <a:buSzPts val="1100"/>
              <a:buFont typeface="Work Sans SemiBold"/>
              <a:buNone/>
            </a:pPr>
            <a:r>
              <a:t/>
            </a:r>
            <a:endParaRPr b="0" i="0" sz="1100" u="none" cap="none" strike="noStrike">
              <a:solidFill>
                <a:srgbClr val="000000"/>
              </a:solidFill>
              <a:latin typeface="Work Sans SemiBold"/>
              <a:ea typeface="Work Sans SemiBold"/>
              <a:cs typeface="Work Sans SemiBold"/>
              <a:sym typeface="Work Sans SemiBold"/>
            </a:endParaRPr>
          </a:p>
          <a:p>
            <a:pPr indent="0" lvl="0" marL="0" marR="0" rtl="0" algn="l">
              <a:lnSpc>
                <a:spcPct val="125714"/>
              </a:lnSpc>
              <a:spcBef>
                <a:spcPts val="0"/>
              </a:spcBef>
              <a:spcAft>
                <a:spcPts val="0"/>
              </a:spcAft>
              <a:buClr>
                <a:srgbClr val="000000"/>
              </a:buClr>
              <a:buSzPts val="1100"/>
              <a:buFont typeface="Work Sans SemiBold"/>
              <a:buNone/>
            </a:pPr>
            <a:r>
              <a:t/>
            </a:r>
            <a:endParaRPr b="0" i="0" sz="1100" u="none" cap="none" strike="noStrike">
              <a:solidFill>
                <a:srgbClr val="000000"/>
              </a:solidFill>
              <a:latin typeface="Work Sans SemiBold"/>
              <a:ea typeface="Work Sans SemiBold"/>
              <a:cs typeface="Work Sans SemiBold"/>
              <a:sym typeface="Work Sans SemiBold"/>
            </a:endParaRPr>
          </a:p>
        </p:txBody>
      </p:sp>
      <p:sp>
        <p:nvSpPr>
          <p:cNvPr id="666" name="Google Shape;666;p117"/>
          <p:cNvSpPr/>
          <p:nvPr/>
        </p:nvSpPr>
        <p:spPr>
          <a:xfrm>
            <a:off x="1181397" y="3418805"/>
            <a:ext cx="4139700" cy="3600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Set clear objectives that can be tracked and evaluated over time.</a:t>
            </a:r>
            <a:endParaRPr b="0" i="0" sz="900" u="none" cap="none" strike="noStrike">
              <a:solidFill>
                <a:srgbClr val="000000"/>
              </a:solidFill>
              <a:latin typeface="Work Sans"/>
              <a:ea typeface="Work Sans"/>
              <a:cs typeface="Work Sans"/>
              <a:sym typeface="Work Sans"/>
            </a:endParaRPr>
          </a:p>
          <a:p>
            <a:pPr indent="0" lvl="0" marL="0" marR="0" rtl="0" algn="l">
              <a:lnSpc>
                <a:spcPct val="160714"/>
              </a:lnSpc>
              <a:spcBef>
                <a:spcPts val="0"/>
              </a:spcBef>
              <a:spcAft>
                <a:spcPts val="0"/>
              </a:spcAft>
              <a:buClr>
                <a:srgbClr val="000000"/>
              </a:buClr>
              <a:buSzPts val="900"/>
              <a:buFont typeface="Work Sans"/>
              <a:buNone/>
            </a:pPr>
            <a:r>
              <a:t/>
            </a:r>
            <a:endParaRPr b="0" i="0" sz="900" u="none" cap="none" strike="noStrike">
              <a:solidFill>
                <a:srgbClr val="000000"/>
              </a:solidFill>
              <a:latin typeface="Work Sans"/>
              <a:ea typeface="Work Sans"/>
              <a:cs typeface="Work Sans"/>
              <a:sym typeface="Work Sans"/>
            </a:endParaRPr>
          </a:p>
          <a:p>
            <a:pPr indent="0" lvl="0" marL="0" marR="0" rtl="0" algn="l">
              <a:lnSpc>
                <a:spcPct val="160714"/>
              </a:lnSpc>
              <a:spcBef>
                <a:spcPts val="0"/>
              </a:spcBef>
              <a:spcAft>
                <a:spcPts val="0"/>
              </a:spcAft>
              <a:buClr>
                <a:srgbClr val="000000"/>
              </a:buClr>
              <a:buSzPts val="900"/>
              <a:buFont typeface="Work Sans"/>
              <a:buNone/>
            </a:pPr>
            <a:r>
              <a:t/>
            </a:r>
            <a:endParaRPr b="0" i="0" sz="900" u="none" cap="none" strike="noStrike">
              <a:solidFill>
                <a:srgbClr val="000000"/>
              </a:solidFill>
              <a:latin typeface="Work Sans"/>
              <a:ea typeface="Work Sans"/>
              <a:cs typeface="Work Sans"/>
              <a:sym typeface="Work Sans"/>
            </a:endParaRPr>
          </a:p>
        </p:txBody>
      </p:sp>
      <p:sp>
        <p:nvSpPr>
          <p:cNvPr id="667" name="Google Shape;667;p117"/>
          <p:cNvSpPr/>
          <p:nvPr/>
        </p:nvSpPr>
        <p:spPr>
          <a:xfrm>
            <a:off x="674861" y="4249861"/>
            <a:ext cx="393900" cy="14400"/>
          </a:xfrm>
          <a:prstGeom prst="roundRect">
            <a:avLst>
              <a:gd fmla="val 118127" name="adj"/>
            </a:avLst>
          </a:prstGeom>
          <a:solidFill>
            <a:srgbClr val="65A9C7"/>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668" name="Google Shape;668;p117"/>
          <p:cNvSpPr/>
          <p:nvPr/>
        </p:nvSpPr>
        <p:spPr>
          <a:xfrm>
            <a:off x="435992" y="4130427"/>
            <a:ext cx="253200" cy="253200"/>
          </a:xfrm>
          <a:prstGeom prst="roundRect">
            <a:avLst>
              <a:gd fmla="val 6667" name="adj"/>
            </a:avLst>
          </a:prstGeom>
          <a:solidFill>
            <a:srgbClr val="7FC3E1"/>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669" name="Google Shape;669;p117"/>
          <p:cNvSpPr/>
          <p:nvPr/>
        </p:nvSpPr>
        <p:spPr>
          <a:xfrm>
            <a:off x="509141" y="4172620"/>
            <a:ext cx="106800" cy="168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Work Sans SemiBold"/>
              <a:buNone/>
            </a:pPr>
            <a:r>
              <a:rPr b="1" i="0" lang="en-GB" sz="1300" u="none" cap="none" strike="noStrike">
                <a:solidFill>
                  <a:srgbClr val="000000"/>
                </a:solidFill>
                <a:latin typeface="Work Sans SemiBold"/>
                <a:ea typeface="Work Sans SemiBold"/>
                <a:cs typeface="Work Sans SemiBold"/>
                <a:sym typeface="Work Sans SemiBold"/>
              </a:rPr>
              <a:t>4</a:t>
            </a:r>
            <a:endParaRPr b="0" i="0" sz="1300" u="none" cap="none" strike="noStrike">
              <a:solidFill>
                <a:srgbClr val="000000"/>
              </a:solidFill>
              <a:latin typeface="Arial"/>
              <a:ea typeface="Arial"/>
              <a:cs typeface="Arial"/>
              <a:sym typeface="Arial"/>
            </a:endParaRPr>
          </a:p>
        </p:txBody>
      </p:sp>
      <p:sp>
        <p:nvSpPr>
          <p:cNvPr id="670" name="Google Shape;670;p117"/>
          <p:cNvSpPr/>
          <p:nvPr/>
        </p:nvSpPr>
        <p:spPr>
          <a:xfrm>
            <a:off x="1181397" y="4068738"/>
            <a:ext cx="1406400" cy="1758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1100"/>
              <a:buFont typeface="Work Sans SemiBold"/>
              <a:buNone/>
            </a:pPr>
            <a:r>
              <a:rPr b="0" i="0" lang="en-GB" sz="1100" u="none" cap="none" strike="noStrike">
                <a:solidFill>
                  <a:srgbClr val="000000"/>
                </a:solidFill>
                <a:latin typeface="Work Sans SemiBold"/>
                <a:ea typeface="Work Sans SemiBold"/>
                <a:cs typeface="Work Sans SemiBold"/>
                <a:sym typeface="Work Sans SemiBold"/>
              </a:rPr>
              <a:t>Submit</a:t>
            </a:r>
            <a:endParaRPr b="0" i="0" sz="1100" u="none" cap="none" strike="noStrike">
              <a:solidFill>
                <a:srgbClr val="000000"/>
              </a:solidFill>
              <a:latin typeface="Work Sans SemiBold"/>
              <a:ea typeface="Work Sans SemiBold"/>
              <a:cs typeface="Work Sans SemiBold"/>
              <a:sym typeface="Work Sans SemiBold"/>
            </a:endParaRPr>
          </a:p>
          <a:p>
            <a:pPr indent="0" lvl="0" marL="0" marR="0" rtl="0" algn="l">
              <a:lnSpc>
                <a:spcPct val="125714"/>
              </a:lnSpc>
              <a:spcBef>
                <a:spcPts val="0"/>
              </a:spcBef>
              <a:spcAft>
                <a:spcPts val="0"/>
              </a:spcAft>
              <a:buClr>
                <a:srgbClr val="000000"/>
              </a:buClr>
              <a:buSzPts val="1100"/>
              <a:buFont typeface="Work Sans SemiBold"/>
              <a:buNone/>
            </a:pPr>
            <a:r>
              <a:t/>
            </a:r>
            <a:endParaRPr b="0" i="0" sz="1100" u="none" cap="none" strike="noStrike">
              <a:solidFill>
                <a:srgbClr val="000000"/>
              </a:solidFill>
              <a:latin typeface="Work Sans SemiBold"/>
              <a:ea typeface="Work Sans SemiBold"/>
              <a:cs typeface="Work Sans SemiBold"/>
              <a:sym typeface="Work Sans SemiBold"/>
            </a:endParaRPr>
          </a:p>
        </p:txBody>
      </p:sp>
      <p:sp>
        <p:nvSpPr>
          <p:cNvPr id="671" name="Google Shape;671;p117"/>
          <p:cNvSpPr/>
          <p:nvPr/>
        </p:nvSpPr>
        <p:spPr>
          <a:xfrm>
            <a:off x="1181397" y="4311998"/>
            <a:ext cx="4139700" cy="3600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Submit your personal learning goals statement on Teams.</a:t>
            </a:r>
            <a:endParaRPr b="0" i="0" sz="900" u="none" cap="none" strike="noStrike">
              <a:solidFill>
                <a:srgbClr val="000000"/>
              </a:solidFill>
              <a:latin typeface="Work Sans"/>
              <a:ea typeface="Work Sans"/>
              <a:cs typeface="Work Sans"/>
              <a:sym typeface="Work Sans"/>
            </a:endParaRPr>
          </a:p>
          <a:p>
            <a:pPr indent="0" lvl="0" marL="0" marR="0" rtl="0" algn="l">
              <a:lnSpc>
                <a:spcPct val="160714"/>
              </a:lnSpc>
              <a:spcBef>
                <a:spcPts val="0"/>
              </a:spcBef>
              <a:spcAft>
                <a:spcPts val="0"/>
              </a:spcAft>
              <a:buClr>
                <a:srgbClr val="000000"/>
              </a:buClr>
              <a:buSzPts val="900"/>
              <a:buFont typeface="Work Sans"/>
              <a:buNone/>
            </a:pPr>
            <a:r>
              <a:t/>
            </a:r>
            <a:endParaRPr b="0" i="0" sz="900" u="none" cap="none" strike="noStrike">
              <a:solidFill>
                <a:srgbClr val="000000"/>
              </a:solidFill>
              <a:latin typeface="Work Sans"/>
              <a:ea typeface="Work Sans"/>
              <a:cs typeface="Work Sans"/>
              <a:sym typeface="Work Sans"/>
            </a:endParaRPr>
          </a:p>
        </p:txBody>
      </p:sp>
      <p:pic>
        <p:nvPicPr>
          <p:cNvPr id="672" name="Google Shape;672;p117"/>
          <p:cNvPicPr preferRelativeResize="0"/>
          <p:nvPr/>
        </p:nvPicPr>
        <p:blipFill rotWithShape="1">
          <a:blip r:embed="rId3">
            <a:alphaModFix/>
          </a:blip>
          <a:srcRect b="0" l="0" r="0" t="0"/>
          <a:stretch/>
        </p:blipFill>
        <p:spPr>
          <a:xfrm>
            <a:off x="5713313" y="0"/>
            <a:ext cx="3430689" cy="5143501"/>
          </a:xfrm>
          <a:prstGeom prst="rect">
            <a:avLst/>
          </a:prstGeom>
          <a:noFill/>
          <a:ln>
            <a:noFill/>
          </a:ln>
        </p:spPr>
      </p:pic>
      <p:sp>
        <p:nvSpPr>
          <p:cNvPr id="673" name="Google Shape;673;p117"/>
          <p:cNvSpPr/>
          <p:nvPr/>
        </p:nvSpPr>
        <p:spPr>
          <a:xfrm>
            <a:off x="5715000" y="0"/>
            <a:ext cx="3429000" cy="5143500"/>
          </a:xfrm>
          <a:prstGeom prst="rect">
            <a:avLst/>
          </a:prstGeom>
          <a:solidFill>
            <a:srgbClr val="010101">
              <a:alpha val="14510"/>
            </a:srgbClr>
          </a:solidFill>
          <a:ln>
            <a:noFill/>
          </a:ln>
          <a:effectLst>
            <a:outerShdw blurRad="35719" rotWithShape="0" algn="bl" dir="5400000" dist="11906">
              <a:srgbClr val="000000"/>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118"/>
          <p:cNvSpPr txBox="1"/>
          <p:nvPr>
            <p:ph type="ctrTitle"/>
          </p:nvPr>
        </p:nvSpPr>
        <p:spPr>
          <a:xfrm>
            <a:off x="360000" y="360000"/>
            <a:ext cx="6847200" cy="4500000"/>
          </a:xfrm>
          <a:prstGeom prst="rect">
            <a:avLst/>
          </a:prstGeom>
          <a:noFill/>
          <a:ln>
            <a:noFill/>
          </a:ln>
        </p:spPr>
        <p:txBody>
          <a:bodyPr anchorCtr="0" anchor="ctr" bIns="91425" lIns="91425" spcFirstLastPara="1" rIns="91425" wrap="square" tIns="91425">
            <a:normAutofit/>
          </a:bodyPr>
          <a:lstStyle/>
          <a:p>
            <a:pPr indent="0" lvl="0" marL="0" rtl="0" algn="l">
              <a:lnSpc>
                <a:spcPct val="90000"/>
              </a:lnSpc>
              <a:spcBef>
                <a:spcPts val="0"/>
              </a:spcBef>
              <a:spcAft>
                <a:spcPts val="0"/>
              </a:spcAft>
              <a:buSzPts val="6200"/>
              <a:buNone/>
            </a:pPr>
            <a:r>
              <a:rPr b="1" lang="en-GB">
                <a:latin typeface="Work Sans"/>
                <a:ea typeface="Work Sans"/>
                <a:cs typeface="Work Sans"/>
                <a:sym typeface="Work Sans"/>
              </a:rPr>
              <a:t>#3</a:t>
            </a:r>
            <a:endParaRPr b="1">
              <a:latin typeface="Work Sans"/>
              <a:ea typeface="Work Sans"/>
              <a:cs typeface="Work Sans"/>
              <a:sym typeface="Work Sans"/>
            </a:endParaRPr>
          </a:p>
          <a:p>
            <a:pPr indent="0" lvl="0" marL="0" rtl="0" algn="l">
              <a:lnSpc>
                <a:spcPct val="90000"/>
              </a:lnSpc>
              <a:spcBef>
                <a:spcPts val="0"/>
              </a:spcBef>
              <a:spcAft>
                <a:spcPts val="0"/>
              </a:spcAft>
              <a:buSzPts val="6200"/>
              <a:buNone/>
            </a:pPr>
            <a:r>
              <a:rPr lang="en-GB"/>
              <a:t>Learning support.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119"/>
          <p:cNvSpPr/>
          <p:nvPr/>
        </p:nvSpPr>
        <p:spPr>
          <a:xfrm>
            <a:off x="2196852" y="3505758"/>
            <a:ext cx="14751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000000"/>
              </a:buClr>
              <a:buSzPts val="1200"/>
              <a:buFont typeface="Work Sans SemiBold"/>
              <a:buNone/>
            </a:pPr>
            <a:r>
              <a:rPr b="1" lang="en-GB" sz="1200">
                <a:solidFill>
                  <a:schemeClr val="dk1"/>
                </a:solidFill>
                <a:latin typeface="Work Sans SemiBold"/>
                <a:ea typeface="Work Sans SemiBold"/>
                <a:cs typeface="Work Sans SemiBold"/>
                <a:sym typeface="Work Sans SemiBold"/>
              </a:rPr>
              <a:t>DWP</a:t>
            </a:r>
            <a:endParaRPr b="0" i="0" sz="1200" u="none" cap="none" strike="noStrike">
              <a:solidFill>
                <a:srgbClr val="000000"/>
              </a:solidFill>
              <a:latin typeface="Arial"/>
              <a:ea typeface="Arial"/>
              <a:cs typeface="Arial"/>
              <a:sym typeface="Arial"/>
            </a:endParaRPr>
          </a:p>
        </p:txBody>
      </p:sp>
      <p:cxnSp>
        <p:nvCxnSpPr>
          <p:cNvPr id="684" name="Google Shape;684;p119"/>
          <p:cNvCxnSpPr/>
          <p:nvPr/>
        </p:nvCxnSpPr>
        <p:spPr>
          <a:xfrm>
            <a:off x="349925" y="5178035"/>
            <a:ext cx="0" cy="374700"/>
          </a:xfrm>
          <a:prstGeom prst="straightConnector1">
            <a:avLst/>
          </a:prstGeom>
          <a:noFill/>
          <a:ln cap="flat" cmpd="sng" w="17850">
            <a:solidFill>
              <a:srgbClr val="6D9EEB"/>
            </a:solidFill>
            <a:prstDash val="dot"/>
            <a:round/>
            <a:headEnd len="sm" w="sm" type="none"/>
            <a:tailEnd len="sm" w="sm" type="none"/>
          </a:ln>
        </p:spPr>
      </p:cxnSp>
      <p:cxnSp>
        <p:nvCxnSpPr>
          <p:cNvPr id="685" name="Google Shape;685;p119"/>
          <p:cNvCxnSpPr/>
          <p:nvPr/>
        </p:nvCxnSpPr>
        <p:spPr>
          <a:xfrm>
            <a:off x="8777600" y="5175099"/>
            <a:ext cx="0" cy="374700"/>
          </a:xfrm>
          <a:prstGeom prst="straightConnector1">
            <a:avLst/>
          </a:prstGeom>
          <a:noFill/>
          <a:ln cap="flat" cmpd="sng" w="17850">
            <a:solidFill>
              <a:srgbClr val="6D9EEB"/>
            </a:solidFill>
            <a:prstDash val="dot"/>
            <a:round/>
            <a:headEnd len="sm" w="sm" type="none"/>
            <a:tailEnd len="sm" w="sm" type="none"/>
          </a:ln>
        </p:spPr>
      </p:cxnSp>
      <p:cxnSp>
        <p:nvCxnSpPr>
          <p:cNvPr id="686" name="Google Shape;686;p119"/>
          <p:cNvCxnSpPr/>
          <p:nvPr/>
        </p:nvCxnSpPr>
        <p:spPr>
          <a:xfrm rot="10800000">
            <a:off x="9198925" y="4798800"/>
            <a:ext cx="709500" cy="0"/>
          </a:xfrm>
          <a:prstGeom prst="straightConnector1">
            <a:avLst/>
          </a:prstGeom>
          <a:noFill/>
          <a:ln cap="flat" cmpd="sng" w="17850">
            <a:solidFill>
              <a:srgbClr val="6D9EEB"/>
            </a:solidFill>
            <a:prstDash val="dot"/>
            <a:round/>
            <a:headEnd len="sm" w="sm" type="none"/>
            <a:tailEnd len="sm" w="sm" type="none"/>
          </a:ln>
        </p:spPr>
      </p:cxnSp>
      <p:cxnSp>
        <p:nvCxnSpPr>
          <p:cNvPr id="687" name="Google Shape;687;p119"/>
          <p:cNvCxnSpPr/>
          <p:nvPr/>
        </p:nvCxnSpPr>
        <p:spPr>
          <a:xfrm rot="10800000">
            <a:off x="-774518" y="4798800"/>
            <a:ext cx="709500" cy="0"/>
          </a:xfrm>
          <a:prstGeom prst="straightConnector1">
            <a:avLst/>
          </a:prstGeom>
          <a:noFill/>
          <a:ln cap="flat" cmpd="sng" w="17850">
            <a:solidFill>
              <a:srgbClr val="6D9EEB"/>
            </a:solidFill>
            <a:prstDash val="dot"/>
            <a:round/>
            <a:headEnd len="sm" w="sm" type="none"/>
            <a:tailEnd len="sm" w="sm" type="none"/>
          </a:ln>
        </p:spPr>
      </p:cxnSp>
      <p:cxnSp>
        <p:nvCxnSpPr>
          <p:cNvPr id="688" name="Google Shape;688;p119"/>
          <p:cNvCxnSpPr/>
          <p:nvPr/>
        </p:nvCxnSpPr>
        <p:spPr>
          <a:xfrm rot="10800000">
            <a:off x="9198925" y="1187100"/>
            <a:ext cx="709500" cy="0"/>
          </a:xfrm>
          <a:prstGeom prst="straightConnector1">
            <a:avLst/>
          </a:prstGeom>
          <a:noFill/>
          <a:ln cap="flat" cmpd="sng" w="17850">
            <a:solidFill>
              <a:srgbClr val="6D9EEB"/>
            </a:solidFill>
            <a:prstDash val="dot"/>
            <a:round/>
            <a:headEnd len="sm" w="sm" type="none"/>
            <a:tailEnd len="sm" w="sm" type="none"/>
          </a:ln>
        </p:spPr>
      </p:cxnSp>
      <p:cxnSp>
        <p:nvCxnSpPr>
          <p:cNvPr id="689" name="Google Shape;689;p119"/>
          <p:cNvCxnSpPr/>
          <p:nvPr/>
        </p:nvCxnSpPr>
        <p:spPr>
          <a:xfrm rot="10800000">
            <a:off x="-774533" y="1187100"/>
            <a:ext cx="709500" cy="0"/>
          </a:xfrm>
          <a:prstGeom prst="straightConnector1">
            <a:avLst/>
          </a:prstGeom>
          <a:noFill/>
          <a:ln cap="flat" cmpd="sng" w="17850">
            <a:solidFill>
              <a:srgbClr val="6D9EEB"/>
            </a:solidFill>
            <a:prstDash val="dot"/>
            <a:round/>
            <a:headEnd len="sm" w="sm" type="none"/>
            <a:tailEnd len="sm" w="sm" type="none"/>
          </a:ln>
        </p:spPr>
      </p:cxnSp>
      <p:sp>
        <p:nvSpPr>
          <p:cNvPr id="690" name="Google Shape;690;p119"/>
          <p:cNvSpPr/>
          <p:nvPr/>
        </p:nvSpPr>
        <p:spPr>
          <a:xfrm>
            <a:off x="496125" y="389865"/>
            <a:ext cx="6382500" cy="10356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2800"/>
              <a:buFont typeface="Work Sans SemiBold"/>
              <a:buNone/>
            </a:pPr>
            <a:r>
              <a:rPr b="1" i="0" lang="en-GB" sz="2800" u="none" cap="none" strike="noStrike">
                <a:solidFill>
                  <a:srgbClr val="000000"/>
                </a:solidFill>
                <a:latin typeface="Work Sans SemiBold"/>
                <a:ea typeface="Work Sans SemiBold"/>
                <a:cs typeface="Work Sans SemiBold"/>
                <a:sym typeface="Work Sans SemiBold"/>
              </a:rPr>
              <a:t>Support</a:t>
            </a:r>
            <a:endParaRPr b="0" i="0" sz="2800" u="none" cap="none" strike="noStrike">
              <a:solidFill>
                <a:srgbClr val="000000"/>
              </a:solidFill>
              <a:latin typeface="Arial"/>
              <a:ea typeface="Arial"/>
              <a:cs typeface="Arial"/>
              <a:sym typeface="Arial"/>
            </a:endParaRPr>
          </a:p>
        </p:txBody>
      </p:sp>
      <p:sp>
        <p:nvSpPr>
          <p:cNvPr id="691" name="Google Shape;691;p119"/>
          <p:cNvSpPr/>
          <p:nvPr/>
        </p:nvSpPr>
        <p:spPr>
          <a:xfrm>
            <a:off x="508248" y="1556743"/>
            <a:ext cx="14751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000000"/>
              </a:buClr>
              <a:buSzPts val="1200"/>
              <a:buFont typeface="Work Sans SemiBold"/>
              <a:buNone/>
            </a:pPr>
            <a:r>
              <a:rPr b="1" i="0" lang="en-GB" sz="1200" u="none" cap="none" strike="noStrike">
                <a:solidFill>
                  <a:srgbClr val="000000"/>
                </a:solidFill>
                <a:latin typeface="Work Sans SemiBold"/>
                <a:ea typeface="Work Sans SemiBold"/>
                <a:cs typeface="Work Sans SemiBold"/>
                <a:sym typeface="Work Sans SemiBold"/>
              </a:rPr>
              <a:t>Teachers</a:t>
            </a:r>
            <a:endParaRPr b="0" i="0" sz="1200" u="none" cap="none" strike="noStrike">
              <a:solidFill>
                <a:srgbClr val="000000"/>
              </a:solidFill>
              <a:latin typeface="Arial"/>
              <a:ea typeface="Arial"/>
              <a:cs typeface="Arial"/>
              <a:sym typeface="Arial"/>
            </a:endParaRPr>
          </a:p>
        </p:txBody>
      </p:sp>
      <p:sp>
        <p:nvSpPr>
          <p:cNvPr id="692" name="Google Shape;692;p119"/>
          <p:cNvSpPr/>
          <p:nvPr/>
        </p:nvSpPr>
        <p:spPr>
          <a:xfrm>
            <a:off x="508248" y="1811834"/>
            <a:ext cx="1511700" cy="9438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b="0" i="0" lang="en-GB" sz="900" u="none" cap="none" strike="noStrike">
                <a:solidFill>
                  <a:schemeClr val="dk1"/>
                </a:solidFill>
                <a:latin typeface="Work Sans"/>
                <a:ea typeface="Work Sans"/>
                <a:cs typeface="Work Sans"/>
                <a:sym typeface="Work Sans"/>
              </a:rPr>
              <a:t>Decoded teachers deliver engaging and interactive live sessions, actively participate, answer and ask questions.</a:t>
            </a:r>
            <a:endParaRPr b="0" i="0" sz="900" u="none" cap="none" strike="noStrike">
              <a:solidFill>
                <a:srgbClr val="000000"/>
              </a:solidFill>
              <a:latin typeface="Work Sans"/>
              <a:ea typeface="Work Sans"/>
              <a:cs typeface="Work Sans"/>
              <a:sym typeface="Work Sans"/>
            </a:endParaRPr>
          </a:p>
        </p:txBody>
      </p:sp>
      <p:sp>
        <p:nvSpPr>
          <p:cNvPr id="693" name="Google Shape;693;p119"/>
          <p:cNvSpPr/>
          <p:nvPr/>
        </p:nvSpPr>
        <p:spPr>
          <a:xfrm>
            <a:off x="2196852" y="1556743"/>
            <a:ext cx="14751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000000"/>
              </a:buClr>
              <a:buSzPts val="1200"/>
              <a:buFont typeface="Work Sans SemiBold"/>
              <a:buNone/>
            </a:pPr>
            <a:r>
              <a:rPr b="1" i="0" lang="en-GB" sz="1200" u="none" cap="none" strike="noStrike">
                <a:solidFill>
                  <a:srgbClr val="000000"/>
                </a:solidFill>
                <a:latin typeface="Work Sans SemiBold"/>
                <a:ea typeface="Work Sans SemiBold"/>
                <a:cs typeface="Work Sans SemiBold"/>
                <a:sym typeface="Work Sans SemiBold"/>
              </a:rPr>
              <a:t>Peers</a:t>
            </a:r>
            <a:endParaRPr b="0" i="0" sz="1200" u="none" cap="none" strike="noStrike">
              <a:solidFill>
                <a:srgbClr val="000000"/>
              </a:solidFill>
              <a:latin typeface="Arial"/>
              <a:ea typeface="Arial"/>
              <a:cs typeface="Arial"/>
              <a:sym typeface="Arial"/>
            </a:endParaRPr>
          </a:p>
        </p:txBody>
      </p:sp>
      <p:sp>
        <p:nvSpPr>
          <p:cNvPr id="694" name="Google Shape;694;p119"/>
          <p:cNvSpPr/>
          <p:nvPr/>
        </p:nvSpPr>
        <p:spPr>
          <a:xfrm>
            <a:off x="2196859" y="1811826"/>
            <a:ext cx="1511700" cy="10953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Opportunities to learn from and collaborate with peers through live group discussions and collaborative projects.</a:t>
            </a:r>
            <a:endParaRPr b="0" i="0" sz="900" u="none" cap="none" strike="noStrike">
              <a:solidFill>
                <a:srgbClr val="000000"/>
              </a:solidFill>
              <a:latin typeface="Work Sans"/>
              <a:ea typeface="Work Sans"/>
              <a:cs typeface="Work Sans"/>
              <a:sym typeface="Work Sans"/>
            </a:endParaRPr>
          </a:p>
          <a:p>
            <a:pPr indent="0" lvl="0" marL="0" marR="0" rtl="0" algn="l">
              <a:lnSpc>
                <a:spcPct val="162068"/>
              </a:lnSpc>
              <a:spcBef>
                <a:spcPts val="0"/>
              </a:spcBef>
              <a:spcAft>
                <a:spcPts val="0"/>
              </a:spcAft>
              <a:buClr>
                <a:srgbClr val="000000"/>
              </a:buClr>
              <a:buSzPts val="900"/>
              <a:buFont typeface="Work Sans"/>
              <a:buNone/>
            </a:pPr>
            <a:r>
              <a:t/>
            </a:r>
            <a:endParaRPr b="0" i="0" sz="900" u="none" cap="none" strike="noStrike">
              <a:solidFill>
                <a:srgbClr val="000000"/>
              </a:solidFill>
              <a:latin typeface="Work Sans"/>
              <a:ea typeface="Work Sans"/>
              <a:cs typeface="Work Sans"/>
              <a:sym typeface="Work Sans"/>
            </a:endParaRPr>
          </a:p>
        </p:txBody>
      </p:sp>
      <p:sp>
        <p:nvSpPr>
          <p:cNvPr id="695" name="Google Shape;695;p119"/>
          <p:cNvSpPr/>
          <p:nvPr/>
        </p:nvSpPr>
        <p:spPr>
          <a:xfrm>
            <a:off x="3885531" y="1556750"/>
            <a:ext cx="16032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000000"/>
              </a:buClr>
              <a:buSzPts val="1200"/>
              <a:buFont typeface="Work Sans SemiBold"/>
              <a:buNone/>
            </a:pPr>
            <a:r>
              <a:rPr b="1" i="0" lang="en-GB" sz="1200" u="none" cap="none" strike="noStrike">
                <a:solidFill>
                  <a:srgbClr val="000000"/>
                </a:solidFill>
                <a:latin typeface="Work Sans SemiBold"/>
                <a:ea typeface="Work Sans SemiBold"/>
                <a:cs typeface="Work Sans SemiBold"/>
                <a:sym typeface="Work Sans SemiBold"/>
              </a:rPr>
              <a:t>Teams</a:t>
            </a:r>
            <a:endParaRPr b="0" i="0" sz="1200" u="none" cap="none" strike="noStrike">
              <a:solidFill>
                <a:srgbClr val="000000"/>
              </a:solidFill>
              <a:latin typeface="Arial"/>
              <a:ea typeface="Arial"/>
              <a:cs typeface="Arial"/>
              <a:sym typeface="Arial"/>
            </a:endParaRPr>
          </a:p>
        </p:txBody>
      </p:sp>
      <p:sp>
        <p:nvSpPr>
          <p:cNvPr id="696" name="Google Shape;696;p119"/>
          <p:cNvSpPr/>
          <p:nvPr/>
        </p:nvSpPr>
        <p:spPr>
          <a:xfrm>
            <a:off x="3885531" y="1811826"/>
            <a:ext cx="1511700" cy="10356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b="0" i="0" lang="en-GB" sz="900" u="none" cap="none" strike="noStrike">
                <a:solidFill>
                  <a:schemeClr val="dk1"/>
                </a:solidFill>
                <a:latin typeface="Work Sans"/>
                <a:ea typeface="Work Sans"/>
                <a:cs typeface="Work Sans"/>
                <a:sym typeface="Work Sans"/>
              </a:rPr>
              <a:t>Resources are available on </a:t>
            </a:r>
            <a:r>
              <a:rPr b="0" i="0" lang="en-GB" sz="900" u="none" cap="none" strike="noStrike">
                <a:solidFill>
                  <a:srgbClr val="000000"/>
                </a:solidFill>
                <a:latin typeface="Work Sans"/>
                <a:ea typeface="Work Sans"/>
                <a:cs typeface="Work Sans"/>
                <a:sym typeface="Work Sans"/>
              </a:rPr>
              <a:t>Teams alongside chat functionality to discuss share knowledge, insights, and challenges with peers.</a:t>
            </a:r>
            <a:endParaRPr b="0" i="0" sz="900" u="none" cap="none" strike="noStrike">
              <a:solidFill>
                <a:srgbClr val="000000"/>
              </a:solidFill>
              <a:latin typeface="Work Sans"/>
              <a:ea typeface="Work Sans"/>
              <a:cs typeface="Work Sans"/>
              <a:sym typeface="Work Sans"/>
            </a:endParaRPr>
          </a:p>
        </p:txBody>
      </p:sp>
      <p:sp>
        <p:nvSpPr>
          <p:cNvPr id="697" name="Google Shape;697;p119"/>
          <p:cNvSpPr/>
          <p:nvPr/>
        </p:nvSpPr>
        <p:spPr>
          <a:xfrm>
            <a:off x="508250" y="3522688"/>
            <a:ext cx="16887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000000"/>
              </a:buClr>
              <a:buSzPts val="1200"/>
              <a:buFont typeface="Work Sans SemiBold"/>
              <a:buNone/>
            </a:pPr>
            <a:r>
              <a:rPr b="1" i="0" lang="en-GB" sz="1200" u="none" cap="none" strike="noStrike">
                <a:solidFill>
                  <a:srgbClr val="000000"/>
                </a:solidFill>
                <a:latin typeface="Work Sans SemiBold"/>
                <a:ea typeface="Work Sans SemiBold"/>
                <a:cs typeface="Work Sans SemiBold"/>
                <a:sym typeface="Work Sans SemiBold"/>
              </a:rPr>
              <a:t>Technology Team</a:t>
            </a:r>
            <a:endParaRPr b="0" i="0" sz="1200" u="none" cap="none" strike="noStrike">
              <a:solidFill>
                <a:srgbClr val="000000"/>
              </a:solidFill>
              <a:latin typeface="Arial"/>
              <a:ea typeface="Arial"/>
              <a:cs typeface="Arial"/>
              <a:sym typeface="Arial"/>
            </a:endParaRPr>
          </a:p>
        </p:txBody>
      </p:sp>
      <p:sp>
        <p:nvSpPr>
          <p:cNvPr id="698" name="Google Shape;698;p119"/>
          <p:cNvSpPr/>
          <p:nvPr/>
        </p:nvSpPr>
        <p:spPr>
          <a:xfrm>
            <a:off x="508250" y="3777783"/>
            <a:ext cx="1511700" cy="10953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b="0" i="0" lang="en-GB" sz="900" u="none" cap="none" strike="noStrike">
                <a:solidFill>
                  <a:srgbClr val="000000"/>
                </a:solidFill>
                <a:latin typeface="Work Sans"/>
                <a:ea typeface="Work Sans"/>
                <a:cs typeface="Work Sans"/>
                <a:sym typeface="Work Sans"/>
              </a:rPr>
              <a:t>Decoded’s technology team is available to provide troubleshooting and technical support if and when you need it.</a:t>
            </a:r>
            <a:endParaRPr b="0" i="0" sz="900" u="none" cap="none" strike="noStrike">
              <a:solidFill>
                <a:srgbClr val="000000"/>
              </a:solidFill>
              <a:latin typeface="Work Sans"/>
              <a:ea typeface="Work Sans"/>
              <a:cs typeface="Work Sans"/>
              <a:sym typeface="Work Sans"/>
            </a:endParaRPr>
          </a:p>
        </p:txBody>
      </p:sp>
      <p:sp>
        <p:nvSpPr>
          <p:cNvPr id="699" name="Google Shape;699;p119"/>
          <p:cNvSpPr/>
          <p:nvPr/>
        </p:nvSpPr>
        <p:spPr>
          <a:xfrm>
            <a:off x="2196859" y="3760838"/>
            <a:ext cx="1511700" cy="15408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000000"/>
              </a:buClr>
              <a:buSzPts val="900"/>
              <a:buFont typeface="Work Sans"/>
              <a:buNone/>
            </a:pPr>
            <a:r>
              <a:rPr b="0" i="0" lang="en-GB" sz="900" u="none" cap="none" strike="noStrike">
                <a:solidFill>
                  <a:schemeClr val="dk1"/>
                </a:solidFill>
                <a:latin typeface="Work Sans"/>
                <a:ea typeface="Work Sans"/>
                <a:cs typeface="Work Sans"/>
                <a:sym typeface="Work Sans"/>
              </a:rPr>
              <a:t>Be transparent and actively seek support from your line manager and organisation to balance your responsibilities.</a:t>
            </a:r>
            <a:endParaRPr b="0" i="0" sz="900" u="none" cap="none" strike="noStrike">
              <a:solidFill>
                <a:srgbClr val="000000"/>
              </a:solidFill>
              <a:latin typeface="Arial"/>
              <a:ea typeface="Arial"/>
              <a:cs typeface="Arial"/>
              <a:sym typeface="Arial"/>
            </a:endParaRPr>
          </a:p>
        </p:txBody>
      </p:sp>
      <p:sp>
        <p:nvSpPr>
          <p:cNvPr id="700" name="Google Shape;700;p119"/>
          <p:cNvSpPr/>
          <p:nvPr/>
        </p:nvSpPr>
        <p:spPr>
          <a:xfrm>
            <a:off x="3885530" y="3505758"/>
            <a:ext cx="1475100" cy="184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chemeClr val="dk1"/>
              </a:buClr>
              <a:buSzPts val="1200"/>
              <a:buFont typeface="Work Sans SemiBold"/>
              <a:buNone/>
            </a:pPr>
            <a:r>
              <a:rPr b="1" i="0" lang="en-GB" sz="1200" u="none" cap="none" strike="noStrike">
                <a:solidFill>
                  <a:schemeClr val="dk1"/>
                </a:solidFill>
                <a:latin typeface="Work Sans SemiBold"/>
                <a:ea typeface="Work Sans SemiBold"/>
                <a:cs typeface="Work Sans SemiBold"/>
                <a:sym typeface="Work Sans SemiBold"/>
              </a:rPr>
              <a:t>Networking</a:t>
            </a:r>
            <a:endParaRPr b="0" i="0" sz="1200" u="none" cap="none" strike="noStrike">
              <a:solidFill>
                <a:schemeClr val="dk1"/>
              </a:solidFill>
              <a:latin typeface="Arial"/>
              <a:ea typeface="Arial"/>
              <a:cs typeface="Arial"/>
              <a:sym typeface="Arial"/>
            </a:endParaRPr>
          </a:p>
        </p:txBody>
      </p:sp>
      <p:sp>
        <p:nvSpPr>
          <p:cNvPr id="701" name="Google Shape;701;p119"/>
          <p:cNvSpPr/>
          <p:nvPr/>
        </p:nvSpPr>
        <p:spPr>
          <a:xfrm>
            <a:off x="3885531" y="3760841"/>
            <a:ext cx="1511700" cy="11121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chemeClr val="dk1"/>
              </a:buClr>
              <a:buSzPts val="900"/>
              <a:buFont typeface="Work Sans"/>
              <a:buNone/>
            </a:pPr>
            <a:r>
              <a:rPr b="0" i="0" lang="en-GB" sz="900" u="none" cap="none" strike="noStrike">
                <a:solidFill>
                  <a:schemeClr val="dk1"/>
                </a:solidFill>
                <a:latin typeface="Work Sans"/>
                <a:ea typeface="Work Sans"/>
                <a:cs typeface="Work Sans"/>
                <a:sym typeface="Work Sans"/>
              </a:rPr>
              <a:t>Connect with peers, industry professionals, and mentors who can enhance your learning and long-term career growth.</a:t>
            </a:r>
            <a:endParaRPr b="0" i="0" sz="900" u="none" cap="none" strike="noStrike">
              <a:solidFill>
                <a:schemeClr val="dk1"/>
              </a:solidFill>
              <a:latin typeface="Arial"/>
              <a:ea typeface="Arial"/>
              <a:cs typeface="Arial"/>
              <a:sym typeface="Arial"/>
            </a:endParaRPr>
          </a:p>
          <a:p>
            <a:pPr indent="0" lvl="0" marL="0" marR="0" rtl="0" algn="l">
              <a:lnSpc>
                <a:spcPct val="162068"/>
              </a:lnSpc>
              <a:spcBef>
                <a:spcPts val="0"/>
              </a:spcBef>
              <a:spcAft>
                <a:spcPts val="0"/>
              </a:spcAft>
              <a:buClr>
                <a:srgbClr val="000000"/>
              </a:buClr>
              <a:buSzPts val="900"/>
              <a:buFont typeface="Work Sans"/>
              <a:buNone/>
            </a:pPr>
            <a:r>
              <a:t/>
            </a:r>
            <a:endParaRPr b="0" i="0" sz="900" u="none" cap="none" strike="noStrike">
              <a:solidFill>
                <a:srgbClr val="000000"/>
              </a:solidFill>
              <a:latin typeface="Work Sans"/>
              <a:ea typeface="Work Sans"/>
              <a:cs typeface="Work Sans"/>
              <a:sym typeface="Work Sans"/>
            </a:endParaRPr>
          </a:p>
        </p:txBody>
      </p:sp>
      <p:pic>
        <p:nvPicPr>
          <p:cNvPr descr="preencoded.png" id="702" name="Google Shape;702;p119"/>
          <p:cNvPicPr preferRelativeResize="0"/>
          <p:nvPr/>
        </p:nvPicPr>
        <p:blipFill rotWithShape="1">
          <a:blip r:embed="rId3">
            <a:alphaModFix/>
          </a:blip>
          <a:srcRect b="0" l="0" r="0" t="0"/>
          <a:stretch/>
        </p:blipFill>
        <p:spPr>
          <a:xfrm>
            <a:off x="5715000" y="0"/>
            <a:ext cx="3429000" cy="5143500"/>
          </a:xfrm>
          <a:prstGeom prst="rect">
            <a:avLst/>
          </a:prstGeom>
          <a:noFill/>
          <a:ln>
            <a:noFill/>
          </a:ln>
        </p:spPr>
      </p:pic>
      <p:pic>
        <p:nvPicPr>
          <p:cNvPr descr="preencoded.png" id="703" name="Google Shape;703;p119"/>
          <p:cNvPicPr preferRelativeResize="0"/>
          <p:nvPr/>
        </p:nvPicPr>
        <p:blipFill rotWithShape="1">
          <a:blip r:embed="rId4">
            <a:alphaModFix/>
          </a:blip>
          <a:srcRect b="0" l="0" r="0" t="0"/>
          <a:stretch/>
        </p:blipFill>
        <p:spPr>
          <a:xfrm>
            <a:off x="3885529" y="1191014"/>
            <a:ext cx="294978" cy="294978"/>
          </a:xfrm>
          <a:prstGeom prst="rect">
            <a:avLst/>
          </a:prstGeom>
          <a:noFill/>
          <a:ln>
            <a:noFill/>
          </a:ln>
        </p:spPr>
      </p:pic>
      <p:pic>
        <p:nvPicPr>
          <p:cNvPr id="704" name="Google Shape;704;p119"/>
          <p:cNvPicPr preferRelativeResize="0"/>
          <p:nvPr/>
        </p:nvPicPr>
        <p:blipFill rotWithShape="1">
          <a:blip r:embed="rId5">
            <a:alphaModFix/>
          </a:blip>
          <a:srcRect b="0" l="0" r="0" t="0"/>
          <a:stretch/>
        </p:blipFill>
        <p:spPr>
          <a:xfrm>
            <a:off x="496125" y="3119258"/>
            <a:ext cx="294969" cy="294969"/>
          </a:xfrm>
          <a:prstGeom prst="rect">
            <a:avLst/>
          </a:prstGeom>
          <a:noFill/>
          <a:ln>
            <a:noFill/>
          </a:ln>
        </p:spPr>
      </p:pic>
      <p:pic>
        <p:nvPicPr>
          <p:cNvPr id="705" name="Google Shape;705;p119"/>
          <p:cNvPicPr preferRelativeResize="0"/>
          <p:nvPr/>
        </p:nvPicPr>
        <p:blipFill rotWithShape="1">
          <a:blip r:embed="rId6">
            <a:alphaModFix/>
          </a:blip>
          <a:srcRect b="0" l="0" r="0" t="0"/>
          <a:stretch/>
        </p:blipFill>
        <p:spPr>
          <a:xfrm>
            <a:off x="2196859" y="1225906"/>
            <a:ext cx="330843" cy="330843"/>
          </a:xfrm>
          <a:prstGeom prst="rect">
            <a:avLst/>
          </a:prstGeom>
          <a:noFill/>
          <a:ln>
            <a:noFill/>
          </a:ln>
        </p:spPr>
      </p:pic>
      <p:pic>
        <p:nvPicPr>
          <p:cNvPr id="706" name="Google Shape;706;p119"/>
          <p:cNvPicPr preferRelativeResize="0"/>
          <p:nvPr/>
        </p:nvPicPr>
        <p:blipFill rotWithShape="1">
          <a:blip r:embed="rId7">
            <a:alphaModFix/>
          </a:blip>
          <a:srcRect b="0" l="0" r="0" t="0"/>
          <a:stretch/>
        </p:blipFill>
        <p:spPr>
          <a:xfrm>
            <a:off x="2236211" y="3162094"/>
            <a:ext cx="252141" cy="252141"/>
          </a:xfrm>
          <a:prstGeom prst="rect">
            <a:avLst/>
          </a:prstGeom>
          <a:noFill/>
          <a:ln>
            <a:noFill/>
          </a:ln>
        </p:spPr>
      </p:pic>
      <p:pic>
        <p:nvPicPr>
          <p:cNvPr id="707" name="Google Shape;707;p119"/>
          <p:cNvPicPr preferRelativeResize="0"/>
          <p:nvPr/>
        </p:nvPicPr>
        <p:blipFill rotWithShape="1">
          <a:blip r:embed="rId8">
            <a:alphaModFix/>
          </a:blip>
          <a:srcRect b="0" l="0" r="0" t="0"/>
          <a:stretch/>
        </p:blipFill>
        <p:spPr>
          <a:xfrm>
            <a:off x="3885531" y="3140038"/>
            <a:ext cx="294969" cy="294969"/>
          </a:xfrm>
          <a:prstGeom prst="rect">
            <a:avLst/>
          </a:prstGeom>
          <a:noFill/>
          <a:ln>
            <a:noFill/>
          </a:ln>
        </p:spPr>
      </p:pic>
      <p:pic>
        <p:nvPicPr>
          <p:cNvPr id="708" name="Google Shape;708;p119"/>
          <p:cNvPicPr preferRelativeResize="0"/>
          <p:nvPr/>
        </p:nvPicPr>
        <p:blipFill rotWithShape="1">
          <a:blip r:embed="rId9">
            <a:alphaModFix/>
          </a:blip>
          <a:srcRect b="0" l="0" r="0" t="0"/>
          <a:stretch/>
        </p:blipFill>
        <p:spPr>
          <a:xfrm>
            <a:off x="508250" y="1225906"/>
            <a:ext cx="330843" cy="330843"/>
          </a:xfrm>
          <a:prstGeom prst="rect">
            <a:avLst/>
          </a:prstGeom>
          <a:noFill/>
          <a:ln>
            <a:noFill/>
          </a:ln>
        </p:spPr>
      </p:pic>
      <p:sp>
        <p:nvSpPr>
          <p:cNvPr id="709" name="Google Shape;709;p119"/>
          <p:cNvSpPr/>
          <p:nvPr/>
        </p:nvSpPr>
        <p:spPr>
          <a:xfrm>
            <a:off x="5715000" y="0"/>
            <a:ext cx="3429000" cy="5143500"/>
          </a:xfrm>
          <a:prstGeom prst="rect">
            <a:avLst/>
          </a:prstGeom>
          <a:solidFill>
            <a:srgbClr val="010101">
              <a:alpha val="15686"/>
            </a:srgbClr>
          </a:solidFill>
          <a:ln>
            <a:noFill/>
          </a:ln>
          <a:effectLst>
            <a:outerShdw blurRad="35719" rotWithShape="0" algn="bl" dir="5400000" dist="11906">
              <a:srgbClr val="000000"/>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pic>
        <p:nvPicPr>
          <p:cNvPr descr="preencoded.png" id="715" name="Google Shape;715;p120"/>
          <p:cNvPicPr preferRelativeResize="0"/>
          <p:nvPr/>
        </p:nvPicPr>
        <p:blipFill rotWithShape="1">
          <a:blip r:embed="rId3">
            <a:alphaModFix/>
          </a:blip>
          <a:srcRect b="0" l="0" r="0" t="0"/>
          <a:stretch/>
        </p:blipFill>
        <p:spPr>
          <a:xfrm>
            <a:off x="0" y="0"/>
            <a:ext cx="3429000" cy="5143500"/>
          </a:xfrm>
          <a:prstGeom prst="rect">
            <a:avLst/>
          </a:prstGeom>
          <a:noFill/>
          <a:ln>
            <a:noFill/>
          </a:ln>
        </p:spPr>
      </p:pic>
      <p:sp>
        <p:nvSpPr>
          <p:cNvPr id="716" name="Google Shape;716;p120"/>
          <p:cNvSpPr/>
          <p:nvPr/>
        </p:nvSpPr>
        <p:spPr>
          <a:xfrm>
            <a:off x="3925119" y="389855"/>
            <a:ext cx="4722900" cy="13290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2800"/>
              <a:buFont typeface="Work Sans SemiBold"/>
              <a:buNone/>
            </a:pPr>
            <a:r>
              <a:rPr b="1" i="0" lang="en-GB" sz="2800" u="none" cap="none" strike="noStrike">
                <a:solidFill>
                  <a:srgbClr val="000000"/>
                </a:solidFill>
                <a:latin typeface="Work Sans SemiBold"/>
                <a:ea typeface="Work Sans SemiBold"/>
                <a:cs typeface="Work Sans SemiBold"/>
                <a:sym typeface="Work Sans SemiBold"/>
              </a:rPr>
              <a:t>Reasonable adjustments</a:t>
            </a:r>
            <a:endParaRPr b="0" i="0" sz="2800" u="none" cap="none" strike="noStrike">
              <a:solidFill>
                <a:srgbClr val="000000"/>
              </a:solidFill>
              <a:latin typeface="Arial"/>
              <a:ea typeface="Arial"/>
              <a:cs typeface="Arial"/>
              <a:sym typeface="Arial"/>
            </a:endParaRPr>
          </a:p>
        </p:txBody>
      </p:sp>
      <p:sp>
        <p:nvSpPr>
          <p:cNvPr id="717" name="Google Shape;717;p120"/>
          <p:cNvSpPr/>
          <p:nvPr/>
        </p:nvSpPr>
        <p:spPr>
          <a:xfrm>
            <a:off x="3925119" y="1709886"/>
            <a:ext cx="318900" cy="318900"/>
          </a:xfrm>
          <a:prstGeom prst="roundRect">
            <a:avLst>
              <a:gd fmla="val 6667" name="adj"/>
            </a:avLst>
          </a:prstGeom>
          <a:solidFill>
            <a:srgbClr val="FEF800"/>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718" name="Google Shape;718;p120"/>
          <p:cNvSpPr/>
          <p:nvPr/>
        </p:nvSpPr>
        <p:spPr>
          <a:xfrm>
            <a:off x="4040311" y="1763018"/>
            <a:ext cx="88500" cy="212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Work Sans SemiBold"/>
              <a:buNone/>
            </a:pPr>
            <a:r>
              <a:rPr b="1" i="0" lang="en-GB" sz="1700" u="none" cap="none" strike="noStrike">
                <a:solidFill>
                  <a:srgbClr val="000000"/>
                </a:solidFill>
                <a:latin typeface="Work Sans SemiBold"/>
                <a:ea typeface="Work Sans SemiBold"/>
                <a:cs typeface="Work Sans SemiBold"/>
                <a:sym typeface="Work Sans SemiBold"/>
              </a:rPr>
              <a:t>1</a:t>
            </a:r>
            <a:endParaRPr b="0" i="0" sz="1700" u="none" cap="none" strike="noStrike">
              <a:solidFill>
                <a:srgbClr val="000000"/>
              </a:solidFill>
              <a:latin typeface="Arial"/>
              <a:ea typeface="Arial"/>
              <a:cs typeface="Arial"/>
              <a:sym typeface="Arial"/>
            </a:endParaRPr>
          </a:p>
        </p:txBody>
      </p:sp>
      <p:sp>
        <p:nvSpPr>
          <p:cNvPr id="719" name="Google Shape;719;p120"/>
          <p:cNvSpPr/>
          <p:nvPr/>
        </p:nvSpPr>
        <p:spPr>
          <a:xfrm>
            <a:off x="4385816" y="1709886"/>
            <a:ext cx="17721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400"/>
              <a:buFont typeface="Work Sans SemiBold"/>
              <a:buNone/>
            </a:pPr>
            <a:r>
              <a:rPr b="1" i="0" lang="en-GB" sz="1400" u="none" cap="none" strike="noStrike">
                <a:solidFill>
                  <a:srgbClr val="000000"/>
                </a:solidFill>
                <a:latin typeface="Work Sans SemiBold"/>
                <a:ea typeface="Work Sans SemiBold"/>
                <a:cs typeface="Work Sans SemiBold"/>
                <a:sym typeface="Work Sans SemiBold"/>
              </a:rPr>
              <a:t>Recordings</a:t>
            </a:r>
            <a:endParaRPr b="1" i="0" sz="1400" u="none" cap="none" strike="noStrike">
              <a:solidFill>
                <a:srgbClr val="000000"/>
              </a:solidFill>
              <a:latin typeface="Work Sans SemiBold"/>
              <a:ea typeface="Work Sans SemiBold"/>
              <a:cs typeface="Work Sans SemiBold"/>
              <a:sym typeface="Work Sans SemiBold"/>
            </a:endParaRPr>
          </a:p>
        </p:txBody>
      </p:sp>
      <p:sp>
        <p:nvSpPr>
          <p:cNvPr id="720" name="Google Shape;720;p120"/>
          <p:cNvSpPr/>
          <p:nvPr/>
        </p:nvSpPr>
        <p:spPr>
          <a:xfrm>
            <a:off x="4385816" y="2016398"/>
            <a:ext cx="1829700" cy="11340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000000"/>
              </a:buClr>
              <a:buSzPts val="1100"/>
              <a:buFont typeface="Work Sans"/>
              <a:buNone/>
            </a:pPr>
            <a:r>
              <a:rPr b="0" i="0" lang="en-GB" sz="1100" u="none" cap="none" strike="noStrike">
                <a:solidFill>
                  <a:srgbClr val="000000"/>
                </a:solidFill>
                <a:latin typeface="Work Sans"/>
                <a:ea typeface="Work Sans"/>
                <a:cs typeface="Work Sans"/>
                <a:sym typeface="Work Sans"/>
              </a:rPr>
              <a:t>Recordings with immediate release on teams. </a:t>
            </a:r>
            <a:endParaRPr b="0" i="0" sz="1100" u="none" cap="none" strike="noStrike">
              <a:solidFill>
                <a:srgbClr val="000000"/>
              </a:solidFill>
              <a:latin typeface="Work Sans"/>
              <a:ea typeface="Work Sans"/>
              <a:cs typeface="Work Sans"/>
              <a:sym typeface="Work Sans"/>
            </a:endParaRPr>
          </a:p>
        </p:txBody>
      </p:sp>
      <p:sp>
        <p:nvSpPr>
          <p:cNvPr id="721" name="Google Shape;721;p120"/>
          <p:cNvSpPr/>
          <p:nvPr/>
        </p:nvSpPr>
        <p:spPr>
          <a:xfrm>
            <a:off x="6357417" y="1709886"/>
            <a:ext cx="318900" cy="318900"/>
          </a:xfrm>
          <a:prstGeom prst="roundRect">
            <a:avLst>
              <a:gd fmla="val 6667" name="adj"/>
            </a:avLst>
          </a:prstGeom>
          <a:solidFill>
            <a:srgbClr val="CCCCCC"/>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722" name="Google Shape;722;p120"/>
          <p:cNvSpPr/>
          <p:nvPr/>
        </p:nvSpPr>
        <p:spPr>
          <a:xfrm>
            <a:off x="6454006" y="1763018"/>
            <a:ext cx="125700" cy="212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Work Sans SemiBold"/>
              <a:buNone/>
            </a:pPr>
            <a:r>
              <a:rPr b="1" i="0" lang="en-GB" sz="1700" u="none" cap="none" strike="noStrike">
                <a:solidFill>
                  <a:srgbClr val="000000"/>
                </a:solidFill>
                <a:latin typeface="Work Sans SemiBold"/>
                <a:ea typeface="Work Sans SemiBold"/>
                <a:cs typeface="Work Sans SemiBold"/>
                <a:sym typeface="Work Sans SemiBold"/>
              </a:rPr>
              <a:t>2</a:t>
            </a:r>
            <a:endParaRPr b="0" i="0" sz="1700" u="none" cap="none" strike="noStrike">
              <a:solidFill>
                <a:srgbClr val="000000"/>
              </a:solidFill>
              <a:latin typeface="Arial"/>
              <a:ea typeface="Arial"/>
              <a:cs typeface="Arial"/>
              <a:sym typeface="Arial"/>
            </a:endParaRPr>
          </a:p>
        </p:txBody>
      </p:sp>
      <p:sp>
        <p:nvSpPr>
          <p:cNvPr id="723" name="Google Shape;723;p120"/>
          <p:cNvSpPr/>
          <p:nvPr/>
        </p:nvSpPr>
        <p:spPr>
          <a:xfrm>
            <a:off x="6818114" y="1709886"/>
            <a:ext cx="17721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400"/>
              <a:buFont typeface="Work Sans SemiBold"/>
              <a:buNone/>
            </a:pPr>
            <a:r>
              <a:rPr b="1" i="0" lang="en-GB" sz="1400" u="none" cap="none" strike="noStrike">
                <a:solidFill>
                  <a:srgbClr val="000000"/>
                </a:solidFill>
                <a:latin typeface="Work Sans SemiBold"/>
                <a:ea typeface="Work Sans SemiBold"/>
                <a:cs typeface="Work Sans SemiBold"/>
                <a:sym typeface="Work Sans SemiBold"/>
              </a:rPr>
              <a:t>Pre-release of materials</a:t>
            </a:r>
            <a:endParaRPr b="1" i="0" sz="1400" u="none" cap="none" strike="noStrike">
              <a:solidFill>
                <a:srgbClr val="000000"/>
              </a:solidFill>
              <a:latin typeface="Work Sans SemiBold"/>
              <a:ea typeface="Work Sans SemiBold"/>
              <a:cs typeface="Work Sans SemiBold"/>
              <a:sym typeface="Work Sans SemiBold"/>
            </a:endParaRPr>
          </a:p>
        </p:txBody>
      </p:sp>
      <p:sp>
        <p:nvSpPr>
          <p:cNvPr id="724" name="Google Shape;724;p120"/>
          <p:cNvSpPr/>
          <p:nvPr/>
        </p:nvSpPr>
        <p:spPr>
          <a:xfrm>
            <a:off x="6818114" y="2254523"/>
            <a:ext cx="1829700" cy="9072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000000"/>
              </a:buClr>
              <a:buSzPts val="1100"/>
              <a:buFont typeface="Work Sans"/>
              <a:buNone/>
            </a:pPr>
            <a:r>
              <a:rPr b="0" i="0" lang="en-GB" sz="1100" u="none" cap="none" strike="noStrike">
                <a:solidFill>
                  <a:srgbClr val="000000"/>
                </a:solidFill>
                <a:latin typeface="Work Sans"/>
                <a:ea typeface="Work Sans"/>
                <a:cs typeface="Work Sans"/>
                <a:sym typeface="Work Sans"/>
              </a:rPr>
              <a:t>Assets will be available via the labs.</a:t>
            </a:r>
            <a:endParaRPr b="0" i="0" sz="1100" u="none" cap="none" strike="noStrike">
              <a:solidFill>
                <a:srgbClr val="000000"/>
              </a:solidFill>
              <a:latin typeface="Arial"/>
              <a:ea typeface="Arial"/>
              <a:cs typeface="Arial"/>
              <a:sym typeface="Arial"/>
            </a:endParaRPr>
          </a:p>
        </p:txBody>
      </p:sp>
      <p:sp>
        <p:nvSpPr>
          <p:cNvPr id="725" name="Google Shape;725;p120"/>
          <p:cNvSpPr/>
          <p:nvPr/>
        </p:nvSpPr>
        <p:spPr>
          <a:xfrm>
            <a:off x="3925119" y="3329136"/>
            <a:ext cx="318900" cy="318900"/>
          </a:xfrm>
          <a:prstGeom prst="roundRect">
            <a:avLst>
              <a:gd fmla="val 6667" name="adj"/>
            </a:avLst>
          </a:prstGeom>
          <a:solidFill>
            <a:srgbClr val="C0E38B"/>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726" name="Google Shape;726;p120"/>
          <p:cNvSpPr/>
          <p:nvPr/>
        </p:nvSpPr>
        <p:spPr>
          <a:xfrm>
            <a:off x="4040311" y="3382268"/>
            <a:ext cx="88500" cy="212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Work Sans SemiBold"/>
              <a:buNone/>
            </a:pPr>
            <a:r>
              <a:rPr b="1" i="0" lang="en-GB" sz="1700" u="none" cap="none" strike="noStrike">
                <a:solidFill>
                  <a:srgbClr val="000000"/>
                </a:solidFill>
                <a:latin typeface="Work Sans SemiBold"/>
                <a:ea typeface="Work Sans SemiBold"/>
                <a:cs typeface="Work Sans SemiBold"/>
                <a:sym typeface="Work Sans SemiBold"/>
              </a:rPr>
              <a:t>3</a:t>
            </a:r>
            <a:endParaRPr b="0" i="0" sz="1700" u="none" cap="none" strike="noStrike">
              <a:solidFill>
                <a:srgbClr val="000000"/>
              </a:solidFill>
              <a:latin typeface="Arial"/>
              <a:ea typeface="Arial"/>
              <a:cs typeface="Arial"/>
              <a:sym typeface="Arial"/>
            </a:endParaRPr>
          </a:p>
        </p:txBody>
      </p:sp>
      <p:sp>
        <p:nvSpPr>
          <p:cNvPr id="727" name="Google Shape;727;p120"/>
          <p:cNvSpPr/>
          <p:nvPr/>
        </p:nvSpPr>
        <p:spPr>
          <a:xfrm>
            <a:off x="4385816" y="3329136"/>
            <a:ext cx="17721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400"/>
              <a:buFont typeface="Work Sans SemiBold"/>
              <a:buNone/>
            </a:pPr>
            <a:r>
              <a:rPr b="1" i="0" lang="en-GB" sz="1400" u="none" cap="none" strike="noStrike">
                <a:solidFill>
                  <a:srgbClr val="000000"/>
                </a:solidFill>
                <a:latin typeface="Work Sans SemiBold"/>
                <a:ea typeface="Work Sans SemiBold"/>
                <a:cs typeface="Work Sans SemiBold"/>
                <a:sym typeface="Work Sans SemiBold"/>
              </a:rPr>
              <a:t>Regular breaks</a:t>
            </a:r>
            <a:endParaRPr b="1" i="0" sz="1400" u="none" cap="none" strike="noStrike">
              <a:solidFill>
                <a:srgbClr val="000000"/>
              </a:solidFill>
              <a:latin typeface="Work Sans SemiBold"/>
              <a:ea typeface="Work Sans SemiBold"/>
              <a:cs typeface="Work Sans SemiBold"/>
              <a:sym typeface="Work Sans SemiBold"/>
            </a:endParaRPr>
          </a:p>
        </p:txBody>
      </p:sp>
      <p:sp>
        <p:nvSpPr>
          <p:cNvPr id="728" name="Google Shape;728;p120"/>
          <p:cNvSpPr/>
          <p:nvPr/>
        </p:nvSpPr>
        <p:spPr>
          <a:xfrm>
            <a:off x="4385816" y="3635648"/>
            <a:ext cx="1829700" cy="11340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000000"/>
              </a:buClr>
              <a:buSzPts val="1100"/>
              <a:buFont typeface="Work Sans"/>
              <a:buNone/>
            </a:pPr>
            <a:r>
              <a:rPr b="0" i="0" lang="en-GB" sz="1100" u="none" cap="none" strike="noStrike">
                <a:solidFill>
                  <a:srgbClr val="000000"/>
                </a:solidFill>
                <a:latin typeface="Work Sans"/>
                <a:ea typeface="Work Sans"/>
                <a:cs typeface="Work Sans"/>
                <a:sym typeface="Work Sans"/>
              </a:rPr>
              <a:t>Ask for breaks, and we will aim to schedule one every hour. </a:t>
            </a:r>
            <a:endParaRPr b="0" i="0" sz="1100" u="none" cap="none" strike="noStrike">
              <a:solidFill>
                <a:srgbClr val="000000"/>
              </a:solidFill>
              <a:latin typeface="Arial"/>
              <a:ea typeface="Arial"/>
              <a:cs typeface="Arial"/>
              <a:sym typeface="Arial"/>
            </a:endParaRPr>
          </a:p>
        </p:txBody>
      </p:sp>
      <p:sp>
        <p:nvSpPr>
          <p:cNvPr id="729" name="Google Shape;729;p120"/>
          <p:cNvSpPr/>
          <p:nvPr/>
        </p:nvSpPr>
        <p:spPr>
          <a:xfrm>
            <a:off x="6357417" y="3329136"/>
            <a:ext cx="318900" cy="318900"/>
          </a:xfrm>
          <a:prstGeom prst="roundRect">
            <a:avLst>
              <a:gd fmla="val 6667" name="adj"/>
            </a:avLst>
          </a:prstGeom>
          <a:solidFill>
            <a:srgbClr val="7FC3E1"/>
          </a:solidFill>
          <a:ln>
            <a:noFill/>
          </a:ln>
        </p:spPr>
        <p:txBody>
          <a:bodyPr anchorCtr="0" anchor="ctr" bIns="57150" lIns="57150" spcFirstLastPara="1" rIns="57150" wrap="square" tIns="571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730" name="Google Shape;730;p120"/>
          <p:cNvSpPr/>
          <p:nvPr/>
        </p:nvSpPr>
        <p:spPr>
          <a:xfrm>
            <a:off x="6454006" y="3382268"/>
            <a:ext cx="125700" cy="212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Work Sans SemiBold"/>
              <a:buNone/>
            </a:pPr>
            <a:r>
              <a:rPr b="1" i="0" lang="en-GB" sz="1700" u="none" cap="none" strike="noStrike">
                <a:solidFill>
                  <a:srgbClr val="000000"/>
                </a:solidFill>
                <a:latin typeface="Work Sans SemiBold"/>
                <a:ea typeface="Work Sans SemiBold"/>
                <a:cs typeface="Work Sans SemiBold"/>
                <a:sym typeface="Work Sans SemiBold"/>
              </a:rPr>
              <a:t>4</a:t>
            </a:r>
            <a:endParaRPr b="0" i="0" sz="1700" u="none" cap="none" strike="noStrike">
              <a:solidFill>
                <a:srgbClr val="000000"/>
              </a:solidFill>
              <a:latin typeface="Arial"/>
              <a:ea typeface="Arial"/>
              <a:cs typeface="Arial"/>
              <a:sym typeface="Arial"/>
            </a:endParaRPr>
          </a:p>
        </p:txBody>
      </p:sp>
      <p:sp>
        <p:nvSpPr>
          <p:cNvPr id="731" name="Google Shape;731;p120"/>
          <p:cNvSpPr/>
          <p:nvPr/>
        </p:nvSpPr>
        <p:spPr>
          <a:xfrm>
            <a:off x="6818114" y="3329136"/>
            <a:ext cx="17721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400"/>
              <a:buFont typeface="Work Sans SemiBold"/>
              <a:buNone/>
            </a:pPr>
            <a:r>
              <a:rPr b="1" i="0" lang="en-GB" sz="1400" u="none" cap="none" strike="noStrike">
                <a:solidFill>
                  <a:srgbClr val="000000"/>
                </a:solidFill>
                <a:latin typeface="Work Sans SemiBold"/>
                <a:ea typeface="Work Sans SemiBold"/>
                <a:cs typeface="Work Sans SemiBold"/>
                <a:sym typeface="Work Sans SemiBold"/>
              </a:rPr>
              <a:t>Post-release of materials</a:t>
            </a:r>
            <a:endParaRPr b="1" i="0" sz="1400" u="none" cap="none" strike="noStrike">
              <a:solidFill>
                <a:srgbClr val="000000"/>
              </a:solidFill>
              <a:latin typeface="Work Sans SemiBold"/>
              <a:ea typeface="Work Sans SemiBold"/>
              <a:cs typeface="Work Sans SemiBold"/>
              <a:sym typeface="Work Sans SemiBold"/>
            </a:endParaRPr>
          </a:p>
        </p:txBody>
      </p:sp>
      <p:sp>
        <p:nvSpPr>
          <p:cNvPr id="732" name="Google Shape;732;p120"/>
          <p:cNvSpPr/>
          <p:nvPr/>
        </p:nvSpPr>
        <p:spPr>
          <a:xfrm>
            <a:off x="6818109" y="3873766"/>
            <a:ext cx="1921200" cy="9072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000000"/>
              </a:buClr>
              <a:buSzPts val="1100"/>
              <a:buFont typeface="Work Sans"/>
              <a:buNone/>
            </a:pPr>
            <a:r>
              <a:rPr b="0" i="0" lang="en-GB" sz="1100" u="none" cap="none" strike="noStrike">
                <a:solidFill>
                  <a:srgbClr val="000000"/>
                </a:solidFill>
                <a:latin typeface="Work Sans"/>
                <a:ea typeface="Work Sans"/>
                <a:cs typeface="Work Sans"/>
                <a:sym typeface="Work Sans"/>
              </a:rPr>
              <a:t>Live assets created during delivery will be released afterwards.</a:t>
            </a:r>
            <a:endParaRPr b="0" i="0" sz="1100" u="none" cap="none" strike="noStrike">
              <a:solidFill>
                <a:srgbClr val="000000"/>
              </a:solidFill>
              <a:latin typeface="Arial"/>
              <a:ea typeface="Arial"/>
              <a:cs typeface="Arial"/>
              <a:sym typeface="Arial"/>
            </a:endParaRPr>
          </a:p>
        </p:txBody>
      </p:sp>
      <p:sp>
        <p:nvSpPr>
          <p:cNvPr id="733" name="Google Shape;733;p120"/>
          <p:cNvSpPr/>
          <p:nvPr/>
        </p:nvSpPr>
        <p:spPr>
          <a:xfrm>
            <a:off x="0" y="0"/>
            <a:ext cx="3429000" cy="5143500"/>
          </a:xfrm>
          <a:prstGeom prst="rect">
            <a:avLst/>
          </a:prstGeom>
          <a:solidFill>
            <a:srgbClr val="010101">
              <a:alpha val="15686"/>
            </a:srgbClr>
          </a:solidFill>
          <a:ln>
            <a:noFill/>
          </a:ln>
          <a:effectLst>
            <a:outerShdw blurRad="35719" rotWithShape="0" algn="bl" dir="5400000" dist="11906">
              <a:srgbClr val="000000"/>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EA8E"/>
        </a:solidFill>
      </p:bgPr>
    </p:bg>
    <p:spTree>
      <p:nvGrpSpPr>
        <p:cNvPr id="737" name="Shape 737"/>
        <p:cNvGrpSpPr/>
        <p:nvPr/>
      </p:nvGrpSpPr>
      <p:grpSpPr>
        <a:xfrm>
          <a:off x="0" y="0"/>
          <a:ext cx="0" cy="0"/>
          <a:chOff x="0" y="0"/>
          <a:chExt cx="0" cy="0"/>
        </a:xfrm>
      </p:grpSpPr>
      <p:sp>
        <p:nvSpPr>
          <p:cNvPr id="738" name="Google Shape;738;p121"/>
          <p:cNvSpPr txBox="1"/>
          <p:nvPr/>
        </p:nvSpPr>
        <p:spPr>
          <a:xfrm>
            <a:off x="311700" y="1620000"/>
            <a:ext cx="8520600" cy="637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2300">
                <a:solidFill>
                  <a:schemeClr val="dk2"/>
                </a:solidFill>
                <a:latin typeface="Barlow Condensed SemiBold"/>
                <a:ea typeface="Barlow Condensed SemiBold"/>
                <a:cs typeface="Barlow Condensed SemiBold"/>
                <a:sym typeface="Barlow Condensed SemiBold"/>
              </a:rPr>
              <a:t>Q U I Z</a:t>
            </a:r>
            <a:endParaRPr sz="2300">
              <a:solidFill>
                <a:schemeClr val="dk2"/>
              </a:solidFill>
              <a:latin typeface="Barlow Condensed SemiBold"/>
              <a:ea typeface="Barlow Condensed SemiBold"/>
              <a:cs typeface="Barlow Condensed SemiBold"/>
              <a:sym typeface="Barlow Condensed SemiBold"/>
            </a:endParaRPr>
          </a:p>
        </p:txBody>
      </p:sp>
      <p:sp>
        <p:nvSpPr>
          <p:cNvPr id="739" name="Google Shape;739;p121"/>
          <p:cNvSpPr txBox="1"/>
          <p:nvPr/>
        </p:nvSpPr>
        <p:spPr>
          <a:xfrm>
            <a:off x="311700" y="2253000"/>
            <a:ext cx="8520600" cy="637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3400">
                <a:solidFill>
                  <a:schemeClr val="dk1"/>
                </a:solidFill>
                <a:latin typeface="Work Sans SemiBold"/>
                <a:ea typeface="Work Sans SemiBold"/>
                <a:cs typeface="Work Sans SemiBold"/>
                <a:sym typeface="Work Sans SemiBold"/>
              </a:rPr>
              <a:t>menti.com</a:t>
            </a:r>
            <a:endParaRPr sz="3400">
              <a:solidFill>
                <a:schemeClr val="dk1"/>
              </a:solidFill>
              <a:latin typeface="Work Sans SemiBold"/>
              <a:ea typeface="Work Sans SemiBold"/>
              <a:cs typeface="Work Sans SemiBold"/>
              <a:sym typeface="Work Sans SemiBold"/>
            </a:endParaRPr>
          </a:p>
        </p:txBody>
      </p:sp>
      <p:sp>
        <p:nvSpPr>
          <p:cNvPr id="740" name="Google Shape;740;p121"/>
          <p:cNvSpPr txBox="1"/>
          <p:nvPr/>
        </p:nvSpPr>
        <p:spPr>
          <a:xfrm>
            <a:off x="260850" y="3123125"/>
            <a:ext cx="8520600" cy="637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2300">
                <a:solidFill>
                  <a:schemeClr val="dk1"/>
                </a:solidFill>
                <a:latin typeface="Work Sans SemiBold"/>
                <a:ea typeface="Work Sans SemiBold"/>
                <a:cs typeface="Work Sans SemiBold"/>
                <a:sym typeface="Work Sans SemiBold"/>
              </a:rPr>
              <a:t>ID: 4543 1576</a:t>
            </a:r>
            <a:endParaRPr sz="2300">
              <a:solidFill>
                <a:schemeClr val="dk1"/>
              </a:solidFill>
              <a:latin typeface="Work Sans SemiBold"/>
              <a:ea typeface="Work Sans SemiBold"/>
              <a:cs typeface="Work Sans SemiBold"/>
              <a:sym typeface="Work Sans SemiBo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122"/>
          <p:cNvSpPr txBox="1"/>
          <p:nvPr>
            <p:ph type="ctrTitle"/>
          </p:nvPr>
        </p:nvSpPr>
        <p:spPr>
          <a:xfrm>
            <a:off x="576000" y="576000"/>
            <a:ext cx="10955400" cy="32841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SzPts val="6200"/>
              <a:buNone/>
            </a:pPr>
            <a:r>
              <a:rPr b="0" lang="en-GB" sz="6200">
                <a:latin typeface="Work Sans SemiBold"/>
                <a:ea typeface="Work Sans SemiBold"/>
                <a:cs typeface="Work Sans SemiBold"/>
                <a:sym typeface="Work Sans SemiBold"/>
              </a:rPr>
              <a:t>Key</a:t>
            </a:r>
            <a:br>
              <a:rPr b="0" lang="en-GB" sz="6200">
                <a:latin typeface="Work Sans SemiBold"/>
                <a:ea typeface="Work Sans SemiBold"/>
                <a:cs typeface="Work Sans SemiBold"/>
                <a:sym typeface="Work Sans SemiBold"/>
              </a:rPr>
            </a:br>
            <a:r>
              <a:rPr b="0" lang="en-GB" sz="6200">
                <a:latin typeface="Work Sans SemiBold"/>
                <a:ea typeface="Work Sans SemiBold"/>
                <a:cs typeface="Work Sans SemiBold"/>
                <a:sym typeface="Work Sans SemiBold"/>
              </a:rPr>
              <a:t>takeaways.</a:t>
            </a:r>
            <a:endParaRPr b="0" sz="6200">
              <a:latin typeface="Work Sans SemiBold"/>
              <a:ea typeface="Work Sans SemiBold"/>
              <a:cs typeface="Work Sans SemiBold"/>
              <a:sym typeface="Work Sans SemiBold"/>
            </a:endParaRPr>
          </a:p>
        </p:txBody>
      </p:sp>
      <p:grpSp>
        <p:nvGrpSpPr>
          <p:cNvPr id="746" name="Google Shape;746;p122"/>
          <p:cNvGrpSpPr/>
          <p:nvPr/>
        </p:nvGrpSpPr>
        <p:grpSpPr>
          <a:xfrm>
            <a:off x="3131375" y="2581801"/>
            <a:ext cx="2423175" cy="2278203"/>
            <a:chOff x="3359975" y="2581809"/>
            <a:chExt cx="2423175" cy="1844400"/>
          </a:xfrm>
        </p:grpSpPr>
        <p:cxnSp>
          <p:nvCxnSpPr>
            <p:cNvPr id="747" name="Google Shape;747;p122"/>
            <p:cNvCxnSpPr/>
            <p:nvPr/>
          </p:nvCxnSpPr>
          <p:spPr>
            <a:xfrm>
              <a:off x="3359975" y="2581809"/>
              <a:ext cx="0" cy="1844400"/>
            </a:xfrm>
            <a:prstGeom prst="straightConnector1">
              <a:avLst/>
            </a:prstGeom>
            <a:noFill/>
            <a:ln cap="flat" cmpd="sng" w="9525">
              <a:solidFill>
                <a:srgbClr val="595959"/>
              </a:solidFill>
              <a:prstDash val="dot"/>
              <a:round/>
              <a:headEnd len="sm" w="sm" type="none"/>
              <a:tailEnd len="sm" w="sm" type="none"/>
            </a:ln>
          </p:spPr>
        </p:cxnSp>
        <p:sp>
          <p:nvSpPr>
            <p:cNvPr id="748" name="Google Shape;748;p122"/>
            <p:cNvSpPr txBox="1"/>
            <p:nvPr/>
          </p:nvSpPr>
          <p:spPr>
            <a:xfrm>
              <a:off x="3623150" y="2581809"/>
              <a:ext cx="2160000" cy="1445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700"/>
                <a:buFont typeface="Arial"/>
                <a:buNone/>
              </a:pPr>
              <a:r>
                <a:rPr b="0" i="0" lang="en-GB" sz="1300" u="none" cap="none" strike="noStrike">
                  <a:solidFill>
                    <a:srgbClr val="1D1C1D"/>
                  </a:solidFill>
                  <a:latin typeface="Work Sans Medium"/>
                  <a:ea typeface="Work Sans Medium"/>
                  <a:cs typeface="Work Sans Medium"/>
                  <a:sym typeface="Work Sans Medium"/>
                </a:rPr>
                <a:t>The programme equips learners with Data Science skills to move beyond reporting and analysis, and begin predicting outcomes and informing decisions with data.</a:t>
              </a:r>
              <a:endParaRPr b="0" i="0" sz="2800" u="none" cap="none" strike="noStrike">
                <a:solidFill>
                  <a:schemeClr val="dk1"/>
                </a:solidFill>
                <a:latin typeface="Work Sans Medium"/>
                <a:ea typeface="Work Sans Medium"/>
                <a:cs typeface="Work Sans Medium"/>
                <a:sym typeface="Work Sans Medium"/>
              </a:endParaRPr>
            </a:p>
          </p:txBody>
        </p:sp>
      </p:grpSp>
      <p:grpSp>
        <p:nvGrpSpPr>
          <p:cNvPr id="749" name="Google Shape;749;p122"/>
          <p:cNvGrpSpPr/>
          <p:nvPr/>
        </p:nvGrpSpPr>
        <p:grpSpPr>
          <a:xfrm>
            <a:off x="5661514" y="2581782"/>
            <a:ext cx="2259823" cy="2317866"/>
            <a:chOff x="6067450" y="2581802"/>
            <a:chExt cx="2082594" cy="1844407"/>
          </a:xfrm>
        </p:grpSpPr>
        <p:cxnSp>
          <p:nvCxnSpPr>
            <p:cNvPr id="750" name="Google Shape;750;p122"/>
            <p:cNvCxnSpPr/>
            <p:nvPr/>
          </p:nvCxnSpPr>
          <p:spPr>
            <a:xfrm>
              <a:off x="6067450" y="2581809"/>
              <a:ext cx="0" cy="1844400"/>
            </a:xfrm>
            <a:prstGeom prst="straightConnector1">
              <a:avLst/>
            </a:prstGeom>
            <a:noFill/>
            <a:ln cap="flat" cmpd="sng" w="9525">
              <a:solidFill>
                <a:srgbClr val="595959"/>
              </a:solidFill>
              <a:prstDash val="dot"/>
              <a:round/>
              <a:headEnd len="sm" w="sm" type="none"/>
              <a:tailEnd len="sm" w="sm" type="none"/>
            </a:ln>
          </p:spPr>
        </p:cxnSp>
        <p:sp>
          <p:nvSpPr>
            <p:cNvPr id="751" name="Google Shape;751;p122"/>
            <p:cNvSpPr txBox="1"/>
            <p:nvPr/>
          </p:nvSpPr>
          <p:spPr>
            <a:xfrm>
              <a:off x="6287044" y="2581802"/>
              <a:ext cx="1863000" cy="1420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700"/>
                <a:buFont typeface="Arial"/>
                <a:buNone/>
              </a:pPr>
              <a:r>
                <a:rPr b="0" i="0" lang="en-GB" sz="1300" u="none" cap="none" strike="noStrike">
                  <a:solidFill>
                    <a:srgbClr val="1D1C1D"/>
                  </a:solidFill>
                  <a:latin typeface="Work Sans Medium"/>
                  <a:ea typeface="Work Sans Medium"/>
                  <a:cs typeface="Work Sans Medium"/>
                  <a:sym typeface="Work Sans Medium"/>
                </a:rPr>
                <a:t>Successful learning and career growth stem from proactive planning, seeking support when needed, and building meaningful connections.</a:t>
              </a:r>
              <a:endParaRPr b="0" i="0" sz="1300" u="none" cap="none" strike="noStrike">
                <a:solidFill>
                  <a:srgbClr val="1D1C1D"/>
                </a:solidFill>
                <a:latin typeface="Work Sans Medium"/>
                <a:ea typeface="Work Sans Medium"/>
                <a:cs typeface="Work Sans Medium"/>
                <a:sym typeface="Work Sans Medium"/>
              </a:endParaRPr>
            </a:p>
          </p:txBody>
        </p:sp>
      </p:grpSp>
      <p:grpSp>
        <p:nvGrpSpPr>
          <p:cNvPr id="752" name="Google Shape;752;p122"/>
          <p:cNvGrpSpPr/>
          <p:nvPr/>
        </p:nvGrpSpPr>
        <p:grpSpPr>
          <a:xfrm>
            <a:off x="501675" y="2581766"/>
            <a:ext cx="2479444" cy="2278203"/>
            <a:chOff x="730275" y="2581809"/>
            <a:chExt cx="2479444" cy="1844400"/>
          </a:xfrm>
        </p:grpSpPr>
        <p:sp>
          <p:nvSpPr>
            <p:cNvPr id="753" name="Google Shape;753;p122"/>
            <p:cNvSpPr txBox="1"/>
            <p:nvPr/>
          </p:nvSpPr>
          <p:spPr>
            <a:xfrm>
              <a:off x="949819" y="2581809"/>
              <a:ext cx="2259900" cy="17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GB" sz="1300" u="none" cap="none" strike="noStrike">
                  <a:solidFill>
                    <a:srgbClr val="1D1C1D"/>
                  </a:solidFill>
                  <a:latin typeface="Work Sans Medium"/>
                  <a:ea typeface="Work Sans Medium"/>
                  <a:cs typeface="Work Sans Medium"/>
                  <a:sym typeface="Work Sans Medium"/>
                </a:rPr>
                <a:t>A 10-week immersive programme featuring live sessions one full day a week with self-paced and collaborative projects. Success comes from active participation, consistent engagement, and applying your skills through practice.</a:t>
              </a:r>
              <a:endParaRPr b="0" i="0" sz="1300" u="none" cap="none" strike="noStrike">
                <a:solidFill>
                  <a:srgbClr val="000000"/>
                </a:solidFill>
                <a:latin typeface="Work Sans Medium"/>
                <a:ea typeface="Work Sans Medium"/>
                <a:cs typeface="Work Sans Medium"/>
                <a:sym typeface="Work Sans Medium"/>
              </a:endParaRPr>
            </a:p>
          </p:txBody>
        </p:sp>
        <p:cxnSp>
          <p:nvCxnSpPr>
            <p:cNvPr id="754" name="Google Shape;754;p122"/>
            <p:cNvCxnSpPr/>
            <p:nvPr/>
          </p:nvCxnSpPr>
          <p:spPr>
            <a:xfrm>
              <a:off x="730275" y="2581809"/>
              <a:ext cx="0" cy="1844400"/>
            </a:xfrm>
            <a:prstGeom prst="straightConnector1">
              <a:avLst/>
            </a:prstGeom>
            <a:noFill/>
            <a:ln cap="flat" cmpd="sng" w="9525">
              <a:solidFill>
                <a:srgbClr val="595959"/>
              </a:solidFill>
              <a:prstDash val="dot"/>
              <a:round/>
              <a:headEnd len="sm" w="sm" type="none"/>
              <a:tailEnd len="sm" w="sm" type="none"/>
            </a:ln>
          </p:spPr>
        </p:cxn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123"/>
          <p:cNvSpPr txBox="1"/>
          <p:nvPr>
            <p:ph type="ctrTitle"/>
          </p:nvPr>
        </p:nvSpPr>
        <p:spPr>
          <a:xfrm>
            <a:off x="360000" y="360000"/>
            <a:ext cx="4497900" cy="45000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SzPts val="6200"/>
              <a:buNone/>
            </a:pPr>
            <a:r>
              <a:rPr b="0" lang="en-GB" sz="5000">
                <a:latin typeface="Work Sans SemiBold"/>
                <a:ea typeface="Work Sans SemiBold"/>
                <a:cs typeface="Work Sans SemiBold"/>
                <a:sym typeface="Work Sans SemiBold"/>
              </a:rPr>
              <a:t>Questions?</a:t>
            </a:r>
            <a:endParaRPr b="0" sz="5000">
              <a:latin typeface="Work Sans SemiBold"/>
              <a:ea typeface="Work Sans SemiBold"/>
              <a:cs typeface="Work Sans SemiBold"/>
              <a:sym typeface="Work Sans SemiBold"/>
            </a:endParaRPr>
          </a:p>
        </p:txBody>
      </p:sp>
      <p:pic>
        <p:nvPicPr>
          <p:cNvPr id="760" name="Google Shape;760;p123"/>
          <p:cNvPicPr preferRelativeResize="0"/>
          <p:nvPr/>
        </p:nvPicPr>
        <p:blipFill rotWithShape="1">
          <a:blip r:embed="rId3">
            <a:alphaModFix/>
          </a:blip>
          <a:srcRect b="0" l="0" r="0" t="0"/>
          <a:stretch/>
        </p:blipFill>
        <p:spPr>
          <a:xfrm>
            <a:off x="7382600" y="3458625"/>
            <a:ext cx="1401400" cy="14014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124"/>
          <p:cNvSpPr txBox="1"/>
          <p:nvPr>
            <p:ph type="ctrTitle"/>
          </p:nvPr>
        </p:nvSpPr>
        <p:spPr>
          <a:xfrm>
            <a:off x="299924" y="3985388"/>
            <a:ext cx="8732100" cy="4155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SzPts val="3000"/>
              <a:buNone/>
            </a:pPr>
            <a:r>
              <a:t/>
            </a:r>
            <a:endParaRPr b="0" sz="800">
              <a:solidFill>
                <a:schemeClr val="dk1"/>
              </a:solidFill>
              <a:latin typeface="Roboto"/>
              <a:ea typeface="Roboto"/>
              <a:cs typeface="Roboto"/>
              <a:sym typeface="Roboto"/>
            </a:endParaRPr>
          </a:p>
          <a:p>
            <a:pPr indent="0" lvl="0" marL="0" rtl="0" algn="l">
              <a:lnSpc>
                <a:spcPct val="100000"/>
              </a:lnSpc>
              <a:spcBef>
                <a:spcPts val="500"/>
              </a:spcBef>
              <a:spcAft>
                <a:spcPts val="0"/>
              </a:spcAft>
              <a:buSzPts val="3000"/>
              <a:buNone/>
            </a:pPr>
            <a:br>
              <a:rPr b="0" lang="en-GB" sz="1600">
                <a:solidFill>
                  <a:schemeClr val="dk1"/>
                </a:solidFill>
              </a:rPr>
            </a:br>
            <a:br>
              <a:rPr b="0" lang="en-GB" sz="1600">
                <a:solidFill>
                  <a:schemeClr val="dk1"/>
                </a:solidFill>
              </a:rPr>
            </a:br>
            <a:br>
              <a:rPr b="0" lang="en-GB" sz="1600">
                <a:solidFill>
                  <a:schemeClr val="dk1"/>
                </a:solidFill>
              </a:rPr>
            </a:br>
            <a:br>
              <a:rPr b="0" lang="en-GB" sz="1600">
                <a:solidFill>
                  <a:schemeClr val="dk1"/>
                </a:solidFill>
              </a:rPr>
            </a:br>
            <a:br>
              <a:rPr b="0" lang="en-GB" sz="1600">
                <a:solidFill>
                  <a:schemeClr val="dk1"/>
                </a:solidFill>
              </a:rPr>
            </a:br>
            <a:br>
              <a:rPr b="0" lang="en-GB" sz="1600">
                <a:solidFill>
                  <a:schemeClr val="dk1"/>
                </a:solidFill>
              </a:rPr>
            </a:br>
            <a:br>
              <a:rPr b="0" lang="en-GB" sz="1600">
                <a:solidFill>
                  <a:schemeClr val="dk1"/>
                </a:solidFill>
              </a:rPr>
            </a:br>
            <a:br>
              <a:rPr b="0" lang="en-GB" sz="1600">
                <a:solidFill>
                  <a:schemeClr val="dk1"/>
                </a:solidFill>
              </a:rPr>
            </a:br>
            <a:br>
              <a:rPr b="0" lang="en-GB" sz="1600">
                <a:solidFill>
                  <a:schemeClr val="dk1"/>
                </a:solidFill>
              </a:rPr>
            </a:br>
            <a:r>
              <a:rPr b="0" lang="en-GB" sz="1600">
                <a:solidFill>
                  <a:schemeClr val="dk1"/>
                </a:solidFill>
              </a:rPr>
              <a:t>please contact the team directly at the email addresses below:</a:t>
            </a:r>
            <a:endParaRPr sz="2800"/>
          </a:p>
        </p:txBody>
      </p:sp>
      <p:sp>
        <p:nvSpPr>
          <p:cNvPr id="767" name="Google Shape;767;p124"/>
          <p:cNvSpPr txBox="1"/>
          <p:nvPr>
            <p:ph idx="1" type="subTitle"/>
          </p:nvPr>
        </p:nvSpPr>
        <p:spPr>
          <a:xfrm>
            <a:off x="321581" y="4524446"/>
            <a:ext cx="6810900" cy="521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800"/>
              <a:buFont typeface="Arial"/>
              <a:buNone/>
            </a:pPr>
            <a:r>
              <a:rPr b="1" lang="en-GB" sz="1500">
                <a:solidFill>
                  <a:srgbClr val="4A86E8"/>
                </a:solidFill>
                <a:latin typeface="Helvetica Neue"/>
                <a:ea typeface="Helvetica Neue"/>
                <a:cs typeface="Helvetica Neue"/>
                <a:sym typeface="Helvetica Neue"/>
              </a:rPr>
              <a:t>ai-accelerator@dsit.gov.uk</a:t>
            </a:r>
            <a:endParaRPr sz="1500">
              <a:solidFill>
                <a:srgbClr val="4A86E8"/>
              </a:solidFill>
            </a:endParaRPr>
          </a:p>
          <a:p>
            <a:pPr indent="0" lvl="0" marL="0" rtl="0" algn="l">
              <a:lnSpc>
                <a:spcPct val="115000"/>
              </a:lnSpc>
              <a:spcBef>
                <a:spcPts val="0"/>
              </a:spcBef>
              <a:spcAft>
                <a:spcPts val="0"/>
              </a:spcAft>
              <a:buClr>
                <a:schemeClr val="dk1"/>
              </a:buClr>
              <a:buSzPts val="2300"/>
              <a:buFont typeface="Arial"/>
              <a:buNone/>
            </a:pPr>
            <a:r>
              <a:t/>
            </a:r>
            <a:endParaRPr b="1" sz="1200">
              <a:solidFill>
                <a:schemeClr val="dk1"/>
              </a:solidFill>
              <a:latin typeface="Helvetica Neue"/>
              <a:ea typeface="Helvetica Neue"/>
              <a:cs typeface="Helvetica Neue"/>
              <a:sym typeface="Helvetica Neue"/>
            </a:endParaRPr>
          </a:p>
        </p:txBody>
      </p:sp>
      <p:sp>
        <p:nvSpPr>
          <p:cNvPr id="768" name="Google Shape;768;p124"/>
          <p:cNvSpPr txBox="1"/>
          <p:nvPr>
            <p:ph idx="2" type="body"/>
          </p:nvPr>
        </p:nvSpPr>
        <p:spPr>
          <a:xfrm>
            <a:off x="712069" y="1955977"/>
            <a:ext cx="6029700" cy="956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500"/>
              </a:spcBef>
              <a:spcAft>
                <a:spcPts val="0"/>
              </a:spcAft>
              <a:buSzPts val="7200"/>
              <a:buNone/>
            </a:pPr>
            <a:r>
              <a:rPr lang="en-GB"/>
              <a:t>Thank you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773" name="Shape 773"/>
        <p:cNvGrpSpPr/>
        <p:nvPr/>
      </p:nvGrpSpPr>
      <p:grpSpPr>
        <a:xfrm>
          <a:off x="0" y="0"/>
          <a:ext cx="0" cy="0"/>
          <a:chOff x="0" y="0"/>
          <a:chExt cx="0" cy="0"/>
        </a:xfrm>
      </p:grpSpPr>
      <p:sp>
        <p:nvSpPr>
          <p:cNvPr id="774" name="Google Shape;774;p125"/>
          <p:cNvSpPr/>
          <p:nvPr/>
        </p:nvSpPr>
        <p:spPr>
          <a:xfrm>
            <a:off x="0" y="0"/>
            <a:ext cx="9141900" cy="5142300"/>
          </a:xfrm>
          <a:prstGeom prst="rect">
            <a:avLst/>
          </a:prstGeom>
          <a:solidFill>
            <a:srgbClr val="F5F5F5"/>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9l_326FISzk" id="775" name="Google Shape;775;p125"/>
          <p:cNvPicPr preferRelativeResize="0"/>
          <p:nvPr/>
        </p:nvPicPr>
        <p:blipFill rotWithShape="1">
          <a:blip r:embed="rId3">
            <a:alphaModFix/>
          </a:blip>
          <a:srcRect b="11029" l="0" r="0" t="4590"/>
          <a:stretch/>
        </p:blipFill>
        <p:spPr>
          <a:xfrm>
            <a:off x="0" y="0"/>
            <a:ext cx="9141713" cy="5142215"/>
          </a:xfrm>
          <a:prstGeom prst="rect">
            <a:avLst/>
          </a:prstGeom>
          <a:noFill/>
          <a:ln>
            <a:noFill/>
          </a:ln>
        </p:spPr>
      </p:pic>
      <p:sp>
        <p:nvSpPr>
          <p:cNvPr id="776" name="Google Shape;776;p125"/>
          <p:cNvSpPr/>
          <p:nvPr/>
        </p:nvSpPr>
        <p:spPr>
          <a:xfrm>
            <a:off x="2462625" y="3128081"/>
            <a:ext cx="6281400" cy="1672500"/>
          </a:xfrm>
          <a:prstGeom prst="rect">
            <a:avLst/>
          </a:prstGeom>
          <a:noFill/>
          <a:ln>
            <a:noFill/>
          </a:ln>
        </p:spPr>
        <p:txBody>
          <a:bodyPr anchorCtr="0" anchor="ctr" bIns="0" lIns="0" spcFirstLastPara="1" rIns="0" wrap="square" tIns="0">
            <a:noAutofit/>
          </a:bodyPr>
          <a:lstStyle/>
          <a:p>
            <a:pPr indent="0" lvl="0" marL="0" marR="0" rtl="0" algn="r">
              <a:lnSpc>
                <a:spcPct val="99004"/>
              </a:lnSpc>
              <a:spcBef>
                <a:spcPts val="0"/>
              </a:spcBef>
              <a:spcAft>
                <a:spcPts val="0"/>
              </a:spcAft>
              <a:buClr>
                <a:srgbClr val="FFFFFF"/>
              </a:buClr>
              <a:buSzPts val="6300"/>
              <a:buFont typeface="Work Sans"/>
              <a:buNone/>
            </a:pPr>
            <a:r>
              <a:rPr b="0" i="0" lang="en-GB" sz="5400" u="none" cap="none" strike="noStrike">
                <a:solidFill>
                  <a:srgbClr val="FFFFFF"/>
                </a:solidFill>
                <a:latin typeface="Work Sans SemiBold"/>
                <a:ea typeface="Work Sans SemiBold"/>
                <a:cs typeface="Work Sans SemiBold"/>
                <a:sym typeface="Work Sans SemiBold"/>
              </a:rPr>
              <a:t>Take</a:t>
            </a:r>
            <a:br>
              <a:rPr b="0" i="0" lang="en-GB" sz="5400" u="none" cap="none" strike="noStrike">
                <a:solidFill>
                  <a:srgbClr val="FFFFFF"/>
                </a:solidFill>
                <a:latin typeface="Work Sans SemiBold"/>
                <a:ea typeface="Work Sans SemiBold"/>
                <a:cs typeface="Work Sans SemiBold"/>
                <a:sym typeface="Work Sans SemiBold"/>
              </a:rPr>
            </a:br>
            <a:r>
              <a:rPr b="0" i="0" lang="en-GB" sz="5400" u="none" cap="none" strike="noStrike">
                <a:solidFill>
                  <a:srgbClr val="FFFFFF"/>
                </a:solidFill>
                <a:latin typeface="Work Sans SemiBold"/>
                <a:ea typeface="Work Sans SemiBold"/>
                <a:cs typeface="Work Sans SemiBold"/>
                <a:sym typeface="Work Sans SemiBold"/>
              </a:rPr>
              <a:t>a break.</a:t>
            </a:r>
            <a:endParaRPr b="0" i="0" sz="5400" u="none" cap="none" strike="noStrike">
              <a:solidFill>
                <a:schemeClr val="dk1"/>
              </a:solidFill>
              <a:latin typeface="Work Sans SemiBold"/>
              <a:ea typeface="Work Sans SemiBold"/>
              <a:cs typeface="Work Sans SemiBold"/>
              <a:sym typeface="Work Sans SemiBo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126"/>
          <p:cNvSpPr txBox="1"/>
          <p:nvPr>
            <p:ph type="ctrTitle"/>
          </p:nvPr>
        </p:nvSpPr>
        <p:spPr>
          <a:xfrm>
            <a:off x="360000" y="360000"/>
            <a:ext cx="6839400" cy="45003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SzPts val="4200"/>
              <a:buNone/>
            </a:pPr>
            <a:r>
              <a:rPr lang="en-GB" sz="4400">
                <a:solidFill>
                  <a:schemeClr val="lt1"/>
                </a:solidFill>
              </a:rPr>
              <a:t>Teams Demo</a:t>
            </a:r>
            <a:endParaRPr sz="44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127"/>
          <p:cNvSpPr txBox="1"/>
          <p:nvPr>
            <p:ph type="ctrTitle"/>
          </p:nvPr>
        </p:nvSpPr>
        <p:spPr>
          <a:xfrm>
            <a:off x="360000" y="360000"/>
            <a:ext cx="6839400" cy="450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chemeClr val="lt1"/>
                </a:solidFill>
              </a:rPr>
              <a:t>Canvas Demo</a:t>
            </a:r>
            <a:endParaRPr>
              <a:solidFill>
                <a:schemeClr val="lt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128"/>
          <p:cNvSpPr txBox="1"/>
          <p:nvPr>
            <p:ph type="ctrTitle"/>
          </p:nvPr>
        </p:nvSpPr>
        <p:spPr>
          <a:xfrm>
            <a:off x="225000" y="225000"/>
            <a:ext cx="4274700" cy="28128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SzPts val="4200"/>
              <a:buNone/>
            </a:pPr>
            <a:r>
              <a:rPr lang="en-GB" sz="4400">
                <a:solidFill>
                  <a:schemeClr val="lt1"/>
                </a:solidFill>
              </a:rPr>
              <a:t>Labs Demo</a:t>
            </a:r>
            <a:endParaRPr sz="44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itle Slides">
  <a:themeElements>
    <a:clrScheme name="CO-DDaT">
      <a:dk1>
        <a:srgbClr val="000000"/>
      </a:dk1>
      <a:lt1>
        <a:srgbClr val="FFFFFF"/>
      </a:lt1>
      <a:dk2>
        <a:srgbClr val="000000"/>
      </a:dk2>
      <a:lt2>
        <a:srgbClr val="FFFFFF"/>
      </a:lt2>
      <a:accent1>
        <a:srgbClr val="FF8FCF"/>
      </a:accent1>
      <a:accent2>
        <a:srgbClr val="807DDE"/>
      </a:accent2>
      <a:accent3>
        <a:srgbClr val="12BDB8"/>
      </a:accent3>
      <a:accent4>
        <a:srgbClr val="B5CC17"/>
      </a:accent4>
      <a:accent5>
        <a:srgbClr val="FFE000"/>
      </a:accent5>
      <a:accent6>
        <a:srgbClr val="F57D1C"/>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